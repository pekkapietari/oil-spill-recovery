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2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4" r:id="rId5"/>
    <p:sldMasterId id="2147483660" r:id="rId6"/>
  </p:sldMasterIdLst>
  <p:notesMasterIdLst>
    <p:notesMasterId r:id="rId23"/>
  </p:notesMasterIdLst>
  <p:sldIdLst>
    <p:sldId id="433" r:id="rId7"/>
    <p:sldId id="497" r:id="rId8"/>
    <p:sldId id="500" r:id="rId9"/>
    <p:sldId id="434" r:id="rId10"/>
    <p:sldId id="276" r:id="rId11"/>
    <p:sldId id="288" r:id="rId12"/>
    <p:sldId id="258" r:id="rId13"/>
    <p:sldId id="317" r:id="rId14"/>
    <p:sldId id="444" r:id="rId15"/>
    <p:sldId id="445" r:id="rId16"/>
    <p:sldId id="261" r:id="rId17"/>
    <p:sldId id="322" r:id="rId18"/>
    <p:sldId id="262" r:id="rId19"/>
    <p:sldId id="323" r:id="rId20"/>
    <p:sldId id="470" r:id="rId21"/>
    <p:sldId id="471" r:id="rId22"/>
  </p:sldIdLst>
  <p:sldSz cx="9144000" cy="6858000" type="screen4x3"/>
  <p:notesSz cx="9926638" cy="14355763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254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65" autoAdjust="0"/>
    <p:restoredTop sz="55271" autoAdjust="0"/>
  </p:normalViewPr>
  <p:slideViewPr>
    <p:cSldViewPr snapToGrid="0">
      <p:cViewPr varScale="1">
        <p:scale>
          <a:sx n="35" d="100"/>
          <a:sy n="35" d="100"/>
        </p:scale>
        <p:origin x="2292" y="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67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125" cy="71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2762" tIns="66381" rIns="132762" bIns="66381" numCol="1" anchor="t" anchorCtr="0" compatLnSpc="1">
            <a:prstTxWarp prst="textNoShape">
              <a:avLst/>
            </a:prstTxWarp>
          </a:bodyPr>
          <a:lstStyle>
            <a:lvl1pPr defTabSz="1327150">
              <a:defRPr sz="17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4513" y="0"/>
            <a:ext cx="4302125" cy="71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2762" tIns="66381" rIns="132762" bIns="66381" numCol="1" anchor="t" anchorCtr="0" compatLnSpc="1">
            <a:prstTxWarp prst="textNoShape">
              <a:avLst/>
            </a:prstTxWarp>
          </a:bodyPr>
          <a:lstStyle>
            <a:lvl1pPr algn="r" defTabSz="1327150">
              <a:defRPr sz="17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73188" y="1076325"/>
            <a:ext cx="7180262" cy="5384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23975" y="6818313"/>
            <a:ext cx="7278688" cy="646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2762" tIns="66381" rIns="132762" bIns="663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3636625"/>
            <a:ext cx="4302125" cy="71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2762" tIns="66381" rIns="132762" bIns="66381" numCol="1" anchor="b" anchorCtr="0" compatLnSpc="1">
            <a:prstTxWarp prst="textNoShape">
              <a:avLst/>
            </a:prstTxWarp>
          </a:bodyPr>
          <a:lstStyle>
            <a:lvl1pPr defTabSz="1327150">
              <a:defRPr sz="17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4513" y="13636625"/>
            <a:ext cx="4302125" cy="71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2762" tIns="66381" rIns="132762" bIns="66381" numCol="1" anchor="b" anchorCtr="0" compatLnSpc="1">
            <a:prstTxWarp prst="textNoShape">
              <a:avLst/>
            </a:prstTxWarp>
          </a:bodyPr>
          <a:lstStyle>
            <a:lvl1pPr algn="r" defTabSz="1327150">
              <a:defRPr sz="1700">
                <a:latin typeface="Times New Roman" pitchFamily="18" charset="0"/>
              </a:defRPr>
            </a:lvl1pPr>
          </a:lstStyle>
          <a:p>
            <a:fld id="{7B9207F1-69D2-4866-96C9-B8D81DAB5AE1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66151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5A41129-2064-4E30-BC6F-226ECE8C3032}" type="slidenum">
              <a:rPr lang="en-GB"/>
              <a:pPr/>
              <a:t>1</a:t>
            </a:fld>
            <a:endParaRPr lang="en-GB"/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https://</a:t>
            </a:r>
            <a:r>
              <a:rPr lang="en-US" dirty="0" err="1"/>
              <a:t>map.openseamap.org</a:t>
            </a:r>
            <a:r>
              <a:rPr lang="en-US" dirty="0"/>
              <a:t>/</a:t>
            </a:r>
          </a:p>
          <a:p>
            <a:pPr eaLnBrk="1" hangingPunct="1"/>
            <a:r>
              <a:rPr lang="en-US" dirty="0"/>
              <a:t>Welcome the group and explain that this exercise tests their knowledge of selecting an appropriate oil spill response strategy.</a:t>
            </a:r>
          </a:p>
          <a:p>
            <a:pPr eaLnBrk="1" hangingPunct="1"/>
            <a:r>
              <a:rPr lang="en-US" dirty="0"/>
              <a:t>Starter Activity (10 minutes), step 1: introduce the objectives, then have participants scan the QR code to locate the exercise area (see map link below).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66CC92-F783-44C9-9751-BB87A223722F}" type="slidenum">
              <a:rPr lang="en-GB"/>
              <a:pPr/>
              <a:t>2</a:t>
            </a:fld>
            <a:endParaRPr lang="en-GB"/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Red Line is County border - added for presentation purposes only to encourage thoughts of contacting </a:t>
            </a:r>
            <a:r>
              <a:rPr lang="en-US" dirty="0" err="1"/>
              <a:t>neighbouring</a:t>
            </a:r>
            <a:r>
              <a:rPr lang="en-US" dirty="0"/>
              <a:t> county </a:t>
            </a:r>
          </a:p>
          <a:p>
            <a:pPr eaLnBrk="1" hangingPunct="1"/>
            <a:r>
              <a:rPr lang="en-US" dirty="0"/>
              <a:t>Location: Isle of Portland, UK. Have participants scan the QR code / locate the area on the map shown.</a:t>
            </a:r>
          </a:p>
          <a:p>
            <a:pPr eaLnBrk="1" hangingPunct="1"/>
            <a:r>
              <a:rPr lang="en-US" dirty="0"/>
              <a:t>Form groups (Starter Activity step 2): divide participants into groups of 4-5. Assign each group one category of sensitivities to research - Environmental, Economic, or Sociological.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66CC92-F783-44C9-9751-BB87A223722F}" type="slidenum">
              <a:rPr lang="en-GB"/>
              <a:pPr/>
              <a:t>3</a:t>
            </a:fld>
            <a:endParaRPr lang="en-GB"/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Starter Activity step 3: each group feeds back the sensitivities they identified to the wider group so everyone becomes familiar with the area.</a:t>
            </a:r>
          </a:p>
          <a:p>
            <a:pPr eaLnBrk="1" hangingPunct="1"/>
            <a:r>
              <a:rPr lang="en-US" dirty="0"/>
              <a:t>Use this table as a starting reference - Environmental (marine mammals, shoreline birds, SSSIs, UNESCO site), Economic (commercial harbour, tourism, stone quarrying, prison), Sociological (recreational sailing, watersports, hiking, fishing).</a:t>
            </a:r>
          </a:p>
          <a:p>
            <a:pPr eaLnBrk="1" hangingPunct="1"/>
            <a:r>
              <a:rPr lang="en-US" dirty="0"/>
              <a:t>Encourage groups to add anything relevant they found that isn't listed here.</a:t>
            </a:r>
          </a:p>
        </p:txBody>
      </p:sp>
    </p:spTree>
    <p:extLst>
      <p:ext uri="{BB962C8B-B14F-4D97-AF65-F5344CB8AC3E}">
        <p14:creationId xmlns:p14="http://schemas.microsoft.com/office/powerpoint/2010/main" val="2362539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077E807-6F87-431A-A619-96E2FC9BF415}" type="slidenum">
              <a:rPr lang="en-GB"/>
              <a:pPr/>
              <a:t>4</a:t>
            </a:fld>
            <a:endParaRPr lang="en-GB"/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Main Activity begins (25 minutes). Explain that 6 scenarios will be shown in turn.</a:t>
            </a:r>
          </a:p>
          <a:p>
            <a:pPr eaLnBrk="1" hangingPunct="1"/>
            <a:r>
              <a:rPr lang="en-US" dirty="0"/>
              <a:t>For each scenario, give groups 10 minutes to discuss and agree which response strategy they would use and why, choosing from: Monitor and evaluate, Dispersants, Containment and Recovery, Protection, Shoreline clean-up (or others).</a:t>
            </a:r>
          </a:p>
          <a:p>
            <a:pPr eaLnBrk="1" hangingPunct="1"/>
            <a:r>
              <a:rPr lang="en-US" dirty="0"/>
              <a:t>Remind groups to justify their choice using the weather conditions, oil type, and spill movement shown on each scenario map.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04F6205-EB36-42D3-B9A2-EF6FB2D97076}" type="slidenum">
              <a:rPr lang="en-GB"/>
              <a:pPr/>
              <a:t>5</a:t>
            </a:fld>
            <a:endParaRPr lang="en-GB"/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Scenario 1: HFO spill of 100 tonnes, tracked from 10:00 to 16:00, in 20 knot winds, 2m waves, and good visibility.</a:t>
            </a:r>
          </a:p>
          <a:p>
            <a:pPr eaLnBrk="1" hangingPunct="1"/>
            <a:r>
              <a:rPr lang="en-US" dirty="0"/>
              <a:t>Give groups 10 minutes to decide on their response strategy and reasoning. HFO is a heavy, persistent oil - prompt groups to consider how that affects their choice.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ACA008A-B2D1-42F5-BC22-610E65D24226}" type="slidenum">
              <a:rPr lang="en-GB"/>
              <a:pPr/>
              <a:t>6</a:t>
            </a:fld>
            <a:endParaRPr lang="en-GB"/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Facilitate group feedback on Scenario 1. Ask each group to share their chosen response strategy and reasoning.</a:t>
            </a:r>
          </a:p>
          <a:p>
            <a:pPr eaLnBrk="1" hangingPunct="1"/>
            <a:r>
              <a:rPr lang="en-US" dirty="0"/>
              <a:t>Compare the different approaches across groups, then discuss what they would do differently and which aspects of a real response would be most effective here.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51CC5E-042C-4D7B-860D-0A395B488DCF}" type="slidenum">
              <a:rPr lang="en-GB"/>
              <a:pPr/>
              <a:t>7</a:t>
            </a:fld>
            <a:endParaRPr lang="en-GB"/>
          </a:p>
        </p:txBody>
      </p:sp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Scenario 2: IFO spill of 100 tonnes, tracked from 04:00 to 12:00, in a lighter 6 knot wind, 0.2m waves, and good visibility.</a:t>
            </a:r>
          </a:p>
          <a:p>
            <a:pPr eaLnBrk="1" hangingPunct="1"/>
            <a:r>
              <a:rPr lang="en-US" dirty="0"/>
              <a:t>Give groups 10 minutes to decide on their response strategy and reasoning, taking into account the calmer conditions compared with Scenario 1.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121B20-2473-4659-858B-8BC737C2AA06}" type="slidenum">
              <a:rPr lang="en-GB"/>
              <a:pPr/>
              <a:t>8</a:t>
            </a:fld>
            <a:endParaRPr lang="en-GB"/>
          </a:p>
        </p:txBody>
      </p:sp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Facilitate group feedback on Scenario 2. Ask each group to share their chosen response strategy and reasoning.</a:t>
            </a:r>
          </a:p>
          <a:p>
            <a:pPr eaLnBrk="1" hangingPunct="1"/>
            <a:r>
              <a:rPr lang="en-US" dirty="0"/>
              <a:t>Compare approaches across groups and discuss what they would do differently, and how the calmer weather here changes the response compared with Scenario 1.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DC1227-8E72-4937-9405-68681CE76097}" type="slidenum">
              <a:rPr lang="en-GB"/>
              <a:pPr/>
              <a:t>9</a:t>
            </a:fld>
            <a:endParaRPr lang="en-GB"/>
          </a:p>
        </p:txBody>
      </p:sp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Scenario 3: Condensate spill of 500 tonnes - a much larger quantity - tracked from 18:00 to 08:00 overnight, in 8 knot winds, 0.5m waves, and good visibility.</a:t>
            </a:r>
          </a:p>
          <a:p>
            <a:pPr eaLnBrk="1" hangingPunct="1"/>
            <a:r>
              <a:rPr lang="en-US" dirty="0"/>
              <a:t>Give groups 10 minutes to decide on their response strategy and reasoning. Condensate is light and volatile - prompt groups to consider evaporation and natural dispersion alongside the larger spill volume.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B382CD3-495E-41BE-8B62-81D57C4DFB05}" type="slidenum">
              <a:rPr lang="en-GB"/>
              <a:pPr/>
              <a:t>10</a:t>
            </a:fld>
            <a:endParaRPr lang="en-GB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Facilitate group feedback on Scenario 3. Ask each group to share their chosen response strategy and reasoning.</a:t>
            </a:r>
          </a:p>
          <a:p>
            <a:pPr eaLnBrk="1" hangingPunct="1"/>
            <a:r>
              <a:rPr lang="en-US" dirty="0"/>
              <a:t>Compare approaches across groups and discuss what they would do differently, particularly given the larger quantity involved.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544F0B8-7E53-4ECC-A0D1-CA8537746A13}" type="slidenum">
              <a:rPr lang="en-GB"/>
              <a:pPr/>
              <a:t>11</a:t>
            </a:fld>
            <a:endParaRPr lang="en-GB"/>
          </a:p>
        </p:txBody>
      </p:sp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Scenario 4: Gas Oil spill of 15 tonnes - the smallest quantity in the exercise - tracked across 09:00, 12:00 and 18:00, in 10 knot winds, 0.5m waves, and good visibility.</a:t>
            </a:r>
          </a:p>
          <a:p>
            <a:pPr eaLnBrk="1" hangingPunct="1"/>
            <a:r>
              <a:rPr lang="en-US" dirty="0"/>
              <a:t>Give groups 10 minutes to decide on their response strategy and reasoning, considering whether a smaller, lighter-oil spill changes their approach.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D3B6DA-FA2B-4D6C-8101-6936C0DAFF07}" type="slidenum">
              <a:rPr lang="en-GB"/>
              <a:pPr/>
              <a:t>12</a:t>
            </a:fld>
            <a:endParaRPr lang="en-GB"/>
          </a:p>
        </p:txBody>
      </p:sp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Facilitate group feedback on Scenario 4. Ask each group to share their chosen response strategy and reasoning.</a:t>
            </a:r>
          </a:p>
          <a:p>
            <a:pPr eaLnBrk="1" hangingPunct="1"/>
            <a:r>
              <a:rPr lang="en-US" dirty="0"/>
              <a:t>Compare approaches across groups and discuss what they would do differently.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ED5FE8D-3E21-4A62-A97C-43B442E3202B}" type="slidenum">
              <a:rPr lang="en-GB"/>
              <a:pPr/>
              <a:t>13</a:t>
            </a:fld>
            <a:endParaRPr lang="en-GB"/>
          </a:p>
        </p:txBody>
      </p:sp>
      <p:sp>
        <p:nvSpPr>
          <p:cNvPr id="193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Scenario 5: Emulsified oil spill of 100 tonnes, tracked from 12:00 to 21:00, in 8 knot winds, 0.4m waves, and good visibility.</a:t>
            </a:r>
          </a:p>
          <a:p>
            <a:pPr eaLnBrk="1" hangingPunct="1"/>
            <a:r>
              <a:rPr lang="en-US" dirty="0"/>
              <a:t>Give groups 10 minutes to decide on their response strategy and reasoning. Emulsified oil is thicker and more persistent - prompt groups to discuss how this affects recovery options.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0AAE93-64CF-4915-BE9E-0A93080FA957}" type="slidenum">
              <a:rPr lang="en-GB"/>
              <a:pPr/>
              <a:t>14</a:t>
            </a:fld>
            <a:endParaRPr lang="en-GB"/>
          </a:p>
        </p:txBody>
      </p:sp>
      <p:sp>
        <p:nvSpPr>
          <p:cNvPr id="195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Facilitate group feedback on Scenario 5. Ask each group to share their chosen response strategy and reasoning.</a:t>
            </a:r>
          </a:p>
          <a:p>
            <a:pPr eaLnBrk="1" hangingPunct="1"/>
            <a:r>
              <a:rPr lang="en-US" dirty="0"/>
              <a:t>Compare approaches across groups and discuss what they would do differently.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D261AE-7AE5-4BD3-AA21-9A0C64559F0C}" type="slidenum">
              <a:rPr lang="en-GB"/>
              <a:pPr/>
              <a:t>15</a:t>
            </a:fld>
            <a:endParaRPr lang="en-GB"/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Scenario 6: Brent Blend spill of 100 tonnes, tracked from 04:00 to 07:30, in 20 knot winds, 2m waves, and good visibility - the roughest conditions in the exercise.</a:t>
            </a:r>
          </a:p>
          <a:p>
            <a:pPr eaLnBrk="1" hangingPunct="1"/>
            <a:r>
              <a:rPr lang="en-US" dirty="0"/>
              <a:t>Give groups 10 minutes to decide on their response strategy and reasoning, considering how the stronger wind and wave conditions affect the options available.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D27CC5E-A977-47EC-88ED-4F0F9D388FBC}" type="slidenum">
              <a:rPr lang="en-GB"/>
              <a:pPr/>
              <a:t>16</a:t>
            </a:fld>
            <a:endParaRPr lang="en-GB"/>
          </a:p>
        </p:txBody>
      </p:sp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Facilitate group feedback on Scenario 6. Ask each group to share their chosen response strategy and reasoning.</a:t>
            </a:r>
          </a:p>
          <a:p>
            <a:pPr eaLnBrk="1" hangingPunct="1"/>
            <a:r>
              <a:rPr lang="en-US" dirty="0"/>
              <a:t>Compare approaches across groups and discuss what they would do differently.</a:t>
            </a:r>
          </a:p>
          <a:p>
            <a:pPr eaLnBrk="1" hangingPunct="1"/>
            <a:r>
              <a:rPr lang="en-US" dirty="0"/>
              <a:t>End Activity (5 minutes): request feedback from participants on the exercise itself, and discuss what insights they've gained and how these can be applied to real-world incident management.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BC11B0-AEF2-4865-9610-95E18A7EFD7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  <p:transition advTm="36000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19A750-BBD6-495A-A5D9-9813DFAD91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  <p:transition advTm="36000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E7DD57-91CE-4C0D-A80E-C60B1C3F97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  <p:transition advTm="36000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B8D1A0-EA0F-4CE3-B4F4-000903EF25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  <p:transition advTm="36000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3539B9-0676-4CF5-8E0E-1723D01E48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  <p:transition advTm="36000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2EA464-7DEF-4FAA-98B6-0BDA53B27A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  <p:transition advTm="3600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BBA403-EEB2-4421-9D97-44965E82C30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  <p:transition advTm="36000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221129-7DC7-4E43-B637-D4EC1445DB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  <p:transition advTm="36000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BAE7D8-F712-48DD-8646-369B55B9F95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  <p:transition advTm="36000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657E3-4207-45F8-9E75-8C83C71389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  <p:transition advTm="36000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109571-6FAC-4662-81F8-945EDEC2F91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  <p:transition advTm="36000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5991" y="1412875"/>
            <a:ext cx="4266009" cy="3384277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500" spc="-38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5991" y="5085184"/>
            <a:ext cx="4266009" cy="936204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50"/>
              </a:spcBef>
              <a:buNone/>
              <a:defRPr sz="1350" b="0">
                <a:solidFill>
                  <a:schemeClr val="accent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3C565E0-416B-C52D-EF18-5867A0126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0CB9D-2C29-4004-966C-CF61292FF296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794333B-7B7F-69A1-88AE-A6815E946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1BF0CE3-413E-DD14-662C-17EE97BC1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1F59D8CD-2905-7D4E-0849-2441F985B08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05991" y="576000"/>
            <a:ext cx="84822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300"/>
          </a:p>
        </p:txBody>
      </p:sp>
    </p:spTree>
    <p:extLst>
      <p:ext uri="{BB962C8B-B14F-4D97-AF65-F5344CB8AC3E}">
        <p14:creationId xmlns:p14="http://schemas.microsoft.com/office/powerpoint/2010/main" val="3795983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5991" y="1412875"/>
            <a:ext cx="4266009" cy="3384277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500" spc="-3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5991" y="5085184"/>
            <a:ext cx="4266009" cy="936204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50"/>
              </a:spcBef>
              <a:buNone/>
              <a:defRPr sz="135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1F59D8CD-2905-7D4E-0849-2441F985B08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05991" y="574675"/>
            <a:ext cx="84822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30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7BE51-F485-EF4E-BB0B-C63556265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DF4BF4-E0E9-4461-9339-A1495CBD2E7F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79A88-4923-60A4-16B0-142C9512E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D0920-1D3A-D281-EC6B-354F901A7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920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Light Blu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5991" y="1412875"/>
            <a:ext cx="4266009" cy="3384277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500" spc="-3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5991" y="5085184"/>
            <a:ext cx="4266009" cy="936204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50"/>
              </a:spcBef>
              <a:buNone/>
              <a:defRPr sz="135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1F59D8CD-2905-7D4E-0849-2441F985B08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05991" y="574675"/>
            <a:ext cx="84822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30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7BE51-F485-EF4E-BB0B-C63556265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3C10C6-AA02-4005-80F8-57F63D520BEA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79A88-4923-60A4-16B0-142C9512E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D0920-1D3A-D281-EC6B-354F901A7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287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5991" y="1412875"/>
            <a:ext cx="4266009" cy="3384277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500" spc="-3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5991" y="5085184"/>
            <a:ext cx="4266009" cy="936204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50"/>
              </a:spcBef>
              <a:buNone/>
              <a:defRPr sz="135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1F59D8CD-2905-7D4E-0849-2441F985B08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05991" y="574675"/>
            <a:ext cx="84822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30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7BE51-F485-EF4E-BB0B-C63556265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852FAA-43D3-4C3C-BF8E-53F6DDBD04C3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79A88-4923-60A4-16B0-142C9512E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D0920-1D3A-D281-EC6B-354F901A7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767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35CE66AB-A0D7-67AE-380A-53A6F957D1A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6858000"/>
          </a:xfr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5991" y="1412875"/>
            <a:ext cx="4266009" cy="3384277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500" spc="-3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5991" y="5085184"/>
            <a:ext cx="4266009" cy="936204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50"/>
              </a:spcBef>
              <a:buNone/>
              <a:defRPr sz="135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7BE51-F485-EF4E-BB0B-C63556265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E14E10-EBED-4C9C-910B-B933EEF7067F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79A88-4923-60A4-16B0-142C9512E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D0920-1D3A-D281-EC6B-354F901A7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F3673F9-A375-DA91-CA09-A1DF14FF02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05991" y="576000"/>
            <a:ext cx="847800" cy="288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15349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Picture Yellow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498258-88E9-CB8C-3EE2-3F6D713F4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82ED76E6-9B98-4F27-936D-4E2CD3B4AA92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C93E9D-5F07-9459-468D-9C2261945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F29CF1-AD27-AAD6-4E0B-FCF1E4494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8D40AAE-032D-9869-FD62-D58AB23E8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5991" y="1412875"/>
            <a:ext cx="4266009" cy="3384277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500" spc="-38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52E8C97E-95A7-0EF5-E8CB-94373E46BF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5991" y="5085184"/>
            <a:ext cx="4266009" cy="936204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50"/>
              </a:spcBef>
              <a:buNone/>
              <a:defRPr sz="1350" b="0">
                <a:solidFill>
                  <a:schemeClr val="accent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60554BC8-9866-135D-B675-64DDE5547717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05991" y="578272"/>
            <a:ext cx="84822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300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C4C18E78-505B-EC69-6A44-6D0AAECBF80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655153" y="0"/>
            <a:ext cx="4488848" cy="6858000"/>
          </a:xfrm>
          <a:custGeom>
            <a:avLst/>
            <a:gdLst>
              <a:gd name="connsiteX0" fmla="*/ 0 w 5985131"/>
              <a:gd name="connsiteY0" fmla="*/ 0 h 6858000"/>
              <a:gd name="connsiteX1" fmla="*/ 5985131 w 5985131"/>
              <a:gd name="connsiteY1" fmla="*/ 0 h 6858000"/>
              <a:gd name="connsiteX2" fmla="*/ 5985131 w 5985131"/>
              <a:gd name="connsiteY2" fmla="*/ 6858000 h 6858000"/>
              <a:gd name="connsiteX3" fmla="*/ 3519977 w 5985131"/>
              <a:gd name="connsiteY3" fmla="*/ 6858000 h 6858000"/>
              <a:gd name="connsiteX4" fmla="*/ 3079682 w 5985131"/>
              <a:gd name="connsiteY4" fmla="*/ 5999657 h 6858000"/>
              <a:gd name="connsiteX5" fmla="*/ 2639387 w 5985131"/>
              <a:gd name="connsiteY5" fmla="*/ 5142904 h 6858000"/>
              <a:gd name="connsiteX6" fmla="*/ 2199091 w 5985131"/>
              <a:gd name="connsiteY6" fmla="*/ 4286151 h 6858000"/>
              <a:gd name="connsiteX7" fmla="*/ 1759591 w 5985131"/>
              <a:gd name="connsiteY7" fmla="*/ 3428603 h 6858000"/>
              <a:gd name="connsiteX8" fmla="*/ 1319296 w 5985131"/>
              <a:gd name="connsiteY8" fmla="*/ 2570260 h 6858000"/>
              <a:gd name="connsiteX9" fmla="*/ 879001 w 5985131"/>
              <a:gd name="connsiteY9" fmla="*/ 1713507 h 6858000"/>
              <a:gd name="connsiteX10" fmla="*/ 438705 w 5985131"/>
              <a:gd name="connsiteY10" fmla="*/ 85675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985131" h="6858000">
                <a:moveTo>
                  <a:pt x="0" y="0"/>
                </a:moveTo>
                <a:lnTo>
                  <a:pt x="5985131" y="0"/>
                </a:lnTo>
                <a:lnTo>
                  <a:pt x="5985131" y="6858000"/>
                </a:lnTo>
                <a:lnTo>
                  <a:pt x="3519977" y="6858000"/>
                </a:lnTo>
                <a:lnTo>
                  <a:pt x="3079682" y="5999657"/>
                </a:lnTo>
                <a:lnTo>
                  <a:pt x="2639387" y="5142904"/>
                </a:lnTo>
                <a:lnTo>
                  <a:pt x="2199091" y="4286151"/>
                </a:lnTo>
                <a:lnTo>
                  <a:pt x="1759591" y="3428603"/>
                </a:lnTo>
                <a:lnTo>
                  <a:pt x="1319296" y="2570260"/>
                </a:lnTo>
                <a:lnTo>
                  <a:pt x="879001" y="1713507"/>
                </a:lnTo>
                <a:lnTo>
                  <a:pt x="438705" y="856753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 anchorCtr="0">
            <a:noAutofit/>
          </a:bodyPr>
          <a:lstStyle>
            <a:lvl1pPr algn="ctr"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8256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Picture Blu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DF219BD-77EA-837C-F8B6-1B25D21F184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655153" y="0"/>
            <a:ext cx="4488848" cy="6858000"/>
          </a:xfrm>
          <a:custGeom>
            <a:avLst/>
            <a:gdLst>
              <a:gd name="connsiteX0" fmla="*/ 0 w 5985131"/>
              <a:gd name="connsiteY0" fmla="*/ 0 h 6858000"/>
              <a:gd name="connsiteX1" fmla="*/ 5985131 w 5985131"/>
              <a:gd name="connsiteY1" fmla="*/ 0 h 6858000"/>
              <a:gd name="connsiteX2" fmla="*/ 5985131 w 5985131"/>
              <a:gd name="connsiteY2" fmla="*/ 6858000 h 6858000"/>
              <a:gd name="connsiteX3" fmla="*/ 3519977 w 5985131"/>
              <a:gd name="connsiteY3" fmla="*/ 6858000 h 6858000"/>
              <a:gd name="connsiteX4" fmla="*/ 3079682 w 5985131"/>
              <a:gd name="connsiteY4" fmla="*/ 5999657 h 6858000"/>
              <a:gd name="connsiteX5" fmla="*/ 2639387 w 5985131"/>
              <a:gd name="connsiteY5" fmla="*/ 5142904 h 6858000"/>
              <a:gd name="connsiteX6" fmla="*/ 2199091 w 5985131"/>
              <a:gd name="connsiteY6" fmla="*/ 4286151 h 6858000"/>
              <a:gd name="connsiteX7" fmla="*/ 1759591 w 5985131"/>
              <a:gd name="connsiteY7" fmla="*/ 3428603 h 6858000"/>
              <a:gd name="connsiteX8" fmla="*/ 1319296 w 5985131"/>
              <a:gd name="connsiteY8" fmla="*/ 2570260 h 6858000"/>
              <a:gd name="connsiteX9" fmla="*/ 879001 w 5985131"/>
              <a:gd name="connsiteY9" fmla="*/ 1713507 h 6858000"/>
              <a:gd name="connsiteX10" fmla="*/ 438705 w 5985131"/>
              <a:gd name="connsiteY10" fmla="*/ 85675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985131" h="6858000">
                <a:moveTo>
                  <a:pt x="0" y="0"/>
                </a:moveTo>
                <a:lnTo>
                  <a:pt x="5985131" y="0"/>
                </a:lnTo>
                <a:lnTo>
                  <a:pt x="5985131" y="6858000"/>
                </a:lnTo>
                <a:lnTo>
                  <a:pt x="3519977" y="6858000"/>
                </a:lnTo>
                <a:lnTo>
                  <a:pt x="3079682" y="5999657"/>
                </a:lnTo>
                <a:lnTo>
                  <a:pt x="2639387" y="5142904"/>
                </a:lnTo>
                <a:lnTo>
                  <a:pt x="2199091" y="4286151"/>
                </a:lnTo>
                <a:lnTo>
                  <a:pt x="1759591" y="3428603"/>
                </a:lnTo>
                <a:lnTo>
                  <a:pt x="1319296" y="2570260"/>
                </a:lnTo>
                <a:lnTo>
                  <a:pt x="879001" y="1713507"/>
                </a:lnTo>
                <a:lnTo>
                  <a:pt x="438705" y="856753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 anchorCtr="0">
            <a:noAutofit/>
          </a:bodyPr>
          <a:lstStyle>
            <a:lvl1pPr algn="ctr"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498258-88E9-CB8C-3EE2-3F6D713F4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729DD6-0DAD-4096-B08F-FC2833211113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C93E9D-5F07-9459-468D-9C2261945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F29CF1-AD27-AAD6-4E0B-FCF1E4494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8D40AAE-032D-9869-FD62-D58AB23E8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5991" y="1412875"/>
            <a:ext cx="4266009" cy="3384277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500" spc="-3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52E8C97E-95A7-0EF5-E8CB-94373E46BF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5991" y="5085184"/>
            <a:ext cx="4266009" cy="936204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50"/>
              </a:spcBef>
              <a:buNone/>
              <a:defRPr sz="135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60554BC8-9866-135D-B675-64DDE5547717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05991" y="578272"/>
            <a:ext cx="84822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300"/>
          </a:p>
        </p:txBody>
      </p:sp>
    </p:spTree>
    <p:extLst>
      <p:ext uri="{BB962C8B-B14F-4D97-AF65-F5344CB8AC3E}">
        <p14:creationId xmlns:p14="http://schemas.microsoft.com/office/powerpoint/2010/main" val="1835792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Picture Light Blue 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DF219BD-77EA-837C-F8B6-1B25D21F184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655153" y="0"/>
            <a:ext cx="4488848" cy="6858000"/>
          </a:xfrm>
          <a:custGeom>
            <a:avLst/>
            <a:gdLst>
              <a:gd name="connsiteX0" fmla="*/ 0 w 5985131"/>
              <a:gd name="connsiteY0" fmla="*/ 0 h 6858000"/>
              <a:gd name="connsiteX1" fmla="*/ 5985131 w 5985131"/>
              <a:gd name="connsiteY1" fmla="*/ 0 h 6858000"/>
              <a:gd name="connsiteX2" fmla="*/ 5985131 w 5985131"/>
              <a:gd name="connsiteY2" fmla="*/ 6858000 h 6858000"/>
              <a:gd name="connsiteX3" fmla="*/ 3519977 w 5985131"/>
              <a:gd name="connsiteY3" fmla="*/ 6858000 h 6858000"/>
              <a:gd name="connsiteX4" fmla="*/ 3079682 w 5985131"/>
              <a:gd name="connsiteY4" fmla="*/ 5999657 h 6858000"/>
              <a:gd name="connsiteX5" fmla="*/ 2639387 w 5985131"/>
              <a:gd name="connsiteY5" fmla="*/ 5142904 h 6858000"/>
              <a:gd name="connsiteX6" fmla="*/ 2199091 w 5985131"/>
              <a:gd name="connsiteY6" fmla="*/ 4286151 h 6858000"/>
              <a:gd name="connsiteX7" fmla="*/ 1759591 w 5985131"/>
              <a:gd name="connsiteY7" fmla="*/ 3428603 h 6858000"/>
              <a:gd name="connsiteX8" fmla="*/ 1319296 w 5985131"/>
              <a:gd name="connsiteY8" fmla="*/ 2570260 h 6858000"/>
              <a:gd name="connsiteX9" fmla="*/ 879001 w 5985131"/>
              <a:gd name="connsiteY9" fmla="*/ 1713507 h 6858000"/>
              <a:gd name="connsiteX10" fmla="*/ 438705 w 5985131"/>
              <a:gd name="connsiteY10" fmla="*/ 85675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985131" h="6858000">
                <a:moveTo>
                  <a:pt x="0" y="0"/>
                </a:moveTo>
                <a:lnTo>
                  <a:pt x="5985131" y="0"/>
                </a:lnTo>
                <a:lnTo>
                  <a:pt x="5985131" y="6858000"/>
                </a:lnTo>
                <a:lnTo>
                  <a:pt x="3519977" y="6858000"/>
                </a:lnTo>
                <a:lnTo>
                  <a:pt x="3079682" y="5999657"/>
                </a:lnTo>
                <a:lnTo>
                  <a:pt x="2639387" y="5142904"/>
                </a:lnTo>
                <a:lnTo>
                  <a:pt x="2199091" y="4286151"/>
                </a:lnTo>
                <a:lnTo>
                  <a:pt x="1759591" y="3428603"/>
                </a:lnTo>
                <a:lnTo>
                  <a:pt x="1319296" y="2570260"/>
                </a:lnTo>
                <a:lnTo>
                  <a:pt x="879001" y="1713507"/>
                </a:lnTo>
                <a:lnTo>
                  <a:pt x="438705" y="856753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 anchorCtr="0">
            <a:noAutofit/>
          </a:bodyPr>
          <a:lstStyle>
            <a:lvl1pPr algn="ctr"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498258-88E9-CB8C-3EE2-3F6D713F4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CF7BA15-066A-4CE0-80CF-62137E2D94D9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C93E9D-5F07-9459-468D-9C2261945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F29CF1-AD27-AAD6-4E0B-FCF1E4494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8D40AAE-032D-9869-FD62-D58AB23E8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5991" y="1412875"/>
            <a:ext cx="4266009" cy="3384277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500" spc="-3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52E8C97E-95A7-0EF5-E8CB-94373E46BF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5991" y="5085184"/>
            <a:ext cx="4266009" cy="936204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50"/>
              </a:spcBef>
              <a:buNone/>
              <a:defRPr sz="135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60554BC8-9866-135D-B675-64DDE5547717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05991" y="578272"/>
            <a:ext cx="84822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300"/>
          </a:p>
        </p:txBody>
      </p:sp>
    </p:spTree>
    <p:extLst>
      <p:ext uri="{BB962C8B-B14F-4D97-AF65-F5344CB8AC3E}">
        <p14:creationId xmlns:p14="http://schemas.microsoft.com/office/powerpoint/2010/main" val="4191546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Picture Yellow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EBFAC6AC-59C1-98F6-B6B8-3A8753CA98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4476331" cy="6858000"/>
          </a:xfrm>
          <a:custGeom>
            <a:avLst/>
            <a:gdLst>
              <a:gd name="connsiteX0" fmla="*/ 0 w 5968441"/>
              <a:gd name="connsiteY0" fmla="*/ 0 h 6858000"/>
              <a:gd name="connsiteX1" fmla="*/ 2465154 w 5968441"/>
              <a:gd name="connsiteY1" fmla="*/ 0 h 6858000"/>
              <a:gd name="connsiteX2" fmla="*/ 2903065 w 5968441"/>
              <a:gd name="connsiteY2" fmla="*/ 856753 h 6858000"/>
              <a:gd name="connsiteX3" fmla="*/ 3340181 w 5968441"/>
              <a:gd name="connsiteY3" fmla="*/ 1713507 h 6858000"/>
              <a:gd name="connsiteX4" fmla="*/ 3778092 w 5968441"/>
              <a:gd name="connsiteY4" fmla="*/ 2570260 h 6858000"/>
              <a:gd name="connsiteX5" fmla="*/ 4216798 w 5968441"/>
              <a:gd name="connsiteY5" fmla="*/ 3428603 h 6858000"/>
              <a:gd name="connsiteX6" fmla="*/ 4653914 w 5968441"/>
              <a:gd name="connsiteY6" fmla="*/ 4286151 h 6858000"/>
              <a:gd name="connsiteX7" fmla="*/ 5091825 w 5968441"/>
              <a:gd name="connsiteY7" fmla="*/ 5142904 h 6858000"/>
              <a:gd name="connsiteX8" fmla="*/ 5528941 w 5968441"/>
              <a:gd name="connsiteY8" fmla="*/ 5999657 h 6858000"/>
              <a:gd name="connsiteX9" fmla="*/ 5968441 w 5968441"/>
              <a:gd name="connsiteY9" fmla="*/ 6858000 h 6858000"/>
              <a:gd name="connsiteX10" fmla="*/ 0 w 5968441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968441" h="6858000">
                <a:moveTo>
                  <a:pt x="0" y="0"/>
                </a:moveTo>
                <a:lnTo>
                  <a:pt x="2465154" y="0"/>
                </a:lnTo>
                <a:lnTo>
                  <a:pt x="2903065" y="856753"/>
                </a:lnTo>
                <a:lnTo>
                  <a:pt x="3340181" y="1713507"/>
                </a:lnTo>
                <a:lnTo>
                  <a:pt x="3778092" y="2570260"/>
                </a:lnTo>
                <a:lnTo>
                  <a:pt x="4216798" y="3428603"/>
                </a:lnTo>
                <a:lnTo>
                  <a:pt x="4653914" y="4286151"/>
                </a:lnTo>
                <a:lnTo>
                  <a:pt x="5091825" y="5142904"/>
                </a:lnTo>
                <a:lnTo>
                  <a:pt x="5528941" y="5999657"/>
                </a:lnTo>
                <a:lnTo>
                  <a:pt x="596844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 anchorCtr="0">
            <a:noAutofit/>
          </a:bodyPr>
          <a:lstStyle>
            <a:lvl1pPr algn="ctr"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498258-88E9-CB8C-3EE2-3F6D713F4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387CED1A-639C-47D5-8931-C4F18B2E7BE8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C93E9D-5F07-9459-468D-9C2261945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F29CF1-AD27-AAD6-4E0B-FCF1E4494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717FE45-4F71-99AF-63E9-7E5627A46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1" y="1412875"/>
            <a:ext cx="4266009" cy="3384277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500" spc="-38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D401EC3-AF83-E321-73C9-5264F6319B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1" y="5085184"/>
            <a:ext cx="4266009" cy="936204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50"/>
              </a:spcBef>
              <a:buNone/>
              <a:defRPr sz="1350" b="0">
                <a:solidFill>
                  <a:schemeClr val="accent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88B2A2B0-A12F-A76A-13F9-B89E6F7D8AE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989788" y="578272"/>
            <a:ext cx="84822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300"/>
          </a:p>
        </p:txBody>
      </p:sp>
    </p:spTree>
    <p:extLst>
      <p:ext uri="{BB962C8B-B14F-4D97-AF65-F5344CB8AC3E}">
        <p14:creationId xmlns:p14="http://schemas.microsoft.com/office/powerpoint/2010/main" val="219854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Picture Blu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AF8CC41-D441-B2B7-3F22-52E56AEF93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4476331" cy="6858000"/>
          </a:xfrm>
          <a:custGeom>
            <a:avLst/>
            <a:gdLst>
              <a:gd name="connsiteX0" fmla="*/ 0 w 5968441"/>
              <a:gd name="connsiteY0" fmla="*/ 0 h 6858000"/>
              <a:gd name="connsiteX1" fmla="*/ 2465154 w 5968441"/>
              <a:gd name="connsiteY1" fmla="*/ 0 h 6858000"/>
              <a:gd name="connsiteX2" fmla="*/ 2903065 w 5968441"/>
              <a:gd name="connsiteY2" fmla="*/ 856753 h 6858000"/>
              <a:gd name="connsiteX3" fmla="*/ 3340181 w 5968441"/>
              <a:gd name="connsiteY3" fmla="*/ 1713507 h 6858000"/>
              <a:gd name="connsiteX4" fmla="*/ 3778092 w 5968441"/>
              <a:gd name="connsiteY4" fmla="*/ 2570260 h 6858000"/>
              <a:gd name="connsiteX5" fmla="*/ 4216798 w 5968441"/>
              <a:gd name="connsiteY5" fmla="*/ 3428603 h 6858000"/>
              <a:gd name="connsiteX6" fmla="*/ 4653914 w 5968441"/>
              <a:gd name="connsiteY6" fmla="*/ 4286151 h 6858000"/>
              <a:gd name="connsiteX7" fmla="*/ 5091825 w 5968441"/>
              <a:gd name="connsiteY7" fmla="*/ 5142904 h 6858000"/>
              <a:gd name="connsiteX8" fmla="*/ 5528941 w 5968441"/>
              <a:gd name="connsiteY8" fmla="*/ 5999657 h 6858000"/>
              <a:gd name="connsiteX9" fmla="*/ 5968441 w 5968441"/>
              <a:gd name="connsiteY9" fmla="*/ 6858000 h 6858000"/>
              <a:gd name="connsiteX10" fmla="*/ 0 w 5968441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968441" h="6858000">
                <a:moveTo>
                  <a:pt x="0" y="0"/>
                </a:moveTo>
                <a:lnTo>
                  <a:pt x="2465154" y="0"/>
                </a:lnTo>
                <a:lnTo>
                  <a:pt x="2903065" y="856753"/>
                </a:lnTo>
                <a:lnTo>
                  <a:pt x="3340181" y="1713507"/>
                </a:lnTo>
                <a:lnTo>
                  <a:pt x="3778092" y="2570260"/>
                </a:lnTo>
                <a:lnTo>
                  <a:pt x="4216798" y="3428603"/>
                </a:lnTo>
                <a:lnTo>
                  <a:pt x="4653914" y="4286151"/>
                </a:lnTo>
                <a:lnTo>
                  <a:pt x="5091825" y="5142904"/>
                </a:lnTo>
                <a:lnTo>
                  <a:pt x="5528941" y="5999657"/>
                </a:lnTo>
                <a:lnTo>
                  <a:pt x="596844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 anchorCtr="0">
            <a:noAutofit/>
          </a:bodyPr>
          <a:lstStyle>
            <a:lvl1pPr algn="ctr"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498258-88E9-CB8C-3EE2-3F6D713F4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48A0F244-ADB9-469D-9BFA-67AF51CD10AE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C93E9D-5F07-9459-468D-9C2261945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F29CF1-AD27-AAD6-4E0B-FCF1E4494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717FE45-4F71-99AF-63E9-7E5627A46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1" y="1412875"/>
            <a:ext cx="4266009" cy="3384277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500" spc="-3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D401EC3-AF83-E321-73C9-5264F6319B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1" y="5085184"/>
            <a:ext cx="4266009" cy="936204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50"/>
              </a:spcBef>
              <a:buNone/>
              <a:defRPr sz="135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88B2A2B0-A12F-A76A-13F9-B89E6F7D8AE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989788" y="578272"/>
            <a:ext cx="84822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300"/>
          </a:p>
        </p:txBody>
      </p:sp>
    </p:spTree>
    <p:extLst>
      <p:ext uri="{BB962C8B-B14F-4D97-AF65-F5344CB8AC3E}">
        <p14:creationId xmlns:p14="http://schemas.microsoft.com/office/powerpoint/2010/main" val="456799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Picture Light Blue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AF8CC41-D441-B2B7-3F22-52E56AEF93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4476331" cy="6858000"/>
          </a:xfrm>
          <a:custGeom>
            <a:avLst/>
            <a:gdLst>
              <a:gd name="connsiteX0" fmla="*/ 0 w 5968441"/>
              <a:gd name="connsiteY0" fmla="*/ 0 h 6858000"/>
              <a:gd name="connsiteX1" fmla="*/ 2465154 w 5968441"/>
              <a:gd name="connsiteY1" fmla="*/ 0 h 6858000"/>
              <a:gd name="connsiteX2" fmla="*/ 2903065 w 5968441"/>
              <a:gd name="connsiteY2" fmla="*/ 856753 h 6858000"/>
              <a:gd name="connsiteX3" fmla="*/ 3340181 w 5968441"/>
              <a:gd name="connsiteY3" fmla="*/ 1713507 h 6858000"/>
              <a:gd name="connsiteX4" fmla="*/ 3778092 w 5968441"/>
              <a:gd name="connsiteY4" fmla="*/ 2570260 h 6858000"/>
              <a:gd name="connsiteX5" fmla="*/ 4216798 w 5968441"/>
              <a:gd name="connsiteY5" fmla="*/ 3428603 h 6858000"/>
              <a:gd name="connsiteX6" fmla="*/ 4653914 w 5968441"/>
              <a:gd name="connsiteY6" fmla="*/ 4286151 h 6858000"/>
              <a:gd name="connsiteX7" fmla="*/ 5091825 w 5968441"/>
              <a:gd name="connsiteY7" fmla="*/ 5142904 h 6858000"/>
              <a:gd name="connsiteX8" fmla="*/ 5528941 w 5968441"/>
              <a:gd name="connsiteY8" fmla="*/ 5999657 h 6858000"/>
              <a:gd name="connsiteX9" fmla="*/ 5968441 w 5968441"/>
              <a:gd name="connsiteY9" fmla="*/ 6858000 h 6858000"/>
              <a:gd name="connsiteX10" fmla="*/ 0 w 5968441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968441" h="6858000">
                <a:moveTo>
                  <a:pt x="0" y="0"/>
                </a:moveTo>
                <a:lnTo>
                  <a:pt x="2465154" y="0"/>
                </a:lnTo>
                <a:lnTo>
                  <a:pt x="2903065" y="856753"/>
                </a:lnTo>
                <a:lnTo>
                  <a:pt x="3340181" y="1713507"/>
                </a:lnTo>
                <a:lnTo>
                  <a:pt x="3778092" y="2570260"/>
                </a:lnTo>
                <a:lnTo>
                  <a:pt x="4216798" y="3428603"/>
                </a:lnTo>
                <a:lnTo>
                  <a:pt x="4653914" y="4286151"/>
                </a:lnTo>
                <a:lnTo>
                  <a:pt x="5091825" y="5142904"/>
                </a:lnTo>
                <a:lnTo>
                  <a:pt x="5528941" y="5999657"/>
                </a:lnTo>
                <a:lnTo>
                  <a:pt x="596844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 anchorCtr="0">
            <a:noAutofit/>
          </a:bodyPr>
          <a:lstStyle>
            <a:lvl1pPr algn="ctr"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498258-88E9-CB8C-3EE2-3F6D713F4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413F553A-0389-437E-B646-5532BE2687A2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C93E9D-5F07-9459-468D-9C2261945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F29CF1-AD27-AAD6-4E0B-FCF1E4494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717FE45-4F71-99AF-63E9-7E5627A46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1" y="1412875"/>
            <a:ext cx="4266009" cy="3384277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500" spc="-3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D401EC3-AF83-E321-73C9-5264F6319B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1" y="5085184"/>
            <a:ext cx="4266009" cy="936204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50"/>
              </a:spcBef>
              <a:buNone/>
              <a:defRPr sz="135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88B2A2B0-A12F-A76A-13F9-B89E6F7D8AE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989788" y="578272"/>
            <a:ext cx="84822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300"/>
          </a:p>
        </p:txBody>
      </p:sp>
    </p:spTree>
    <p:extLst>
      <p:ext uri="{BB962C8B-B14F-4D97-AF65-F5344CB8AC3E}">
        <p14:creationId xmlns:p14="http://schemas.microsoft.com/office/powerpoint/2010/main" val="824297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32FF6-9E50-4380-A0BE-795C11C36989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E42DB2-359E-9A4B-BB65-F1D1F836066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5991" y="1844676"/>
            <a:ext cx="8532019" cy="4176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9557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A54CE48-DA4C-473D-9004-659218A80AF3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E42DB2-359E-9A4B-BB65-F1D1F836066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5991" y="1844676"/>
            <a:ext cx="8532019" cy="41767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FECDBB93-3470-DBF3-EA10-F4A9B298A79E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984876" y="6236625"/>
            <a:ext cx="84822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300"/>
          </a:p>
        </p:txBody>
      </p:sp>
    </p:spTree>
    <p:extLst>
      <p:ext uri="{BB962C8B-B14F-4D97-AF65-F5344CB8AC3E}">
        <p14:creationId xmlns:p14="http://schemas.microsoft.com/office/powerpoint/2010/main" val="3527828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A5636-DF8E-47B9-A290-E3034A076196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788389-5703-9E2D-56A5-11DB215EC8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7575" y="1916832"/>
            <a:ext cx="3726414" cy="5760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E560836-3854-58D4-8159-DA168C2F7F05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287983" y="1830214"/>
            <a:ext cx="324000" cy="4320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AE80D00-0C63-79A0-9D76-1A0A735B580E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287983" y="2564904"/>
            <a:ext cx="324000" cy="4320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B5CF24B-4B4F-39D2-3D9A-37B67AD9E9A4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287983" y="3284984"/>
            <a:ext cx="324000" cy="4320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A76244-10B6-3906-A848-9D3678041FA3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287983" y="4005064"/>
            <a:ext cx="324000" cy="4320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6C25A5E-75E8-EF2B-E3B0-19651E408A53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287983" y="4725144"/>
            <a:ext cx="324000" cy="4320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B275EE9-C5B8-070A-8BAB-5C781105F90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37575" y="2636912"/>
            <a:ext cx="3726414" cy="5760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D9E554E-F9D6-538A-96FF-054CA5AC3F1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37575" y="3356992"/>
            <a:ext cx="3726414" cy="5760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602B1D12-26E8-2859-B605-5813379AAD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575" y="4077072"/>
            <a:ext cx="3726414" cy="5760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5B33E30F-B74A-24A0-A50C-DDAA3BA080C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37575" y="4797152"/>
            <a:ext cx="3726414" cy="5760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ED05F037-DF77-FA13-F526-B4726B8612B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11596" y="1916832"/>
            <a:ext cx="3726414" cy="5760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B6DBCDB3-FB18-FE3C-9330-41839CA8CC55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4662004" y="1830214"/>
            <a:ext cx="324000" cy="4320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B046561C-5E20-A5DA-E429-B8E1E96AF630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4662004" y="2564904"/>
            <a:ext cx="324000" cy="4320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33CA333C-7A78-84A0-6E81-D1E485E51108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4662004" y="3284984"/>
            <a:ext cx="324000" cy="4320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6D5878AF-C28A-2A65-5C99-6E8EEB122BED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4662004" y="4005064"/>
            <a:ext cx="324000" cy="4320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D7AF9EC7-2944-F108-104C-7109692B8819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4662004" y="4725144"/>
            <a:ext cx="324000" cy="4320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21031959-31DA-659C-2444-C8DDC811E7A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111596" y="2636912"/>
            <a:ext cx="3726414" cy="5760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1BEDAB55-5634-74A6-EE65-DB1D8C277AD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111596" y="3356992"/>
            <a:ext cx="3726414" cy="5760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94940853-453D-8FA4-EE59-5FC0C40A98B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11596" y="4077072"/>
            <a:ext cx="3726414" cy="5760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142D727D-7738-A03E-18B3-A3C41E18447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111596" y="4797152"/>
            <a:ext cx="3726414" cy="5760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8755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C16098F8-3FAD-BA6F-7BA1-B5B4702D148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655153" y="0"/>
            <a:ext cx="4488848" cy="6858000"/>
          </a:xfrm>
          <a:custGeom>
            <a:avLst/>
            <a:gdLst>
              <a:gd name="connsiteX0" fmla="*/ 0 w 5985131"/>
              <a:gd name="connsiteY0" fmla="*/ 0 h 6858000"/>
              <a:gd name="connsiteX1" fmla="*/ 5985131 w 5985131"/>
              <a:gd name="connsiteY1" fmla="*/ 0 h 6858000"/>
              <a:gd name="connsiteX2" fmla="*/ 5985131 w 5985131"/>
              <a:gd name="connsiteY2" fmla="*/ 6858000 h 6858000"/>
              <a:gd name="connsiteX3" fmla="*/ 3519977 w 5985131"/>
              <a:gd name="connsiteY3" fmla="*/ 6858000 h 6858000"/>
              <a:gd name="connsiteX4" fmla="*/ 3079682 w 5985131"/>
              <a:gd name="connsiteY4" fmla="*/ 5999657 h 6858000"/>
              <a:gd name="connsiteX5" fmla="*/ 2639387 w 5985131"/>
              <a:gd name="connsiteY5" fmla="*/ 5142904 h 6858000"/>
              <a:gd name="connsiteX6" fmla="*/ 2199091 w 5985131"/>
              <a:gd name="connsiteY6" fmla="*/ 4286151 h 6858000"/>
              <a:gd name="connsiteX7" fmla="*/ 1759591 w 5985131"/>
              <a:gd name="connsiteY7" fmla="*/ 3428603 h 6858000"/>
              <a:gd name="connsiteX8" fmla="*/ 1319296 w 5985131"/>
              <a:gd name="connsiteY8" fmla="*/ 2570260 h 6858000"/>
              <a:gd name="connsiteX9" fmla="*/ 879001 w 5985131"/>
              <a:gd name="connsiteY9" fmla="*/ 1713507 h 6858000"/>
              <a:gd name="connsiteX10" fmla="*/ 438705 w 5985131"/>
              <a:gd name="connsiteY10" fmla="*/ 85675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985131" h="6858000">
                <a:moveTo>
                  <a:pt x="0" y="0"/>
                </a:moveTo>
                <a:lnTo>
                  <a:pt x="5985131" y="0"/>
                </a:lnTo>
                <a:lnTo>
                  <a:pt x="5985131" y="6858000"/>
                </a:lnTo>
                <a:lnTo>
                  <a:pt x="3519977" y="6858000"/>
                </a:lnTo>
                <a:lnTo>
                  <a:pt x="3079682" y="5999657"/>
                </a:lnTo>
                <a:lnTo>
                  <a:pt x="2639387" y="5142904"/>
                </a:lnTo>
                <a:lnTo>
                  <a:pt x="2199091" y="4286151"/>
                </a:lnTo>
                <a:lnTo>
                  <a:pt x="1759591" y="3428603"/>
                </a:lnTo>
                <a:lnTo>
                  <a:pt x="1319296" y="2570260"/>
                </a:lnTo>
                <a:lnTo>
                  <a:pt x="879001" y="1713507"/>
                </a:lnTo>
                <a:lnTo>
                  <a:pt x="438705" y="856753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bIns="648000" anchor="ctr" anchorCtr="0">
            <a:noAutofit/>
          </a:bodyPr>
          <a:lstStyle>
            <a:lvl1pPr algn="ctr"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992" y="548680"/>
            <a:ext cx="4157996" cy="10081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1EE8-BA82-4EDD-84D5-D790CCA514ED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788389-5703-9E2D-56A5-11DB215EC8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7575" y="1916832"/>
            <a:ext cx="3726414" cy="5760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E560836-3854-58D4-8159-DA168C2F7F05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287983" y="1830214"/>
            <a:ext cx="324000" cy="4320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AE80D00-0C63-79A0-9D76-1A0A735B580E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287983" y="2564904"/>
            <a:ext cx="324000" cy="4320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B5CF24B-4B4F-39D2-3D9A-37B67AD9E9A4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287983" y="3284984"/>
            <a:ext cx="324000" cy="4320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A76244-10B6-3906-A848-9D3678041FA3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287983" y="4005064"/>
            <a:ext cx="324000" cy="4320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6C25A5E-75E8-EF2B-E3B0-19651E408A53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287983" y="4725144"/>
            <a:ext cx="324000" cy="4320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B275EE9-C5B8-070A-8BAB-5C781105F90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37575" y="2636912"/>
            <a:ext cx="3726414" cy="5760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D9E554E-F9D6-538A-96FF-054CA5AC3F1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37575" y="3356992"/>
            <a:ext cx="3726414" cy="5760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602B1D12-26E8-2859-B605-5813379AAD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575" y="4077072"/>
            <a:ext cx="3726414" cy="5760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5B33E30F-B74A-24A0-A50C-DDAA3BA080C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37575" y="4797152"/>
            <a:ext cx="3726414" cy="5760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B5209D2-7FA0-BFCC-99FC-52224133B0E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979866" y="6236625"/>
            <a:ext cx="847800" cy="288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191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991" y="3140968"/>
            <a:ext cx="8532019" cy="1944688"/>
          </a:xfrm>
        </p:spPr>
        <p:txBody>
          <a:bodyPr anchor="b"/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16BC1521-D8AE-490A-A603-E3B2FBD543A0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8206086-1A67-0E96-3E5B-748FBB98DC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5991" y="5373216"/>
            <a:ext cx="8532019" cy="648618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50"/>
              </a:spcBef>
              <a:buNone/>
              <a:defRPr sz="1350" b="0">
                <a:solidFill>
                  <a:schemeClr val="accent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485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229A18-C288-497D-B34C-088977F4C4BE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959A056-AFA0-26C6-101C-C000621FA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991" y="3140968"/>
            <a:ext cx="8532019" cy="1944688"/>
          </a:xfrm>
        </p:spPr>
        <p:txBody>
          <a:bodyPr anchor="b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B3994A8-7514-2133-F3BA-78A90F63BB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5991" y="5373216"/>
            <a:ext cx="8532019" cy="648618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50"/>
              </a:spcBef>
              <a:buNone/>
              <a:defRPr sz="135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22776668-7B05-DC70-54FC-7A25F49BFF2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984876" y="6236625"/>
            <a:ext cx="84822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3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654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Light Blu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9D3D710-82A3-4F39-8AD3-5796237FAE2F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959A056-AFA0-26C6-101C-C000621FA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991" y="3140968"/>
            <a:ext cx="8532019" cy="1944688"/>
          </a:xfrm>
        </p:spPr>
        <p:txBody>
          <a:bodyPr anchor="b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B3994A8-7514-2133-F3BA-78A90F63BB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5991" y="5373216"/>
            <a:ext cx="8532019" cy="648618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50"/>
              </a:spcBef>
              <a:buNone/>
              <a:defRPr sz="135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22776668-7B05-DC70-54FC-7A25F49BFF2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984876" y="6236625"/>
            <a:ext cx="84822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3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5271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7948361-493C-4523-8966-5FF297B87351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959A056-AFA0-26C6-101C-C000621FA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991" y="3140968"/>
            <a:ext cx="8532019" cy="1944688"/>
          </a:xfrm>
        </p:spPr>
        <p:txBody>
          <a:bodyPr anchor="b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B3994A8-7514-2133-F3BA-78A90F63BB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5991" y="5373216"/>
            <a:ext cx="8532019" cy="648618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50"/>
              </a:spcBef>
              <a:buNone/>
              <a:defRPr sz="135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22776668-7B05-DC70-54FC-7A25F49BFF2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984876" y="6236625"/>
            <a:ext cx="84822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3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06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992" y="3140968"/>
            <a:ext cx="4806069" cy="1944688"/>
          </a:xfrm>
        </p:spPr>
        <p:txBody>
          <a:bodyPr anchor="b"/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2A9FE4C-E1BD-484A-914C-2D2107068786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8206086-1A67-0E96-3E5B-748FBB98DC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5992" y="5373216"/>
            <a:ext cx="4806069" cy="648618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50"/>
              </a:spcBef>
              <a:buNone/>
              <a:defRPr sz="1350" b="0">
                <a:solidFill>
                  <a:schemeClr val="accent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9E56C58-5680-910E-E163-86B5CDB65D4F}"/>
              </a:ext>
            </a:extLst>
          </p:cNvPr>
          <p:cNvSpPr/>
          <p:nvPr/>
        </p:nvSpPr>
        <p:spPr bwMode="auto">
          <a:xfrm>
            <a:off x="7214868" y="0"/>
            <a:ext cx="1929132" cy="5301208"/>
          </a:xfrm>
          <a:custGeom>
            <a:avLst/>
            <a:gdLst>
              <a:gd name="connsiteX0" fmla="*/ 0 w 2572176"/>
              <a:gd name="connsiteY0" fmla="*/ 0 h 5301208"/>
              <a:gd name="connsiteX1" fmla="*/ 2572176 w 2572176"/>
              <a:gd name="connsiteY1" fmla="*/ 0 h 5301208"/>
              <a:gd name="connsiteX2" fmla="*/ 2572176 w 2572176"/>
              <a:gd name="connsiteY2" fmla="*/ 5301208 h 5301208"/>
              <a:gd name="connsiteX3" fmla="*/ 2571559 w 2572176"/>
              <a:gd name="connsiteY3" fmla="*/ 5301208 h 5301208"/>
              <a:gd name="connsiteX4" fmla="*/ 2571559 w 2572176"/>
              <a:gd name="connsiteY4" fmla="*/ 5008493 h 5301208"/>
              <a:gd name="connsiteX5" fmla="*/ 2200180 w 2572176"/>
              <a:gd name="connsiteY5" fmla="*/ 4286155 h 5301208"/>
              <a:gd name="connsiteX6" fmla="*/ 1760410 w 2572176"/>
              <a:gd name="connsiteY6" fmla="*/ 3428600 h 5301208"/>
              <a:gd name="connsiteX7" fmla="*/ 1319974 w 2572176"/>
              <a:gd name="connsiteY7" fmla="*/ 2570264 h 5301208"/>
              <a:gd name="connsiteX8" fmla="*/ 879443 w 2572176"/>
              <a:gd name="connsiteY8" fmla="*/ 1713509 h 5301208"/>
              <a:gd name="connsiteX9" fmla="*/ 438911 w 2572176"/>
              <a:gd name="connsiteY9" fmla="*/ 856753 h 5301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72176" h="5301208">
                <a:moveTo>
                  <a:pt x="0" y="0"/>
                </a:moveTo>
                <a:lnTo>
                  <a:pt x="2572176" y="0"/>
                </a:lnTo>
                <a:lnTo>
                  <a:pt x="2572176" y="5301208"/>
                </a:lnTo>
                <a:lnTo>
                  <a:pt x="2571559" y="5301208"/>
                </a:lnTo>
                <a:lnTo>
                  <a:pt x="2571559" y="5008493"/>
                </a:lnTo>
                <a:lnTo>
                  <a:pt x="2200180" y="4286155"/>
                </a:lnTo>
                <a:lnTo>
                  <a:pt x="1760410" y="3428600"/>
                </a:lnTo>
                <a:lnTo>
                  <a:pt x="1319974" y="2570264"/>
                </a:lnTo>
                <a:lnTo>
                  <a:pt x="879443" y="1713509"/>
                </a:lnTo>
                <a:lnTo>
                  <a:pt x="438911" y="856753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30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7A228BE-EF36-C99C-E6F4-4BCC421D236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409982" y="0"/>
            <a:ext cx="4734018" cy="6858000"/>
          </a:xfrm>
          <a:custGeom>
            <a:avLst/>
            <a:gdLst>
              <a:gd name="connsiteX0" fmla="*/ 0 w 6312024"/>
              <a:gd name="connsiteY0" fmla="*/ 0 h 6858000"/>
              <a:gd name="connsiteX1" fmla="*/ 934634 w 6312024"/>
              <a:gd name="connsiteY1" fmla="*/ 0 h 6858000"/>
              <a:gd name="connsiteX2" fmla="*/ 1870063 w 6312024"/>
              <a:gd name="connsiteY2" fmla="*/ 0 h 6858000"/>
              <a:gd name="connsiteX3" fmla="*/ 2805491 w 6312024"/>
              <a:gd name="connsiteY3" fmla="*/ 0 h 6858000"/>
              <a:gd name="connsiteX4" fmla="*/ 3741714 w 6312024"/>
              <a:gd name="connsiteY4" fmla="*/ 0 h 6858000"/>
              <a:gd name="connsiteX5" fmla="*/ 4180420 w 6312024"/>
              <a:gd name="connsiteY5" fmla="*/ 856753 h 6858000"/>
              <a:gd name="connsiteX6" fmla="*/ 4620716 w 6312024"/>
              <a:gd name="connsiteY6" fmla="*/ 1713507 h 6858000"/>
              <a:gd name="connsiteX7" fmla="*/ 5061010 w 6312024"/>
              <a:gd name="connsiteY7" fmla="*/ 2570260 h 6858000"/>
              <a:gd name="connsiteX8" fmla="*/ 5501306 w 6312024"/>
              <a:gd name="connsiteY8" fmla="*/ 3428603 h 6858000"/>
              <a:gd name="connsiteX9" fmla="*/ 5940806 w 6312024"/>
              <a:gd name="connsiteY9" fmla="*/ 4286151 h 6858000"/>
              <a:gd name="connsiteX10" fmla="*/ 6312024 w 6312024"/>
              <a:gd name="connsiteY10" fmla="*/ 5008489 h 6858000"/>
              <a:gd name="connsiteX11" fmla="*/ 6312024 w 6312024"/>
              <a:gd name="connsiteY11" fmla="*/ 6858000 h 6858000"/>
              <a:gd name="connsiteX12" fmla="*/ 5382092 w 6312024"/>
              <a:gd name="connsiteY12" fmla="*/ 6858000 h 6858000"/>
              <a:gd name="connsiteX13" fmla="*/ 4441895 w 6312024"/>
              <a:gd name="connsiteY13" fmla="*/ 6858000 h 6858000"/>
              <a:gd name="connsiteX14" fmla="*/ 3503288 w 6312024"/>
              <a:gd name="connsiteY14" fmla="*/ 6858000 h 6858000"/>
              <a:gd name="connsiteX15" fmla="*/ 3063787 w 6312024"/>
              <a:gd name="connsiteY15" fmla="*/ 5999657 h 6858000"/>
              <a:gd name="connsiteX16" fmla="*/ 2626671 w 6312024"/>
              <a:gd name="connsiteY16" fmla="*/ 5142904 h 6858000"/>
              <a:gd name="connsiteX17" fmla="*/ 2188760 w 6312024"/>
              <a:gd name="connsiteY17" fmla="*/ 4286151 h 6858000"/>
              <a:gd name="connsiteX18" fmla="*/ 1751644 w 6312024"/>
              <a:gd name="connsiteY18" fmla="*/ 3428603 h 6858000"/>
              <a:gd name="connsiteX19" fmla="*/ 1312938 w 6312024"/>
              <a:gd name="connsiteY19" fmla="*/ 2570260 h 6858000"/>
              <a:gd name="connsiteX20" fmla="*/ 875027 w 6312024"/>
              <a:gd name="connsiteY20" fmla="*/ 1713507 h 6858000"/>
              <a:gd name="connsiteX21" fmla="*/ 437911 w 6312024"/>
              <a:gd name="connsiteY21" fmla="*/ 85675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312024" h="6858000">
                <a:moveTo>
                  <a:pt x="0" y="0"/>
                </a:moveTo>
                <a:lnTo>
                  <a:pt x="934634" y="0"/>
                </a:lnTo>
                <a:lnTo>
                  <a:pt x="1870063" y="0"/>
                </a:lnTo>
                <a:lnTo>
                  <a:pt x="2805491" y="0"/>
                </a:lnTo>
                <a:lnTo>
                  <a:pt x="3741714" y="0"/>
                </a:lnTo>
                <a:lnTo>
                  <a:pt x="4180420" y="856753"/>
                </a:lnTo>
                <a:lnTo>
                  <a:pt x="4620716" y="1713507"/>
                </a:lnTo>
                <a:lnTo>
                  <a:pt x="5061010" y="2570260"/>
                </a:lnTo>
                <a:lnTo>
                  <a:pt x="5501306" y="3428603"/>
                </a:lnTo>
                <a:lnTo>
                  <a:pt x="5940806" y="4286151"/>
                </a:lnTo>
                <a:lnTo>
                  <a:pt x="6312024" y="5008489"/>
                </a:lnTo>
                <a:lnTo>
                  <a:pt x="6312024" y="6858000"/>
                </a:lnTo>
                <a:lnTo>
                  <a:pt x="5382092" y="6858000"/>
                </a:lnTo>
                <a:lnTo>
                  <a:pt x="4441895" y="6858000"/>
                </a:lnTo>
                <a:lnTo>
                  <a:pt x="3503288" y="6858000"/>
                </a:lnTo>
                <a:lnTo>
                  <a:pt x="3063787" y="5999657"/>
                </a:lnTo>
                <a:lnTo>
                  <a:pt x="2626671" y="5142904"/>
                </a:lnTo>
                <a:lnTo>
                  <a:pt x="2188760" y="4286151"/>
                </a:lnTo>
                <a:lnTo>
                  <a:pt x="1751644" y="3428603"/>
                </a:lnTo>
                <a:lnTo>
                  <a:pt x="1312938" y="2570260"/>
                </a:lnTo>
                <a:lnTo>
                  <a:pt x="875027" y="1713507"/>
                </a:lnTo>
                <a:lnTo>
                  <a:pt x="437911" y="856753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bIns="648000" anchor="ctr" anchorCtr="0">
            <a:noAutofit/>
          </a:bodyPr>
          <a:lstStyle>
            <a:lvl1pPr algn="ctr"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6AF8CD90-E44F-834B-AEB1-4B3DD8D1D6E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05991" y="578272"/>
            <a:ext cx="84822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300"/>
          </a:p>
        </p:txBody>
      </p:sp>
    </p:spTree>
    <p:extLst>
      <p:ext uri="{BB962C8B-B14F-4D97-AF65-F5344CB8AC3E}">
        <p14:creationId xmlns:p14="http://schemas.microsoft.com/office/powerpoint/2010/main" val="1267646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Picture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1C4046-1B2A-4EFD-AC53-DFA8A4752BDA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959A056-AFA0-26C6-101C-C000621FA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992" y="3140968"/>
            <a:ext cx="4806069" cy="1944688"/>
          </a:xfrm>
        </p:spPr>
        <p:txBody>
          <a:bodyPr anchor="b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B3994A8-7514-2133-F3BA-78A90F63BB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5992" y="5373216"/>
            <a:ext cx="4806069" cy="648618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50"/>
              </a:spcBef>
              <a:buNone/>
              <a:defRPr sz="135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22776668-7B05-DC70-54FC-7A25F49BFF2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984876" y="6236625"/>
            <a:ext cx="84822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300">
              <a:solidFill>
                <a:schemeClr val="bg1"/>
              </a:solidFill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7E7FB48-1618-3E93-EF78-2EAE52CB0855}"/>
              </a:ext>
            </a:extLst>
          </p:cNvPr>
          <p:cNvSpPr/>
          <p:nvPr/>
        </p:nvSpPr>
        <p:spPr bwMode="auto">
          <a:xfrm>
            <a:off x="7214868" y="0"/>
            <a:ext cx="1929132" cy="5301208"/>
          </a:xfrm>
          <a:custGeom>
            <a:avLst/>
            <a:gdLst>
              <a:gd name="connsiteX0" fmla="*/ 0 w 2572176"/>
              <a:gd name="connsiteY0" fmla="*/ 0 h 5301208"/>
              <a:gd name="connsiteX1" fmla="*/ 2572176 w 2572176"/>
              <a:gd name="connsiteY1" fmla="*/ 0 h 5301208"/>
              <a:gd name="connsiteX2" fmla="*/ 2572176 w 2572176"/>
              <a:gd name="connsiteY2" fmla="*/ 5301208 h 5301208"/>
              <a:gd name="connsiteX3" fmla="*/ 2571559 w 2572176"/>
              <a:gd name="connsiteY3" fmla="*/ 5301208 h 5301208"/>
              <a:gd name="connsiteX4" fmla="*/ 2571559 w 2572176"/>
              <a:gd name="connsiteY4" fmla="*/ 5008493 h 5301208"/>
              <a:gd name="connsiteX5" fmla="*/ 2200180 w 2572176"/>
              <a:gd name="connsiteY5" fmla="*/ 4286155 h 5301208"/>
              <a:gd name="connsiteX6" fmla="*/ 1760410 w 2572176"/>
              <a:gd name="connsiteY6" fmla="*/ 3428600 h 5301208"/>
              <a:gd name="connsiteX7" fmla="*/ 1319974 w 2572176"/>
              <a:gd name="connsiteY7" fmla="*/ 2570264 h 5301208"/>
              <a:gd name="connsiteX8" fmla="*/ 879443 w 2572176"/>
              <a:gd name="connsiteY8" fmla="*/ 1713509 h 5301208"/>
              <a:gd name="connsiteX9" fmla="*/ 438911 w 2572176"/>
              <a:gd name="connsiteY9" fmla="*/ 856753 h 5301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72176" h="5301208">
                <a:moveTo>
                  <a:pt x="0" y="0"/>
                </a:moveTo>
                <a:lnTo>
                  <a:pt x="2572176" y="0"/>
                </a:lnTo>
                <a:lnTo>
                  <a:pt x="2572176" y="5301208"/>
                </a:lnTo>
                <a:lnTo>
                  <a:pt x="2571559" y="5301208"/>
                </a:lnTo>
                <a:lnTo>
                  <a:pt x="2571559" y="5008493"/>
                </a:lnTo>
                <a:lnTo>
                  <a:pt x="2200180" y="4286155"/>
                </a:lnTo>
                <a:lnTo>
                  <a:pt x="1760410" y="3428600"/>
                </a:lnTo>
                <a:lnTo>
                  <a:pt x="1319974" y="2570264"/>
                </a:lnTo>
                <a:lnTo>
                  <a:pt x="879443" y="1713509"/>
                </a:lnTo>
                <a:lnTo>
                  <a:pt x="438911" y="856753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30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AFA7A2-E5E3-B23A-5B28-80BF6335E9A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409982" y="0"/>
            <a:ext cx="4734018" cy="6858000"/>
          </a:xfrm>
          <a:custGeom>
            <a:avLst/>
            <a:gdLst>
              <a:gd name="connsiteX0" fmla="*/ 0 w 6312024"/>
              <a:gd name="connsiteY0" fmla="*/ 0 h 6858000"/>
              <a:gd name="connsiteX1" fmla="*/ 934634 w 6312024"/>
              <a:gd name="connsiteY1" fmla="*/ 0 h 6858000"/>
              <a:gd name="connsiteX2" fmla="*/ 1870063 w 6312024"/>
              <a:gd name="connsiteY2" fmla="*/ 0 h 6858000"/>
              <a:gd name="connsiteX3" fmla="*/ 2805491 w 6312024"/>
              <a:gd name="connsiteY3" fmla="*/ 0 h 6858000"/>
              <a:gd name="connsiteX4" fmla="*/ 3741714 w 6312024"/>
              <a:gd name="connsiteY4" fmla="*/ 0 h 6858000"/>
              <a:gd name="connsiteX5" fmla="*/ 4180420 w 6312024"/>
              <a:gd name="connsiteY5" fmla="*/ 856753 h 6858000"/>
              <a:gd name="connsiteX6" fmla="*/ 4620716 w 6312024"/>
              <a:gd name="connsiteY6" fmla="*/ 1713507 h 6858000"/>
              <a:gd name="connsiteX7" fmla="*/ 5061010 w 6312024"/>
              <a:gd name="connsiteY7" fmla="*/ 2570260 h 6858000"/>
              <a:gd name="connsiteX8" fmla="*/ 5501306 w 6312024"/>
              <a:gd name="connsiteY8" fmla="*/ 3428603 h 6858000"/>
              <a:gd name="connsiteX9" fmla="*/ 5940806 w 6312024"/>
              <a:gd name="connsiteY9" fmla="*/ 4286151 h 6858000"/>
              <a:gd name="connsiteX10" fmla="*/ 6312024 w 6312024"/>
              <a:gd name="connsiteY10" fmla="*/ 5008489 h 6858000"/>
              <a:gd name="connsiteX11" fmla="*/ 6312024 w 6312024"/>
              <a:gd name="connsiteY11" fmla="*/ 6858000 h 6858000"/>
              <a:gd name="connsiteX12" fmla="*/ 5382092 w 6312024"/>
              <a:gd name="connsiteY12" fmla="*/ 6858000 h 6858000"/>
              <a:gd name="connsiteX13" fmla="*/ 4441895 w 6312024"/>
              <a:gd name="connsiteY13" fmla="*/ 6858000 h 6858000"/>
              <a:gd name="connsiteX14" fmla="*/ 3503288 w 6312024"/>
              <a:gd name="connsiteY14" fmla="*/ 6858000 h 6858000"/>
              <a:gd name="connsiteX15" fmla="*/ 3063787 w 6312024"/>
              <a:gd name="connsiteY15" fmla="*/ 5999657 h 6858000"/>
              <a:gd name="connsiteX16" fmla="*/ 2626671 w 6312024"/>
              <a:gd name="connsiteY16" fmla="*/ 5142904 h 6858000"/>
              <a:gd name="connsiteX17" fmla="*/ 2188760 w 6312024"/>
              <a:gd name="connsiteY17" fmla="*/ 4286151 h 6858000"/>
              <a:gd name="connsiteX18" fmla="*/ 1751644 w 6312024"/>
              <a:gd name="connsiteY18" fmla="*/ 3428603 h 6858000"/>
              <a:gd name="connsiteX19" fmla="*/ 1312938 w 6312024"/>
              <a:gd name="connsiteY19" fmla="*/ 2570260 h 6858000"/>
              <a:gd name="connsiteX20" fmla="*/ 875027 w 6312024"/>
              <a:gd name="connsiteY20" fmla="*/ 1713507 h 6858000"/>
              <a:gd name="connsiteX21" fmla="*/ 437911 w 6312024"/>
              <a:gd name="connsiteY21" fmla="*/ 85675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312024" h="6858000">
                <a:moveTo>
                  <a:pt x="0" y="0"/>
                </a:moveTo>
                <a:lnTo>
                  <a:pt x="934634" y="0"/>
                </a:lnTo>
                <a:lnTo>
                  <a:pt x="1870063" y="0"/>
                </a:lnTo>
                <a:lnTo>
                  <a:pt x="2805491" y="0"/>
                </a:lnTo>
                <a:lnTo>
                  <a:pt x="3741714" y="0"/>
                </a:lnTo>
                <a:lnTo>
                  <a:pt x="4180420" y="856753"/>
                </a:lnTo>
                <a:lnTo>
                  <a:pt x="4620716" y="1713507"/>
                </a:lnTo>
                <a:lnTo>
                  <a:pt x="5061010" y="2570260"/>
                </a:lnTo>
                <a:lnTo>
                  <a:pt x="5501306" y="3428603"/>
                </a:lnTo>
                <a:lnTo>
                  <a:pt x="5940806" y="4286151"/>
                </a:lnTo>
                <a:lnTo>
                  <a:pt x="6312024" y="5008489"/>
                </a:lnTo>
                <a:lnTo>
                  <a:pt x="6312024" y="6858000"/>
                </a:lnTo>
                <a:lnTo>
                  <a:pt x="5382092" y="6858000"/>
                </a:lnTo>
                <a:lnTo>
                  <a:pt x="4441895" y="6858000"/>
                </a:lnTo>
                <a:lnTo>
                  <a:pt x="3503288" y="6858000"/>
                </a:lnTo>
                <a:lnTo>
                  <a:pt x="3063787" y="5999657"/>
                </a:lnTo>
                <a:lnTo>
                  <a:pt x="2626671" y="5142904"/>
                </a:lnTo>
                <a:lnTo>
                  <a:pt x="2188760" y="4286151"/>
                </a:lnTo>
                <a:lnTo>
                  <a:pt x="1751644" y="3428603"/>
                </a:lnTo>
                <a:lnTo>
                  <a:pt x="1312938" y="2570260"/>
                </a:lnTo>
                <a:lnTo>
                  <a:pt x="875027" y="1713507"/>
                </a:lnTo>
                <a:lnTo>
                  <a:pt x="437911" y="856753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bIns="648000" anchor="ctr" anchorCtr="0">
            <a:noAutofit/>
          </a:bodyPr>
          <a:lstStyle>
            <a:lvl1pPr algn="ctr"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5DA44438-2C44-74CA-00B5-2AC54E313B58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05991" y="578272"/>
            <a:ext cx="84822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30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3889910-0C78-4FCE-9C71-02AF2A3F159A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 flipH="1">
            <a:off x="305991" y="6381328"/>
            <a:ext cx="269565" cy="143296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vert="horz" wrap="none" lIns="0" tIns="0" rIns="0" bIns="0" rtlCol="0" anchor="ctr" anchorCtr="0"/>
          <a:lstStyle>
            <a:lvl1pPr algn="ctr">
              <a:defRPr sz="450" b="0" cap="all" spc="75" baseline="0"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329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B914E-D423-45A1-B6F4-16274FE608A4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E12270E-4CD9-35EB-27F8-CF96FB6E28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5991" y="1844675"/>
            <a:ext cx="7128328" cy="4176714"/>
          </a:xfrm>
        </p:spPr>
        <p:txBody>
          <a:bodyPr/>
          <a:lstStyle>
            <a:lvl1pPr>
              <a:lnSpc>
                <a:spcPct val="90000"/>
              </a:lnSpc>
              <a:spcBef>
                <a:spcPts val="450"/>
              </a:spcBef>
              <a:defRPr sz="3600" b="1" i="0" spc="0" baseline="0">
                <a:solidFill>
                  <a:schemeClr val="bg1"/>
                </a:solidFill>
              </a:defRPr>
            </a:lvl1pPr>
            <a:lvl2pPr marL="0" indent="0">
              <a:lnSpc>
                <a:spcPct val="110000"/>
              </a:lnSpc>
              <a:spcBef>
                <a:spcPts val="450"/>
              </a:spcBef>
              <a:buFontTx/>
              <a:buNone/>
              <a:defRPr sz="1200" b="1" spc="0" baseline="0">
                <a:solidFill>
                  <a:schemeClr val="accent4"/>
                </a:solidFill>
              </a:defRPr>
            </a:lvl2pPr>
            <a:lvl3pPr marL="0" indent="0">
              <a:lnSpc>
                <a:spcPct val="90000"/>
              </a:lnSpc>
              <a:buFontTx/>
              <a:buNone/>
              <a:defRPr sz="900"/>
            </a:lvl3pPr>
            <a:lvl4pPr marL="0" indent="0">
              <a:lnSpc>
                <a:spcPct val="90000"/>
              </a:lnSpc>
              <a:buFontTx/>
              <a:buNone/>
              <a:defRPr sz="900"/>
            </a:lvl4pPr>
            <a:lvl5pPr marL="0" indent="0">
              <a:lnSpc>
                <a:spcPct val="90000"/>
              </a:lnSpc>
              <a:buFontTx/>
              <a:buNone/>
              <a:defRPr sz="900"/>
            </a:lvl5pPr>
            <a:lvl6pPr marL="0" indent="0">
              <a:lnSpc>
                <a:spcPct val="90000"/>
              </a:lnSpc>
              <a:buFontTx/>
              <a:buNone/>
              <a:defRPr sz="900"/>
            </a:lvl6pPr>
            <a:lvl7pPr marL="0" indent="0">
              <a:lnSpc>
                <a:spcPct val="90000"/>
              </a:lnSpc>
              <a:buFontTx/>
              <a:buNone/>
              <a:defRPr sz="900"/>
            </a:lvl7pPr>
            <a:lvl8pPr marL="0" indent="0">
              <a:lnSpc>
                <a:spcPct val="90000"/>
              </a:lnSpc>
              <a:buFontTx/>
              <a:buNone/>
              <a:defRPr sz="900"/>
            </a:lvl8pPr>
            <a:lvl9pPr marL="0" indent="0">
              <a:lnSpc>
                <a:spcPct val="90000"/>
              </a:lnSpc>
              <a:buFontTx/>
              <a:buNone/>
              <a:defRPr sz="900"/>
            </a:lvl9pPr>
          </a:lstStyle>
          <a:p>
            <a:pPr lvl="0"/>
            <a:r>
              <a:rPr lang="en-US" dirty="0"/>
              <a:t>Add Quote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A4015680-8341-F8ED-048E-F077734884C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984876" y="6236625"/>
            <a:ext cx="84822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30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ACA59BE2-4195-3B8E-FE2C-636C236EF1D3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05136" y="1268760"/>
            <a:ext cx="336416" cy="432000"/>
          </a:xfrm>
          <a:custGeom>
            <a:avLst/>
            <a:gdLst>
              <a:gd name="T0" fmla="*/ 595 w 596"/>
              <a:gd name="T1" fmla="*/ 21 h 574"/>
              <a:gd name="T2" fmla="*/ 593 w 596"/>
              <a:gd name="T3" fmla="*/ 11 h 574"/>
              <a:gd name="T4" fmla="*/ 587 w 596"/>
              <a:gd name="T5" fmla="*/ 4 h 574"/>
              <a:gd name="T6" fmla="*/ 583 w 596"/>
              <a:gd name="T7" fmla="*/ 2 h 574"/>
              <a:gd name="T8" fmla="*/ 578 w 596"/>
              <a:gd name="T9" fmla="*/ 0 h 574"/>
              <a:gd name="T10" fmla="*/ 530 w 596"/>
              <a:gd name="T11" fmla="*/ 0 h 574"/>
              <a:gd name="T12" fmla="*/ 516 w 596"/>
              <a:gd name="T13" fmla="*/ 1 h 574"/>
              <a:gd name="T14" fmla="*/ 508 w 596"/>
              <a:gd name="T15" fmla="*/ 4 h 574"/>
              <a:gd name="T16" fmla="*/ 501 w 596"/>
              <a:gd name="T17" fmla="*/ 9 h 574"/>
              <a:gd name="T18" fmla="*/ 495 w 596"/>
              <a:gd name="T19" fmla="*/ 15 h 574"/>
              <a:gd name="T20" fmla="*/ 487 w 596"/>
              <a:gd name="T21" fmla="*/ 28 h 574"/>
              <a:gd name="T22" fmla="*/ 482 w 596"/>
              <a:gd name="T23" fmla="*/ 39 h 574"/>
              <a:gd name="T24" fmla="*/ 346 w 596"/>
              <a:gd name="T25" fmla="*/ 522 h 574"/>
              <a:gd name="T26" fmla="*/ 343 w 596"/>
              <a:gd name="T27" fmla="*/ 534 h 574"/>
              <a:gd name="T28" fmla="*/ 343 w 596"/>
              <a:gd name="T29" fmla="*/ 544 h 574"/>
              <a:gd name="T30" fmla="*/ 345 w 596"/>
              <a:gd name="T31" fmla="*/ 557 h 574"/>
              <a:gd name="T32" fmla="*/ 350 w 596"/>
              <a:gd name="T33" fmla="*/ 566 h 574"/>
              <a:gd name="T34" fmla="*/ 359 w 596"/>
              <a:gd name="T35" fmla="*/ 572 h 574"/>
              <a:gd name="T36" fmla="*/ 366 w 596"/>
              <a:gd name="T37" fmla="*/ 574 h 574"/>
              <a:gd name="T38" fmla="*/ 425 w 596"/>
              <a:gd name="T39" fmla="*/ 574 h 574"/>
              <a:gd name="T40" fmla="*/ 440 w 596"/>
              <a:gd name="T41" fmla="*/ 573 h 574"/>
              <a:gd name="T42" fmla="*/ 449 w 596"/>
              <a:gd name="T43" fmla="*/ 570 h 574"/>
              <a:gd name="T44" fmla="*/ 461 w 596"/>
              <a:gd name="T45" fmla="*/ 562 h 574"/>
              <a:gd name="T46" fmla="*/ 467 w 596"/>
              <a:gd name="T47" fmla="*/ 555 h 574"/>
              <a:gd name="T48" fmla="*/ 475 w 596"/>
              <a:gd name="T49" fmla="*/ 541 h 574"/>
              <a:gd name="T50" fmla="*/ 481 w 596"/>
              <a:gd name="T51" fmla="*/ 522 h 574"/>
              <a:gd name="T52" fmla="*/ 594 w 596"/>
              <a:gd name="T53" fmla="*/ 45 h 574"/>
              <a:gd name="T54" fmla="*/ 596 w 596"/>
              <a:gd name="T55" fmla="*/ 32 h 574"/>
              <a:gd name="T56" fmla="*/ 253 w 596"/>
              <a:gd name="T57" fmla="*/ 27 h 574"/>
              <a:gd name="T58" fmla="*/ 252 w 596"/>
              <a:gd name="T59" fmla="*/ 16 h 574"/>
              <a:gd name="T60" fmla="*/ 248 w 596"/>
              <a:gd name="T61" fmla="*/ 7 h 574"/>
              <a:gd name="T62" fmla="*/ 242 w 596"/>
              <a:gd name="T63" fmla="*/ 3 h 574"/>
              <a:gd name="T64" fmla="*/ 238 w 596"/>
              <a:gd name="T65" fmla="*/ 1 h 574"/>
              <a:gd name="T66" fmla="*/ 228 w 596"/>
              <a:gd name="T67" fmla="*/ 0 h 574"/>
              <a:gd name="T68" fmla="*/ 178 w 596"/>
              <a:gd name="T69" fmla="*/ 0 h 574"/>
              <a:gd name="T70" fmla="*/ 169 w 596"/>
              <a:gd name="T71" fmla="*/ 3 h 574"/>
              <a:gd name="T72" fmla="*/ 162 w 596"/>
              <a:gd name="T73" fmla="*/ 6 h 574"/>
              <a:gd name="T74" fmla="*/ 155 w 596"/>
              <a:gd name="T75" fmla="*/ 11 h 574"/>
              <a:gd name="T76" fmla="*/ 149 w 596"/>
              <a:gd name="T77" fmla="*/ 18 h 574"/>
              <a:gd name="T78" fmla="*/ 141 w 596"/>
              <a:gd name="T79" fmla="*/ 33 h 574"/>
              <a:gd name="T80" fmla="*/ 134 w 596"/>
              <a:gd name="T81" fmla="*/ 52 h 574"/>
              <a:gd name="T82" fmla="*/ 2 w 596"/>
              <a:gd name="T83" fmla="*/ 528 h 574"/>
              <a:gd name="T84" fmla="*/ 0 w 596"/>
              <a:gd name="T85" fmla="*/ 539 h 574"/>
              <a:gd name="T86" fmla="*/ 1 w 596"/>
              <a:gd name="T87" fmla="*/ 551 h 574"/>
              <a:gd name="T88" fmla="*/ 4 w 596"/>
              <a:gd name="T89" fmla="*/ 562 h 574"/>
              <a:gd name="T90" fmla="*/ 11 w 596"/>
              <a:gd name="T91" fmla="*/ 570 h 574"/>
              <a:gd name="T92" fmla="*/ 19 w 596"/>
              <a:gd name="T93" fmla="*/ 573 h 574"/>
              <a:gd name="T94" fmla="*/ 30 w 596"/>
              <a:gd name="T95" fmla="*/ 574 h 574"/>
              <a:gd name="T96" fmla="*/ 92 w 596"/>
              <a:gd name="T97" fmla="*/ 574 h 574"/>
              <a:gd name="T98" fmla="*/ 101 w 596"/>
              <a:gd name="T99" fmla="*/ 571 h 574"/>
              <a:gd name="T100" fmla="*/ 109 w 596"/>
              <a:gd name="T101" fmla="*/ 568 h 574"/>
              <a:gd name="T102" fmla="*/ 120 w 596"/>
              <a:gd name="T103" fmla="*/ 559 h 574"/>
              <a:gd name="T104" fmla="*/ 129 w 596"/>
              <a:gd name="T105" fmla="*/ 546 h 574"/>
              <a:gd name="T106" fmla="*/ 133 w 596"/>
              <a:gd name="T107" fmla="*/ 535 h 574"/>
              <a:gd name="T108" fmla="*/ 250 w 596"/>
              <a:gd name="T109" fmla="*/ 52 h 574"/>
              <a:gd name="T110" fmla="*/ 252 w 596"/>
              <a:gd name="T111" fmla="*/ 38 h 574"/>
              <a:gd name="T112" fmla="*/ 253 w 596"/>
              <a:gd name="T113" fmla="*/ 27 h 5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96" h="574">
                <a:moveTo>
                  <a:pt x="596" y="27"/>
                </a:moveTo>
                <a:lnTo>
                  <a:pt x="595" y="21"/>
                </a:lnTo>
                <a:lnTo>
                  <a:pt x="594" y="16"/>
                </a:lnTo>
                <a:lnTo>
                  <a:pt x="593" y="11"/>
                </a:lnTo>
                <a:lnTo>
                  <a:pt x="591" y="7"/>
                </a:lnTo>
                <a:lnTo>
                  <a:pt x="587" y="4"/>
                </a:lnTo>
                <a:lnTo>
                  <a:pt x="585" y="3"/>
                </a:lnTo>
                <a:lnTo>
                  <a:pt x="583" y="2"/>
                </a:lnTo>
                <a:lnTo>
                  <a:pt x="580" y="1"/>
                </a:lnTo>
                <a:lnTo>
                  <a:pt x="578" y="0"/>
                </a:lnTo>
                <a:lnTo>
                  <a:pt x="571" y="0"/>
                </a:lnTo>
                <a:lnTo>
                  <a:pt x="530" y="0"/>
                </a:lnTo>
                <a:lnTo>
                  <a:pt x="520" y="0"/>
                </a:lnTo>
                <a:lnTo>
                  <a:pt x="516" y="1"/>
                </a:lnTo>
                <a:lnTo>
                  <a:pt x="512" y="3"/>
                </a:lnTo>
                <a:lnTo>
                  <a:pt x="508" y="4"/>
                </a:lnTo>
                <a:lnTo>
                  <a:pt x="504" y="6"/>
                </a:lnTo>
                <a:lnTo>
                  <a:pt x="501" y="9"/>
                </a:lnTo>
                <a:lnTo>
                  <a:pt x="498" y="11"/>
                </a:lnTo>
                <a:lnTo>
                  <a:pt x="495" y="15"/>
                </a:lnTo>
                <a:lnTo>
                  <a:pt x="492" y="18"/>
                </a:lnTo>
                <a:lnTo>
                  <a:pt x="487" y="28"/>
                </a:lnTo>
                <a:lnTo>
                  <a:pt x="485" y="33"/>
                </a:lnTo>
                <a:lnTo>
                  <a:pt x="482" y="39"/>
                </a:lnTo>
                <a:lnTo>
                  <a:pt x="478" y="52"/>
                </a:lnTo>
                <a:lnTo>
                  <a:pt x="346" y="522"/>
                </a:lnTo>
                <a:lnTo>
                  <a:pt x="344" y="528"/>
                </a:lnTo>
                <a:lnTo>
                  <a:pt x="343" y="534"/>
                </a:lnTo>
                <a:lnTo>
                  <a:pt x="343" y="539"/>
                </a:lnTo>
                <a:lnTo>
                  <a:pt x="343" y="544"/>
                </a:lnTo>
                <a:lnTo>
                  <a:pt x="343" y="551"/>
                </a:lnTo>
                <a:lnTo>
                  <a:pt x="345" y="557"/>
                </a:lnTo>
                <a:lnTo>
                  <a:pt x="347" y="562"/>
                </a:lnTo>
                <a:lnTo>
                  <a:pt x="350" y="566"/>
                </a:lnTo>
                <a:lnTo>
                  <a:pt x="354" y="570"/>
                </a:lnTo>
                <a:lnTo>
                  <a:pt x="359" y="572"/>
                </a:lnTo>
                <a:lnTo>
                  <a:pt x="362" y="573"/>
                </a:lnTo>
                <a:lnTo>
                  <a:pt x="366" y="574"/>
                </a:lnTo>
                <a:lnTo>
                  <a:pt x="373" y="574"/>
                </a:lnTo>
                <a:lnTo>
                  <a:pt x="425" y="574"/>
                </a:lnTo>
                <a:lnTo>
                  <a:pt x="435" y="574"/>
                </a:lnTo>
                <a:lnTo>
                  <a:pt x="440" y="573"/>
                </a:lnTo>
                <a:lnTo>
                  <a:pt x="444" y="571"/>
                </a:lnTo>
                <a:lnTo>
                  <a:pt x="449" y="570"/>
                </a:lnTo>
                <a:lnTo>
                  <a:pt x="453" y="568"/>
                </a:lnTo>
                <a:lnTo>
                  <a:pt x="461" y="562"/>
                </a:lnTo>
                <a:lnTo>
                  <a:pt x="464" y="559"/>
                </a:lnTo>
                <a:lnTo>
                  <a:pt x="467" y="555"/>
                </a:lnTo>
                <a:lnTo>
                  <a:pt x="473" y="546"/>
                </a:lnTo>
                <a:lnTo>
                  <a:pt x="475" y="541"/>
                </a:lnTo>
                <a:lnTo>
                  <a:pt x="477" y="535"/>
                </a:lnTo>
                <a:lnTo>
                  <a:pt x="481" y="522"/>
                </a:lnTo>
                <a:lnTo>
                  <a:pt x="593" y="52"/>
                </a:lnTo>
                <a:lnTo>
                  <a:pt x="594" y="45"/>
                </a:lnTo>
                <a:lnTo>
                  <a:pt x="595" y="38"/>
                </a:lnTo>
                <a:lnTo>
                  <a:pt x="596" y="32"/>
                </a:lnTo>
                <a:lnTo>
                  <a:pt x="596" y="27"/>
                </a:lnTo>
                <a:close/>
                <a:moveTo>
                  <a:pt x="253" y="27"/>
                </a:moveTo>
                <a:lnTo>
                  <a:pt x="253" y="21"/>
                </a:lnTo>
                <a:lnTo>
                  <a:pt x="252" y="16"/>
                </a:lnTo>
                <a:lnTo>
                  <a:pt x="250" y="11"/>
                </a:lnTo>
                <a:lnTo>
                  <a:pt x="248" y="7"/>
                </a:lnTo>
                <a:lnTo>
                  <a:pt x="244" y="4"/>
                </a:lnTo>
                <a:lnTo>
                  <a:pt x="242" y="3"/>
                </a:lnTo>
                <a:lnTo>
                  <a:pt x="240" y="2"/>
                </a:lnTo>
                <a:lnTo>
                  <a:pt x="238" y="1"/>
                </a:lnTo>
                <a:lnTo>
                  <a:pt x="235" y="0"/>
                </a:lnTo>
                <a:lnTo>
                  <a:pt x="228" y="0"/>
                </a:lnTo>
                <a:lnTo>
                  <a:pt x="187" y="0"/>
                </a:lnTo>
                <a:lnTo>
                  <a:pt x="178" y="0"/>
                </a:lnTo>
                <a:lnTo>
                  <a:pt x="173" y="1"/>
                </a:lnTo>
                <a:lnTo>
                  <a:pt x="169" y="3"/>
                </a:lnTo>
                <a:lnTo>
                  <a:pt x="165" y="4"/>
                </a:lnTo>
                <a:lnTo>
                  <a:pt x="162" y="6"/>
                </a:lnTo>
                <a:lnTo>
                  <a:pt x="158" y="9"/>
                </a:lnTo>
                <a:lnTo>
                  <a:pt x="155" y="11"/>
                </a:lnTo>
                <a:lnTo>
                  <a:pt x="152" y="15"/>
                </a:lnTo>
                <a:lnTo>
                  <a:pt x="149" y="18"/>
                </a:lnTo>
                <a:lnTo>
                  <a:pt x="143" y="28"/>
                </a:lnTo>
                <a:lnTo>
                  <a:pt x="141" y="33"/>
                </a:lnTo>
                <a:lnTo>
                  <a:pt x="138" y="39"/>
                </a:lnTo>
                <a:lnTo>
                  <a:pt x="134" y="52"/>
                </a:lnTo>
                <a:lnTo>
                  <a:pt x="3" y="522"/>
                </a:lnTo>
                <a:lnTo>
                  <a:pt x="2" y="528"/>
                </a:lnTo>
                <a:lnTo>
                  <a:pt x="1" y="534"/>
                </a:lnTo>
                <a:lnTo>
                  <a:pt x="0" y="539"/>
                </a:lnTo>
                <a:lnTo>
                  <a:pt x="0" y="544"/>
                </a:lnTo>
                <a:lnTo>
                  <a:pt x="1" y="551"/>
                </a:lnTo>
                <a:lnTo>
                  <a:pt x="2" y="557"/>
                </a:lnTo>
                <a:lnTo>
                  <a:pt x="4" y="562"/>
                </a:lnTo>
                <a:lnTo>
                  <a:pt x="7" y="566"/>
                </a:lnTo>
                <a:lnTo>
                  <a:pt x="11" y="570"/>
                </a:lnTo>
                <a:lnTo>
                  <a:pt x="16" y="572"/>
                </a:lnTo>
                <a:lnTo>
                  <a:pt x="19" y="573"/>
                </a:lnTo>
                <a:lnTo>
                  <a:pt x="23" y="574"/>
                </a:lnTo>
                <a:lnTo>
                  <a:pt x="30" y="574"/>
                </a:lnTo>
                <a:lnTo>
                  <a:pt x="82" y="574"/>
                </a:lnTo>
                <a:lnTo>
                  <a:pt x="92" y="574"/>
                </a:lnTo>
                <a:lnTo>
                  <a:pt x="97" y="573"/>
                </a:lnTo>
                <a:lnTo>
                  <a:pt x="101" y="571"/>
                </a:lnTo>
                <a:lnTo>
                  <a:pt x="105" y="570"/>
                </a:lnTo>
                <a:lnTo>
                  <a:pt x="109" y="568"/>
                </a:lnTo>
                <a:lnTo>
                  <a:pt x="117" y="562"/>
                </a:lnTo>
                <a:lnTo>
                  <a:pt x="120" y="559"/>
                </a:lnTo>
                <a:lnTo>
                  <a:pt x="123" y="555"/>
                </a:lnTo>
                <a:lnTo>
                  <a:pt x="129" y="546"/>
                </a:lnTo>
                <a:lnTo>
                  <a:pt x="131" y="541"/>
                </a:lnTo>
                <a:lnTo>
                  <a:pt x="133" y="535"/>
                </a:lnTo>
                <a:lnTo>
                  <a:pt x="137" y="522"/>
                </a:lnTo>
                <a:lnTo>
                  <a:pt x="250" y="52"/>
                </a:lnTo>
                <a:lnTo>
                  <a:pt x="252" y="45"/>
                </a:lnTo>
                <a:lnTo>
                  <a:pt x="252" y="38"/>
                </a:lnTo>
                <a:lnTo>
                  <a:pt x="253" y="32"/>
                </a:lnTo>
                <a:lnTo>
                  <a:pt x="253" y="2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300"/>
          </a:p>
        </p:txBody>
      </p:sp>
    </p:spTree>
    <p:extLst>
      <p:ext uri="{BB962C8B-B14F-4D97-AF65-F5344CB8AC3E}">
        <p14:creationId xmlns:p14="http://schemas.microsoft.com/office/powerpoint/2010/main" val="1969829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5991" y="1844676"/>
            <a:ext cx="4157994" cy="4176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0015" y="1844676"/>
            <a:ext cx="4157995" cy="4176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ACE6-8726-4F32-AD71-9DA41F5423C3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70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5991" y="2420888"/>
            <a:ext cx="4157994" cy="3600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0015" y="2420888"/>
            <a:ext cx="4157995" cy="3600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7537B-B891-4DC6-AEE4-85E2D74178AC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C5896EA-FF55-0154-224C-599A7C2568A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5982" y="1844676"/>
            <a:ext cx="4157237" cy="576659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350" b="1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0BF1523-1E04-DB5B-3A95-0BF8D194A8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80366" y="1844676"/>
            <a:ext cx="4157644" cy="576659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350" b="1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312D50-F15E-3EC8-DA94-32D5A9D1EBA4}"/>
              </a:ext>
            </a:extLst>
          </p:cNvPr>
          <p:cNvCxnSpPr>
            <a:cxnSpLocks/>
          </p:cNvCxnSpPr>
          <p:nvPr/>
        </p:nvCxnSpPr>
        <p:spPr>
          <a:xfrm>
            <a:off x="4572000" y="1844676"/>
            <a:ext cx="0" cy="4176713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4922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mparis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5991" y="2420888"/>
            <a:ext cx="2699835" cy="3600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21851" y="2420888"/>
            <a:ext cx="2700300" cy="3600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BD292-E8A3-4D71-AA05-569FE81B0BDB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C5896EA-FF55-0154-224C-599A7C2568A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5982" y="1844676"/>
            <a:ext cx="2699344" cy="576659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350" b="1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0BF1523-1E04-DB5B-3A95-0BF8D194A8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22325" y="1844676"/>
            <a:ext cx="2700072" cy="576659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350" b="1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8E971A-6710-C2BB-F744-7619ED66F7A1}"/>
              </a:ext>
            </a:extLst>
          </p:cNvPr>
          <p:cNvCxnSpPr>
            <a:cxnSpLocks/>
          </p:cNvCxnSpPr>
          <p:nvPr userDrawn="1"/>
        </p:nvCxnSpPr>
        <p:spPr>
          <a:xfrm>
            <a:off x="3113838" y="1844676"/>
            <a:ext cx="0" cy="4176713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3E3ADCF-3508-E6D9-DD76-0D136F2DF6EE}"/>
              </a:ext>
            </a:extLst>
          </p:cNvPr>
          <p:cNvCxnSpPr>
            <a:cxnSpLocks/>
          </p:cNvCxnSpPr>
          <p:nvPr userDrawn="1"/>
        </p:nvCxnSpPr>
        <p:spPr>
          <a:xfrm>
            <a:off x="6030162" y="1844676"/>
            <a:ext cx="0" cy="4176713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FE21C01-8778-92CB-6C3B-855251BB171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38174" y="2420888"/>
            <a:ext cx="2699836" cy="3600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493E4F3A-8AAD-E825-C637-245CC58A74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38650" y="1844676"/>
            <a:ext cx="2699608" cy="576659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350" b="1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223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5991" y="1844676"/>
            <a:ext cx="5616159" cy="4176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CC705-5DC2-4EB6-A417-0F3F8376A25F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71EBD4D-3E71-905B-0AA1-F24A59D630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38176" y="1844676"/>
            <a:ext cx="2699835" cy="4176713"/>
          </a:xfrm>
        </p:spPr>
        <p:txBody>
          <a:bodyPr/>
          <a:lstStyle>
            <a:lvl1pPr>
              <a:lnSpc>
                <a:spcPct val="100000"/>
              </a:lnSpc>
              <a:defRPr sz="1800" b="1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7DD12A4-CAAA-276A-3515-43F04C708942}"/>
              </a:ext>
            </a:extLst>
          </p:cNvPr>
          <p:cNvCxnSpPr>
            <a:cxnSpLocks/>
          </p:cNvCxnSpPr>
          <p:nvPr/>
        </p:nvCxnSpPr>
        <p:spPr>
          <a:xfrm>
            <a:off x="6030162" y="1844676"/>
            <a:ext cx="0" cy="4176713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06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Highl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21851" y="1844676"/>
            <a:ext cx="5616159" cy="4176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23D96-84AA-4026-A3D1-B203CBB4378B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71EBD4D-3E71-905B-0AA1-F24A59D630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5991" y="1844676"/>
            <a:ext cx="2700338" cy="4176713"/>
          </a:xfrm>
        </p:spPr>
        <p:txBody>
          <a:bodyPr/>
          <a:lstStyle>
            <a:lvl1pPr>
              <a:lnSpc>
                <a:spcPct val="100000"/>
              </a:lnSpc>
              <a:defRPr sz="1800" b="1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D971BF6-5672-38CE-B981-BA3BC3B80688}"/>
              </a:ext>
            </a:extLst>
          </p:cNvPr>
          <p:cNvCxnSpPr>
            <a:cxnSpLocks/>
          </p:cNvCxnSpPr>
          <p:nvPr/>
        </p:nvCxnSpPr>
        <p:spPr>
          <a:xfrm>
            <a:off x="3113838" y="1844676"/>
            <a:ext cx="0" cy="4176713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5669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BD712-90B3-4C49-8FFB-B80C94B5B977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566B9-12F8-284C-8FF9-6FDC1AED19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5991" y="3429000"/>
            <a:ext cx="2700338" cy="25923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007EE78-B21B-23A7-54BF-B521D91B2A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1851" y="3429000"/>
            <a:ext cx="2700299" cy="25923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A93C399-907E-C5BB-591E-63145555899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37673" y="3429000"/>
            <a:ext cx="2700338" cy="25923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CA9FCC5-FDD9-DC9F-FD7E-DC299FDA3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5991" y="1844675"/>
            <a:ext cx="2699835" cy="1368300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FAA3442-C32E-C521-1F86-60CC0A49B3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21850" y="1844675"/>
            <a:ext cx="2700300" cy="1368300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A73817A-8DA0-A644-79C7-07F500AD431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38174" y="1844675"/>
            <a:ext cx="2699836" cy="1368300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5691066-5FF3-2B0D-FA81-A572DB654937}"/>
              </a:ext>
            </a:extLst>
          </p:cNvPr>
          <p:cNvCxnSpPr>
            <a:cxnSpLocks/>
          </p:cNvCxnSpPr>
          <p:nvPr/>
        </p:nvCxnSpPr>
        <p:spPr>
          <a:xfrm>
            <a:off x="3113838" y="1844676"/>
            <a:ext cx="0" cy="4176713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01E8CBD-88AD-3DB4-D8FB-969D10AE3B5F}"/>
              </a:ext>
            </a:extLst>
          </p:cNvPr>
          <p:cNvCxnSpPr>
            <a:cxnSpLocks/>
          </p:cNvCxnSpPr>
          <p:nvPr/>
        </p:nvCxnSpPr>
        <p:spPr>
          <a:xfrm>
            <a:off x="6030162" y="1844676"/>
            <a:ext cx="0" cy="4176713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5416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5991" y="1844676"/>
            <a:ext cx="4157997" cy="4176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42BECA-EF0C-BD72-6F7D-E1F5C6BCE1B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55153" y="0"/>
            <a:ext cx="4488848" cy="6858000"/>
          </a:xfrm>
          <a:custGeom>
            <a:avLst/>
            <a:gdLst>
              <a:gd name="connsiteX0" fmla="*/ 0 w 5985131"/>
              <a:gd name="connsiteY0" fmla="*/ 0 h 6858000"/>
              <a:gd name="connsiteX1" fmla="*/ 5985131 w 5985131"/>
              <a:gd name="connsiteY1" fmla="*/ 0 h 6858000"/>
              <a:gd name="connsiteX2" fmla="*/ 5985131 w 5985131"/>
              <a:gd name="connsiteY2" fmla="*/ 6858000 h 6858000"/>
              <a:gd name="connsiteX3" fmla="*/ 3519977 w 5985131"/>
              <a:gd name="connsiteY3" fmla="*/ 6858000 h 6858000"/>
              <a:gd name="connsiteX4" fmla="*/ 3079682 w 5985131"/>
              <a:gd name="connsiteY4" fmla="*/ 5999657 h 6858000"/>
              <a:gd name="connsiteX5" fmla="*/ 2639387 w 5985131"/>
              <a:gd name="connsiteY5" fmla="*/ 5142904 h 6858000"/>
              <a:gd name="connsiteX6" fmla="*/ 2199091 w 5985131"/>
              <a:gd name="connsiteY6" fmla="*/ 4286151 h 6858000"/>
              <a:gd name="connsiteX7" fmla="*/ 1759591 w 5985131"/>
              <a:gd name="connsiteY7" fmla="*/ 3428603 h 6858000"/>
              <a:gd name="connsiteX8" fmla="*/ 1319296 w 5985131"/>
              <a:gd name="connsiteY8" fmla="*/ 2570260 h 6858000"/>
              <a:gd name="connsiteX9" fmla="*/ 879001 w 5985131"/>
              <a:gd name="connsiteY9" fmla="*/ 1713507 h 6858000"/>
              <a:gd name="connsiteX10" fmla="*/ 438705 w 5985131"/>
              <a:gd name="connsiteY10" fmla="*/ 85675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985131" h="6858000">
                <a:moveTo>
                  <a:pt x="0" y="0"/>
                </a:moveTo>
                <a:lnTo>
                  <a:pt x="5985131" y="0"/>
                </a:lnTo>
                <a:lnTo>
                  <a:pt x="5985131" y="6858000"/>
                </a:lnTo>
                <a:lnTo>
                  <a:pt x="3519977" y="6858000"/>
                </a:lnTo>
                <a:lnTo>
                  <a:pt x="3079682" y="5999657"/>
                </a:lnTo>
                <a:lnTo>
                  <a:pt x="2639387" y="5142904"/>
                </a:lnTo>
                <a:lnTo>
                  <a:pt x="2199091" y="4286151"/>
                </a:lnTo>
                <a:lnTo>
                  <a:pt x="1759591" y="3428603"/>
                </a:lnTo>
                <a:lnTo>
                  <a:pt x="1319296" y="2570260"/>
                </a:lnTo>
                <a:lnTo>
                  <a:pt x="879001" y="1713507"/>
                </a:lnTo>
                <a:lnTo>
                  <a:pt x="438705" y="856753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 anchorCtr="0">
            <a:noAutofit/>
          </a:bodyPr>
          <a:lstStyle>
            <a:lvl1pPr algn="ctr"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A7DE626-2ACE-F5B9-6AEB-1372D357878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79866" y="6236625"/>
            <a:ext cx="847800" cy="288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B136D86C-C951-D3DD-DC58-A2F034437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992" y="548680"/>
            <a:ext cx="4157996" cy="10081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DCDF58FA-8C3D-B675-9126-F1692CC7A0B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624FC564-045A-4885-965A-B486F752B423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B9E7EBBE-A29B-487A-342B-20BED545D03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C8549BF-7C39-73C0-AAC2-4716780B441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97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D09D38C-52A6-5776-24AC-CFA5EDE05C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4476331" cy="6858000"/>
          </a:xfrm>
          <a:custGeom>
            <a:avLst/>
            <a:gdLst>
              <a:gd name="connsiteX0" fmla="*/ 0 w 5968441"/>
              <a:gd name="connsiteY0" fmla="*/ 0 h 6858000"/>
              <a:gd name="connsiteX1" fmla="*/ 2465154 w 5968441"/>
              <a:gd name="connsiteY1" fmla="*/ 0 h 6858000"/>
              <a:gd name="connsiteX2" fmla="*/ 2903065 w 5968441"/>
              <a:gd name="connsiteY2" fmla="*/ 856753 h 6858000"/>
              <a:gd name="connsiteX3" fmla="*/ 3340181 w 5968441"/>
              <a:gd name="connsiteY3" fmla="*/ 1713507 h 6858000"/>
              <a:gd name="connsiteX4" fmla="*/ 3778092 w 5968441"/>
              <a:gd name="connsiteY4" fmla="*/ 2570260 h 6858000"/>
              <a:gd name="connsiteX5" fmla="*/ 4216798 w 5968441"/>
              <a:gd name="connsiteY5" fmla="*/ 3428603 h 6858000"/>
              <a:gd name="connsiteX6" fmla="*/ 4653914 w 5968441"/>
              <a:gd name="connsiteY6" fmla="*/ 4286151 h 6858000"/>
              <a:gd name="connsiteX7" fmla="*/ 5091825 w 5968441"/>
              <a:gd name="connsiteY7" fmla="*/ 5142904 h 6858000"/>
              <a:gd name="connsiteX8" fmla="*/ 5528941 w 5968441"/>
              <a:gd name="connsiteY8" fmla="*/ 5999657 h 6858000"/>
              <a:gd name="connsiteX9" fmla="*/ 5968441 w 5968441"/>
              <a:gd name="connsiteY9" fmla="*/ 6858000 h 6858000"/>
              <a:gd name="connsiteX10" fmla="*/ 0 w 5968441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968441" h="6858000">
                <a:moveTo>
                  <a:pt x="0" y="0"/>
                </a:moveTo>
                <a:lnTo>
                  <a:pt x="2465154" y="0"/>
                </a:lnTo>
                <a:lnTo>
                  <a:pt x="2903065" y="856753"/>
                </a:lnTo>
                <a:lnTo>
                  <a:pt x="3340181" y="1713507"/>
                </a:lnTo>
                <a:lnTo>
                  <a:pt x="3778092" y="2570260"/>
                </a:lnTo>
                <a:lnTo>
                  <a:pt x="4216798" y="3428603"/>
                </a:lnTo>
                <a:lnTo>
                  <a:pt x="4653914" y="4286151"/>
                </a:lnTo>
                <a:lnTo>
                  <a:pt x="5091825" y="5142904"/>
                </a:lnTo>
                <a:lnTo>
                  <a:pt x="5528941" y="5999657"/>
                </a:lnTo>
                <a:lnTo>
                  <a:pt x="596844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 anchorCtr="0">
            <a:noAutofit/>
          </a:bodyPr>
          <a:lstStyle>
            <a:lvl1pPr algn="ctr"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0012" y="549274"/>
            <a:ext cx="4157998" cy="10080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0013" y="1844676"/>
            <a:ext cx="4157997" cy="4176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90A3BEA-E991-BB69-13DF-37F81DC1229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EA66ACD-E84B-4596-95DA-4D2787869941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4538942-38C8-91EC-489B-EFBBFE80BBD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730571B-A724-50EC-034C-E271DC6477D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422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5991" y="1844676"/>
            <a:ext cx="4157997" cy="4176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2C22325-F61C-98FA-19DF-99B544D06B1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80012" y="0"/>
            <a:ext cx="4463988" cy="3356992"/>
          </a:xfrm>
          <a:custGeom>
            <a:avLst/>
            <a:gdLst>
              <a:gd name="connsiteX0" fmla="*/ 0 w 5951984"/>
              <a:gd name="connsiteY0" fmla="*/ 0 h 3356992"/>
              <a:gd name="connsiteX1" fmla="*/ 5951984 w 5951984"/>
              <a:gd name="connsiteY1" fmla="*/ 0 h 3356992"/>
              <a:gd name="connsiteX2" fmla="*/ 5951984 w 5951984"/>
              <a:gd name="connsiteY2" fmla="*/ 3356992 h 3356992"/>
              <a:gd name="connsiteX3" fmla="*/ 1689711 w 5951984"/>
              <a:gd name="connsiteY3" fmla="*/ 3356992 h 3356992"/>
              <a:gd name="connsiteX4" fmla="*/ 1286149 w 5951984"/>
              <a:gd name="connsiteY4" fmla="*/ 2570260 h 3356992"/>
              <a:gd name="connsiteX5" fmla="*/ 845854 w 5951984"/>
              <a:gd name="connsiteY5" fmla="*/ 1713507 h 3356992"/>
              <a:gd name="connsiteX6" fmla="*/ 405558 w 5951984"/>
              <a:gd name="connsiteY6" fmla="*/ 856753 h 3356992"/>
              <a:gd name="connsiteX7" fmla="*/ 0 w 5951984"/>
              <a:gd name="connsiteY7" fmla="*/ 64733 h 3356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51984" h="3356992">
                <a:moveTo>
                  <a:pt x="0" y="0"/>
                </a:moveTo>
                <a:lnTo>
                  <a:pt x="5951984" y="0"/>
                </a:lnTo>
                <a:lnTo>
                  <a:pt x="5951984" y="3356992"/>
                </a:lnTo>
                <a:lnTo>
                  <a:pt x="1689711" y="3356992"/>
                </a:lnTo>
                <a:lnTo>
                  <a:pt x="1286149" y="2570260"/>
                </a:lnTo>
                <a:lnTo>
                  <a:pt x="845854" y="1713507"/>
                </a:lnTo>
                <a:lnTo>
                  <a:pt x="405558" y="856753"/>
                </a:lnTo>
                <a:lnTo>
                  <a:pt x="0" y="64733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 anchorCtr="0">
            <a:noAutofit/>
          </a:bodyPr>
          <a:lstStyle>
            <a:lvl1pPr algn="ctr"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919189E-A891-5B5C-F128-8A0C3DA03DB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02676" y="3501008"/>
            <a:ext cx="3141324" cy="3356992"/>
          </a:xfrm>
          <a:custGeom>
            <a:avLst/>
            <a:gdLst>
              <a:gd name="connsiteX0" fmla="*/ 0 w 4188432"/>
              <a:gd name="connsiteY0" fmla="*/ 0 h 3356992"/>
              <a:gd name="connsiteX1" fmla="*/ 4188432 w 4188432"/>
              <a:gd name="connsiteY1" fmla="*/ 0 h 3356992"/>
              <a:gd name="connsiteX2" fmla="*/ 4188432 w 4188432"/>
              <a:gd name="connsiteY2" fmla="*/ 3356992 h 3356992"/>
              <a:gd name="connsiteX3" fmla="*/ 1723278 w 4188432"/>
              <a:gd name="connsiteY3" fmla="*/ 3356992 h 3356992"/>
              <a:gd name="connsiteX4" fmla="*/ 1282983 w 4188432"/>
              <a:gd name="connsiteY4" fmla="*/ 2498649 h 3356992"/>
              <a:gd name="connsiteX5" fmla="*/ 842688 w 4188432"/>
              <a:gd name="connsiteY5" fmla="*/ 1641896 h 3356992"/>
              <a:gd name="connsiteX6" fmla="*/ 402392 w 4188432"/>
              <a:gd name="connsiteY6" fmla="*/ 785143 h 3356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88432" h="3356992">
                <a:moveTo>
                  <a:pt x="0" y="0"/>
                </a:moveTo>
                <a:lnTo>
                  <a:pt x="4188432" y="0"/>
                </a:lnTo>
                <a:lnTo>
                  <a:pt x="4188432" y="3356992"/>
                </a:lnTo>
                <a:lnTo>
                  <a:pt x="1723278" y="3356992"/>
                </a:lnTo>
                <a:lnTo>
                  <a:pt x="1282983" y="2498649"/>
                </a:lnTo>
                <a:lnTo>
                  <a:pt x="842688" y="1641896"/>
                </a:lnTo>
                <a:lnTo>
                  <a:pt x="402392" y="785143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 anchorCtr="0">
            <a:noAutofit/>
          </a:bodyPr>
          <a:lstStyle>
            <a:lvl1pPr algn="ctr"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AB318D4-C5E4-6B51-8461-1CC640F9355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9C77127-FFBB-45A6-8B57-18518B5CA067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B264BFF-29C1-E735-1F1C-D49847A44B1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BBBB0F7-5688-68CB-8AE3-814025C62FB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731E667-4044-2045-3ABD-D2986698F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992" y="548680"/>
            <a:ext cx="4157997" cy="10081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5691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2 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05B91F3-75BC-1093-B8F2-91DBFB5E7A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3135148" cy="3356992"/>
          </a:xfrm>
          <a:custGeom>
            <a:avLst/>
            <a:gdLst>
              <a:gd name="connsiteX0" fmla="*/ 0 w 4180197"/>
              <a:gd name="connsiteY0" fmla="*/ 0 h 3356992"/>
              <a:gd name="connsiteX1" fmla="*/ 2465154 w 4180197"/>
              <a:gd name="connsiteY1" fmla="*/ 0 h 3356992"/>
              <a:gd name="connsiteX2" fmla="*/ 2903065 w 4180197"/>
              <a:gd name="connsiteY2" fmla="*/ 856753 h 3356992"/>
              <a:gd name="connsiteX3" fmla="*/ 3340181 w 4180197"/>
              <a:gd name="connsiteY3" fmla="*/ 1713507 h 3356992"/>
              <a:gd name="connsiteX4" fmla="*/ 3778092 w 4180197"/>
              <a:gd name="connsiteY4" fmla="*/ 2570260 h 3356992"/>
              <a:gd name="connsiteX5" fmla="*/ 4180197 w 4180197"/>
              <a:gd name="connsiteY5" fmla="*/ 3356992 h 3356992"/>
              <a:gd name="connsiteX6" fmla="*/ 0 w 4180197"/>
              <a:gd name="connsiteY6" fmla="*/ 3356992 h 3356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80197" h="3356992">
                <a:moveTo>
                  <a:pt x="0" y="0"/>
                </a:moveTo>
                <a:lnTo>
                  <a:pt x="2465154" y="0"/>
                </a:lnTo>
                <a:lnTo>
                  <a:pt x="2903065" y="856753"/>
                </a:lnTo>
                <a:lnTo>
                  <a:pt x="3340181" y="1713507"/>
                </a:lnTo>
                <a:lnTo>
                  <a:pt x="3778092" y="2570260"/>
                </a:lnTo>
                <a:lnTo>
                  <a:pt x="4180197" y="3356992"/>
                </a:lnTo>
                <a:lnTo>
                  <a:pt x="0" y="3356992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 anchorCtr="0">
            <a:noAutofit/>
          </a:bodyPr>
          <a:lstStyle>
            <a:lvl1pPr algn="ctr"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45109F2-ACF6-9853-75E4-3A604379021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3501008"/>
            <a:ext cx="4463989" cy="3356992"/>
          </a:xfrm>
          <a:custGeom>
            <a:avLst/>
            <a:gdLst>
              <a:gd name="connsiteX0" fmla="*/ 0 w 5951985"/>
              <a:gd name="connsiteY0" fmla="*/ 0 h 3356992"/>
              <a:gd name="connsiteX1" fmla="*/ 4253705 w 5951985"/>
              <a:gd name="connsiteY1" fmla="*/ 0 h 3356992"/>
              <a:gd name="connsiteX2" fmla="*/ 4653914 w 5951985"/>
              <a:gd name="connsiteY2" fmla="*/ 785143 h 3356992"/>
              <a:gd name="connsiteX3" fmla="*/ 5091825 w 5951985"/>
              <a:gd name="connsiteY3" fmla="*/ 1641896 h 3356992"/>
              <a:gd name="connsiteX4" fmla="*/ 5528941 w 5951985"/>
              <a:gd name="connsiteY4" fmla="*/ 2498649 h 3356992"/>
              <a:gd name="connsiteX5" fmla="*/ 5951985 w 5951985"/>
              <a:gd name="connsiteY5" fmla="*/ 3324852 h 3356992"/>
              <a:gd name="connsiteX6" fmla="*/ 5951985 w 5951985"/>
              <a:gd name="connsiteY6" fmla="*/ 3356992 h 3356992"/>
              <a:gd name="connsiteX7" fmla="*/ 0 w 5951985"/>
              <a:gd name="connsiteY7" fmla="*/ 3356992 h 3356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51985" h="3356992">
                <a:moveTo>
                  <a:pt x="0" y="0"/>
                </a:moveTo>
                <a:lnTo>
                  <a:pt x="4253705" y="0"/>
                </a:lnTo>
                <a:lnTo>
                  <a:pt x="4653914" y="785143"/>
                </a:lnTo>
                <a:lnTo>
                  <a:pt x="5091825" y="1641896"/>
                </a:lnTo>
                <a:lnTo>
                  <a:pt x="5528941" y="2498649"/>
                </a:lnTo>
                <a:lnTo>
                  <a:pt x="5951985" y="3324852"/>
                </a:lnTo>
                <a:lnTo>
                  <a:pt x="5951985" y="3356992"/>
                </a:lnTo>
                <a:lnTo>
                  <a:pt x="0" y="3356992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 anchorCtr="0">
            <a:noAutofit/>
          </a:bodyPr>
          <a:lstStyle>
            <a:lvl1pPr algn="ctr"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AB318D4-C5E4-6B51-8461-1CC640F9355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F3B22116-FF5F-44A7-BE8F-5AA7476A7C29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B264BFF-29C1-E735-1F1C-D49847A44B1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BBBB0F7-5688-68CB-8AE3-814025C62FB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7E8B995-1ABB-3245-C387-C00382E4F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12" y="549274"/>
            <a:ext cx="4157998" cy="10080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83C0AA4-E938-3FAA-F3D2-A3F52C494F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0013" y="1844676"/>
            <a:ext cx="4157997" cy="4176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155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roduc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F4909C0-CB7F-4820-564D-70F4F52CDD9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5991" y="1844675"/>
            <a:ext cx="2699835" cy="2592437"/>
          </a:xfrm>
          <a:solidFill>
            <a:schemeClr val="bg2"/>
          </a:solidFill>
        </p:spPr>
        <p:txBody>
          <a:bodyPr/>
          <a:lstStyle>
            <a:lvl1pPr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7D5736D-2F13-0DB0-3DBC-A4313B7EFC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1850" y="1844675"/>
            <a:ext cx="2700300" cy="2592437"/>
          </a:xfrm>
          <a:solidFill>
            <a:schemeClr val="bg2"/>
          </a:solidFill>
        </p:spPr>
        <p:txBody>
          <a:bodyPr/>
          <a:lstStyle>
            <a:lvl1pPr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6E0F798-4B85-2B68-5278-91C94AD246F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38176" y="1844675"/>
            <a:ext cx="2699835" cy="2592437"/>
          </a:xfrm>
          <a:solidFill>
            <a:schemeClr val="bg2"/>
          </a:solidFill>
        </p:spPr>
        <p:txBody>
          <a:bodyPr/>
          <a:lstStyle>
            <a:lvl1pPr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D07E5D9-645F-CC2E-67AB-128622022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B9E4B-FEA6-18A8-0FDA-CE7F8E78D2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5991" y="4581128"/>
            <a:ext cx="2700338" cy="14402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DF9E083-F665-1347-A43D-E23E10466F7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1851" y="4581128"/>
            <a:ext cx="2700299" cy="14402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2090DD4-8328-53E1-0B5E-F791C29A923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37673" y="4581128"/>
            <a:ext cx="2700338" cy="14402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494563-DA14-CC81-C1A3-CF27EDFCFE51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9A3D93B2-ADE1-4EBC-B0DF-9E0D01FBB165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9B411D4-47EB-1C79-3087-9D34CBED83B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01E4C71-D7DC-06FF-1A4E-0C2347727BD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41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615">
          <p15:clr>
            <a:srgbClr val="FBAE40"/>
          </p15:clr>
        </p15:guide>
        <p15:guide id="3" pos="5065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roduc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F4909C0-CB7F-4820-564D-70F4F52CDD9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5991" y="1844675"/>
            <a:ext cx="5616159" cy="2592437"/>
          </a:xfrm>
          <a:solidFill>
            <a:schemeClr val="bg2"/>
          </a:solidFill>
        </p:spPr>
        <p:txBody>
          <a:bodyPr/>
          <a:lstStyle>
            <a:lvl1pPr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6E0F798-4B85-2B68-5278-91C94AD246F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38176" y="1844675"/>
            <a:ext cx="2699835" cy="2592437"/>
          </a:xfrm>
          <a:solidFill>
            <a:schemeClr val="bg2"/>
          </a:solidFill>
        </p:spPr>
        <p:txBody>
          <a:bodyPr/>
          <a:lstStyle>
            <a:lvl1pPr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D07E5D9-645F-CC2E-67AB-128622022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B9E4B-FEA6-18A8-0FDA-CE7F8E78D2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5991" y="4581128"/>
            <a:ext cx="5616159" cy="14402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2090DD4-8328-53E1-0B5E-F791C29A923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37673" y="4581128"/>
            <a:ext cx="2700338" cy="14402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1A5B5C-BBAF-F795-1A7F-1967E5CA290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32C0429-6883-48E7-AC9E-E60952470C05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C1213D-C2FD-6A4D-0F06-3F804BDCFDA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6241C6F-251A-D6C9-DF18-C7E7EE07BD8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35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615">
          <p15:clr>
            <a:srgbClr val="FBAE40"/>
          </p15:clr>
        </p15:guide>
        <p15:guide id="3" pos="5065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duct C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F4909C0-CB7F-4820-564D-70F4F52CDD9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5991" y="1844675"/>
            <a:ext cx="2699835" cy="2592437"/>
          </a:xfrm>
          <a:solidFill>
            <a:schemeClr val="bg2"/>
          </a:solidFill>
        </p:spPr>
        <p:txBody>
          <a:bodyPr/>
          <a:lstStyle>
            <a:lvl1pPr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D07E5D9-645F-CC2E-67AB-128622022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B9E4B-FEA6-18A8-0FDA-CE7F8E78D2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5991" y="4581128"/>
            <a:ext cx="2700338" cy="1440260"/>
          </a:xfrm>
        </p:spPr>
        <p:txBody>
          <a:bodyPr/>
          <a:lstStyle>
            <a:lvl1pPr>
              <a:defRPr sz="1350" b="1">
                <a:solidFill>
                  <a:schemeClr val="accent2"/>
                </a:solidFill>
              </a:defRPr>
            </a:lvl1pPr>
            <a:lvl2pPr>
              <a:defRPr sz="1350"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069CD21-258E-F584-DB10-DDDF64A8BB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21850" y="1844676"/>
            <a:ext cx="5616160" cy="4176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3964F-AFAC-891A-5214-28B0F7BCE15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196BF6B3-A6FD-4712-A994-6D1D444B40F4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359FB3-5363-BBD7-8294-1DE1329EE69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AA5D0B9-447A-F3D5-F8F2-07B039C7633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861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duct Cas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F4909C0-CB7F-4820-564D-70F4F52CDD9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38176" y="1844675"/>
            <a:ext cx="2699835" cy="2592437"/>
          </a:xfrm>
          <a:solidFill>
            <a:schemeClr val="bg2"/>
          </a:solidFill>
        </p:spPr>
        <p:txBody>
          <a:bodyPr/>
          <a:lstStyle>
            <a:lvl1pPr>
              <a:defRPr sz="75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D07E5D9-645F-CC2E-67AB-128622022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B9E4B-FEA6-18A8-0FDA-CE7F8E78D2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38176" y="4581128"/>
            <a:ext cx="2699835" cy="1440260"/>
          </a:xfrm>
        </p:spPr>
        <p:txBody>
          <a:bodyPr/>
          <a:lstStyle>
            <a:lvl1pPr>
              <a:defRPr sz="1350" b="1">
                <a:solidFill>
                  <a:schemeClr val="accent2"/>
                </a:solidFill>
              </a:defRPr>
            </a:lvl1pPr>
            <a:lvl2pPr>
              <a:defRPr sz="1350"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069CD21-258E-F584-DB10-DDDF64A8BB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5991" y="1844676"/>
            <a:ext cx="5621871" cy="4176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CAC5B-0885-5983-A752-B7772C6BE75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4BCDB0F5-D51C-4B29-B6C5-DC07D130AAE9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4670D1-B039-76C6-4937-2BADDC7351D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2400DED-003B-82AF-556C-66F7300463D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070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F4909C0-CB7F-4820-564D-70F4F52CDD9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5992" y="3717033"/>
            <a:ext cx="2699835" cy="2304355"/>
          </a:xfrm>
          <a:solidFill>
            <a:schemeClr val="bg2"/>
          </a:solidFill>
        </p:spPr>
        <p:txBody>
          <a:bodyPr/>
          <a:lstStyle>
            <a:lvl1pPr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7D5736D-2F13-0DB0-3DBC-A4313B7EFC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1850" y="3717033"/>
            <a:ext cx="2700300" cy="2304355"/>
          </a:xfrm>
          <a:solidFill>
            <a:schemeClr val="bg2"/>
          </a:solidFill>
        </p:spPr>
        <p:txBody>
          <a:bodyPr/>
          <a:lstStyle>
            <a:lvl1pPr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6E0F798-4B85-2B68-5278-91C94AD246F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38174" y="3717033"/>
            <a:ext cx="2699836" cy="2304355"/>
          </a:xfrm>
          <a:solidFill>
            <a:schemeClr val="bg2"/>
          </a:solidFill>
        </p:spPr>
        <p:txBody>
          <a:bodyPr/>
          <a:lstStyle>
            <a:lvl1pPr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D07E5D9-645F-CC2E-67AB-128622022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B9E4B-FEA6-18A8-0FDA-CE7F8E78D2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5991" y="2420888"/>
            <a:ext cx="2700338" cy="1152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DF9E083-F665-1347-A43D-E23E10466F7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1851" y="2420888"/>
            <a:ext cx="2700299" cy="1152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2090DD4-8328-53E1-0B5E-F791C29A923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37673" y="2420888"/>
            <a:ext cx="2700338" cy="1152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12460F8-53D5-D49D-CCD5-2AB026B60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5982" y="1844676"/>
            <a:ext cx="2699844" cy="576213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350" b="1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65CDEC5-CCC3-05E5-2109-79577D28DD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21850" y="1844676"/>
            <a:ext cx="2700300" cy="576213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350" b="1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D684454-A390-CDC0-AD9B-DFA0DB463D1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38174" y="1844676"/>
            <a:ext cx="2699846" cy="576213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350" b="1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EB006A7F-B34E-D6DA-D234-2F2B4DD705EB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B180870-2737-4A43-B027-FB7900C20A7D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970AC6FC-E815-5471-6B70-56AD786B26E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A437C13-C2D7-2FA5-A9B3-F32577BB741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647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615">
          <p15:clr>
            <a:srgbClr val="FBAE40"/>
          </p15:clr>
        </p15:guide>
        <p15:guide id="3" pos="5065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F4909C0-CB7F-4820-564D-70F4F52CDD9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5991" y="3717033"/>
            <a:ext cx="4157997" cy="2304355"/>
          </a:xfrm>
          <a:solidFill>
            <a:schemeClr val="bg2"/>
          </a:solidFill>
        </p:spPr>
        <p:txBody>
          <a:bodyPr/>
          <a:lstStyle>
            <a:lvl1pPr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7D5736D-2F13-0DB0-3DBC-A4313B7EFC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80012" y="3717033"/>
            <a:ext cx="4157998" cy="2304355"/>
          </a:xfrm>
          <a:solidFill>
            <a:schemeClr val="bg2"/>
          </a:solidFill>
        </p:spPr>
        <p:txBody>
          <a:bodyPr/>
          <a:lstStyle>
            <a:lvl1pPr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D07E5D9-645F-CC2E-67AB-128622022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B9E4B-FEA6-18A8-0FDA-CE7F8E78D2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5991" y="2420888"/>
            <a:ext cx="4157997" cy="1152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DF9E083-F665-1347-A43D-E23E10466F7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80366" y="2420888"/>
            <a:ext cx="4157644" cy="1152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12460F8-53D5-D49D-CCD5-2AB026B60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5982" y="1844676"/>
            <a:ext cx="4157237" cy="576213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350" b="1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65CDEC5-CCC3-05E5-2109-79577D28DD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80366" y="1844676"/>
            <a:ext cx="4157646" cy="576213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350" b="1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007422C-D740-116D-D816-DEF4F0D4B3A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40063BF1-1AD1-42B0-9155-7C2408B8A839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B4363070-C085-5DB0-0026-7423B2184E8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F017768-2CF7-CF02-1F85-8C493C73605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257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615">
          <p15:clr>
            <a:srgbClr val="FBAE40"/>
          </p15:clr>
        </p15:guide>
        <p15:guide id="3" pos="506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ghlight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E88811A-4106-5F88-85E8-CA5D4169097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-11404" y="3717032"/>
            <a:ext cx="3124889" cy="2304356"/>
          </a:xfrm>
          <a:solidFill>
            <a:schemeClr val="accent2"/>
          </a:solidFill>
        </p:spPr>
        <p:txBody>
          <a:bodyPr lIns="432000" tIns="288000" rIns="432000" bIns="288000"/>
          <a:lstStyle>
            <a:lvl1pPr>
              <a:defRPr sz="1200" b="1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 marL="1414463" indent="0"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7D5736D-2F13-0DB0-3DBC-A4313B7EFC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13485" y="3717033"/>
            <a:ext cx="2917032" cy="2304355"/>
          </a:xfrm>
          <a:solidFill>
            <a:schemeClr val="bg2"/>
          </a:solidFill>
        </p:spPr>
        <p:txBody>
          <a:bodyPr/>
          <a:lstStyle>
            <a:lvl1pPr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6E0F798-4B85-2B68-5278-91C94AD246F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30517" y="3717033"/>
            <a:ext cx="3113483" cy="2304356"/>
          </a:xfrm>
          <a:solidFill>
            <a:schemeClr val="bg2"/>
          </a:solidFill>
        </p:spPr>
        <p:txBody>
          <a:bodyPr/>
          <a:lstStyle>
            <a:lvl1pPr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D07E5D9-645F-CC2E-67AB-128622022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E25F17CB-93EE-1A67-C5EF-0688CADF210A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BAFEEC49-DC03-41A8-900B-05A34E2847AA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2E6BFB01-721D-2F28-910C-0362B818734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95A88BF-5656-09FB-9C37-347222FE5BD0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844A489-5310-AED1-FF20-D1A7F90F44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5991" y="2420888"/>
            <a:ext cx="2700338" cy="1152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BB1B909-B5A3-BBF7-75F3-FA140F15118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1851" y="2420888"/>
            <a:ext cx="2700299" cy="1152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E4343A6-B33B-138E-E8B4-4C946F748B8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37673" y="2420888"/>
            <a:ext cx="2700338" cy="1152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D19BF13-29DD-3B32-68D0-2F6B1EDA3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5982" y="1844676"/>
            <a:ext cx="2699844" cy="576213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350" b="1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1EF62AE2-C920-CA6F-1970-443612A89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21850" y="1844676"/>
            <a:ext cx="2700300" cy="576213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350" b="1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80921090-7B13-C9B0-82BC-21F9143B7F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38174" y="1844676"/>
            <a:ext cx="2699846" cy="576213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350" b="1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966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615">
          <p15:clr>
            <a:srgbClr val="FBAE40"/>
          </p15:clr>
        </p15:guide>
        <p15:guide id="3" pos="5065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ghlight Produc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D07E5D9-645F-CC2E-67AB-128622022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69BD66C-8504-C5E2-02E7-AD28D2F668C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717033"/>
            <a:ext cx="3113485" cy="2304355"/>
          </a:xfrm>
          <a:solidFill>
            <a:schemeClr val="bg2"/>
          </a:solidFill>
        </p:spPr>
        <p:txBody>
          <a:bodyPr/>
          <a:lstStyle>
            <a:lvl1pPr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09062606-FC0F-D5E4-EB60-021D2095A4C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30517" y="3717033"/>
            <a:ext cx="3113483" cy="2304355"/>
          </a:xfrm>
          <a:solidFill>
            <a:schemeClr val="bg2"/>
          </a:solidFill>
        </p:spPr>
        <p:txBody>
          <a:bodyPr/>
          <a:lstStyle>
            <a:lvl1pPr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0965D103-B908-7B7F-C79C-1E0B98028F4B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BBF3CE3D-0263-4E08-8740-42912A835A48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5ECFFF64-9053-8CAF-B91A-A58860DE4B65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880FD83C-8535-12BF-91BB-1BEA6EE5AFD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F641EC9-568A-C3ED-22B2-34FE3A21505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5991" y="2420888"/>
            <a:ext cx="2700338" cy="1152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DC71462-AE8F-2A78-EE2E-9B7954AB78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1851" y="2420888"/>
            <a:ext cx="2700299" cy="1152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1AA0BC4-4755-1068-B70D-EFC35B72392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37673" y="2420888"/>
            <a:ext cx="2700338" cy="1152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435487D-09DB-FC17-5B16-37374D0ED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5982" y="1844676"/>
            <a:ext cx="2699844" cy="576213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350" b="1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4C8225A-31CF-1C00-D728-989A398AB8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21850" y="1844676"/>
            <a:ext cx="2700300" cy="576213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350" b="1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39016365-5CB4-F7DB-E49C-618FD9E1FE8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38174" y="1844676"/>
            <a:ext cx="2699846" cy="576213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350" b="1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8DFCAB70-F4D3-E367-D96D-6DAA0562925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13485" y="3717032"/>
            <a:ext cx="2917031" cy="2304356"/>
          </a:xfrm>
          <a:solidFill>
            <a:schemeClr val="accent2"/>
          </a:solidFill>
        </p:spPr>
        <p:txBody>
          <a:bodyPr lIns="432000" tIns="288000" rIns="432000" bIns="288000"/>
          <a:lstStyle>
            <a:lvl1pPr>
              <a:defRPr sz="1200" b="1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 marL="1414463" indent="0"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35855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615">
          <p15:clr>
            <a:srgbClr val="FBAE40"/>
          </p15:clr>
        </p15:guide>
        <p15:guide id="3" pos="5065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ghlight Produc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D07E5D9-645F-CC2E-67AB-128622022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13B908F-1DDF-F0DD-37D0-77FEF89ECE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717033"/>
            <a:ext cx="3113485" cy="2304355"/>
          </a:xfrm>
          <a:solidFill>
            <a:schemeClr val="bg2"/>
          </a:solidFill>
        </p:spPr>
        <p:txBody>
          <a:bodyPr/>
          <a:lstStyle>
            <a:lvl1pPr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50D2020-AD18-BC80-A346-B86B996951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13485" y="3717033"/>
            <a:ext cx="2917031" cy="2304355"/>
          </a:xfrm>
          <a:solidFill>
            <a:schemeClr val="bg2"/>
          </a:solidFill>
        </p:spPr>
        <p:txBody>
          <a:bodyPr/>
          <a:lstStyle>
            <a:lvl1pPr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D2F94CBA-C235-D825-991F-45AEA9EFC72E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D0C9E391-61AB-44C4-915C-89986112A064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04D3B586-DB38-4818-19BE-97449162CCF6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3413A37-40BD-0523-4B42-385FF45DA09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68911FD-CD79-8C48-FD1F-4C922DB773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5991" y="2420888"/>
            <a:ext cx="2700338" cy="1152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2B85062-EDAD-B73B-7B0A-8F5974B79CE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1851" y="2420888"/>
            <a:ext cx="2700299" cy="1152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D294A7C-D273-7C5B-A651-1644BE0BEBE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37673" y="2420888"/>
            <a:ext cx="2700338" cy="1152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E66B095-EC91-2239-78D8-80D89F75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5982" y="1844676"/>
            <a:ext cx="2699844" cy="576213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350" b="1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299F341-3B2B-8196-9440-46124FB7E6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21850" y="1844676"/>
            <a:ext cx="2700300" cy="576213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350" b="1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15ECE21-176F-F115-65BA-E2ABBE4BF7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38174" y="1844676"/>
            <a:ext cx="2699846" cy="576213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350" b="1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09458398-2856-3067-5F28-8F764090A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0516" y="3717032"/>
            <a:ext cx="3113484" cy="2304356"/>
          </a:xfrm>
          <a:solidFill>
            <a:schemeClr val="accent2"/>
          </a:solidFill>
        </p:spPr>
        <p:txBody>
          <a:bodyPr lIns="432000" tIns="288000" rIns="432000" bIns="288000"/>
          <a:lstStyle>
            <a:lvl1pPr>
              <a:defRPr sz="1200" b="1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 marL="1414463" indent="0"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4869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615">
          <p15:clr>
            <a:srgbClr val="FBAE40"/>
          </p15:clr>
        </p15:guide>
        <p15:guide id="3" pos="5065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D07E5D9-645F-CC2E-67AB-128622022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E25F17CB-93EE-1A67-C5EF-0688CADF210A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548E8A87-CCAD-40BD-8606-29010C2379F2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2E6BFB01-721D-2F28-910C-0362B818734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95A88BF-5656-09FB-9C37-347222FE5BD0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9A81D43-2A87-7D8B-3084-7FAC51173A1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113485" y="3717032"/>
            <a:ext cx="2917032" cy="2304356"/>
          </a:xfrm>
          <a:solidFill>
            <a:schemeClr val="accent4"/>
          </a:solidFill>
        </p:spPr>
        <p:txBody>
          <a:bodyPr lIns="432000" tIns="288000" rIns="432000" bIns="288000"/>
          <a:lstStyle>
            <a:lvl1pPr>
              <a:defRPr sz="1200" b="1">
                <a:solidFill>
                  <a:schemeClr val="accent2"/>
                </a:solidFill>
              </a:defRPr>
            </a:lvl1pPr>
            <a:lvl2pPr>
              <a:defRPr sz="1200"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 marL="1414463" indent="0"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1E9A983-C184-292C-FCB8-B134DA776E2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05991" y="1844676"/>
            <a:ext cx="8532019" cy="1584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7FC383E-DDB5-9BEB-7303-367FE2E3A17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-11404" y="3717032"/>
            <a:ext cx="3124889" cy="2304356"/>
          </a:xfrm>
          <a:solidFill>
            <a:schemeClr val="accent2"/>
          </a:solidFill>
        </p:spPr>
        <p:txBody>
          <a:bodyPr lIns="432000" tIns="288000" rIns="432000" bIns="288000"/>
          <a:lstStyle>
            <a:lvl1pPr>
              <a:defRPr sz="1200" b="1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 marL="1414463" indent="0"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D5233-7D78-5DD0-DE62-AB65FAFA59F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0516" y="3717032"/>
            <a:ext cx="3113484" cy="2304356"/>
          </a:xfrm>
          <a:solidFill>
            <a:srgbClr val="115EFA"/>
          </a:solidFill>
        </p:spPr>
        <p:txBody>
          <a:bodyPr lIns="432000" tIns="288000" rIns="432000" bIns="288000"/>
          <a:lstStyle>
            <a:lvl1pPr>
              <a:defRPr sz="1200" b="1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 marL="1414463" indent="0"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65664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615">
          <p15:clr>
            <a:srgbClr val="FBAE40"/>
          </p15:clr>
        </p15:guide>
        <p15:guide id="3" pos="5065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ghligh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D07E5D9-645F-CC2E-67AB-128622022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E25F17CB-93EE-1A67-C5EF-0688CADF210A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BDE3C380-9539-4189-8BCD-8A13F4277B66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2E6BFB01-721D-2F28-910C-0362B818734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95A88BF-5656-09FB-9C37-347222FE5BD0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415694B7-E753-7533-97B2-CE82DA66B37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05991" y="1844676"/>
            <a:ext cx="8532019" cy="1584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F6C549E9-7222-5C4C-2FD1-B2A978BC03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30517" y="3717033"/>
            <a:ext cx="3113483" cy="2304355"/>
          </a:xfrm>
          <a:solidFill>
            <a:schemeClr val="bg2"/>
          </a:solidFill>
        </p:spPr>
        <p:txBody>
          <a:bodyPr/>
          <a:lstStyle>
            <a:lvl1pPr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CB240BB-DFBB-B457-BCE9-B77029C6B20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113485" y="3717032"/>
            <a:ext cx="2917032" cy="2304356"/>
          </a:xfrm>
          <a:solidFill>
            <a:schemeClr val="accent4"/>
          </a:solidFill>
        </p:spPr>
        <p:txBody>
          <a:bodyPr lIns="432000" tIns="288000" rIns="432000" bIns="288000"/>
          <a:lstStyle>
            <a:lvl1pPr>
              <a:defRPr sz="1200" b="1">
                <a:solidFill>
                  <a:schemeClr val="accent2"/>
                </a:solidFill>
              </a:defRPr>
            </a:lvl1pPr>
            <a:lvl2pPr>
              <a:defRPr sz="1200"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 marL="1414463" indent="0"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ECAE5DB-B563-0FA0-58DA-78BFCC98592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-11404" y="3717032"/>
            <a:ext cx="3124889" cy="2304356"/>
          </a:xfrm>
          <a:solidFill>
            <a:schemeClr val="accent2"/>
          </a:solidFill>
        </p:spPr>
        <p:txBody>
          <a:bodyPr lIns="432000" tIns="288000" rIns="432000" bIns="288000"/>
          <a:lstStyle>
            <a:lvl1pPr>
              <a:defRPr sz="1200" b="1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 marL="1414463" indent="0"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37720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615">
          <p15:clr>
            <a:srgbClr val="FBAE40"/>
          </p15:clr>
        </p15:guide>
        <p15:guide id="3" pos="5065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Picture Backgroun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7E58B3B-4D6E-375D-E8F7-083ED84956B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6858000"/>
          </a:xfr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353FC-965B-416E-A4FB-35CCCE28E6BD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E42DB2-359E-9A4B-BB65-F1D1F836066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5991" y="1844676"/>
            <a:ext cx="8532019" cy="41767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C04CCAA-3C3C-6391-BC98-7CBE819B797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79866" y="6236625"/>
            <a:ext cx="847800" cy="288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809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F4909C0-CB7F-4820-564D-70F4F52CDD98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575940" y="1844675"/>
            <a:ext cx="2159866" cy="288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algn="ctr">
              <a:defRPr sz="75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7D5736D-2F13-0DB0-3DBC-A4313B7EFC19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3492000" y="1844674"/>
            <a:ext cx="2160000" cy="288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algn="ctr"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6E0F798-4B85-2B68-5278-91C94AD246FA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408444" y="1844674"/>
            <a:ext cx="2160000" cy="288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algn="ctr"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D07E5D9-645F-CC2E-67AB-128622022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B9E4B-FEA6-18A8-0FDA-CE7F8E78D2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5991" y="4941168"/>
            <a:ext cx="2700338" cy="1080220"/>
          </a:xfrm>
        </p:spPr>
        <p:txBody>
          <a:bodyPr/>
          <a:lstStyle>
            <a:lvl1pPr marL="0" indent="0" algn="ctr">
              <a:spcBef>
                <a:spcPts val="150"/>
              </a:spcBef>
              <a:defRPr sz="1200" b="1"/>
            </a:lvl1pPr>
            <a:lvl2pPr marL="0" indent="0" algn="ctr">
              <a:spcBef>
                <a:spcPts val="150"/>
              </a:spcBef>
              <a:buFontTx/>
              <a:buNone/>
              <a:defRPr sz="1200"/>
            </a:lvl2pPr>
            <a:lvl3pPr marL="0" indent="0" algn="ctr">
              <a:spcBef>
                <a:spcPts val="150"/>
              </a:spcBef>
              <a:buFontTx/>
              <a:buNone/>
              <a:defRPr/>
            </a:lvl3pPr>
            <a:lvl4pPr marL="0" indent="0" algn="ctr">
              <a:spcBef>
                <a:spcPts val="150"/>
              </a:spcBef>
              <a:buFontTx/>
              <a:buNone/>
              <a:defRPr/>
            </a:lvl4pPr>
            <a:lvl5pPr marL="0" indent="0" algn="ctr">
              <a:spcBef>
                <a:spcPts val="150"/>
              </a:spcBef>
              <a:buFontTx/>
              <a:buNone/>
              <a:defRPr/>
            </a:lvl5pPr>
            <a:lvl6pPr marL="0" indent="0" algn="ctr">
              <a:spcBef>
                <a:spcPts val="150"/>
              </a:spcBef>
              <a:buFontTx/>
              <a:buNone/>
              <a:defRPr/>
            </a:lvl6pPr>
            <a:lvl7pPr marL="0" indent="0" algn="ctr">
              <a:spcBef>
                <a:spcPts val="150"/>
              </a:spcBef>
              <a:buFontTx/>
              <a:buNone/>
              <a:defRPr/>
            </a:lvl7pPr>
            <a:lvl8pPr marL="0" indent="0" algn="ctr">
              <a:spcBef>
                <a:spcPts val="150"/>
              </a:spcBef>
              <a:buFontTx/>
              <a:buNone/>
              <a:defRPr/>
            </a:lvl8pPr>
            <a:lvl9pPr marL="0" indent="0" algn="ctr">
              <a:spcBef>
                <a:spcPts val="150"/>
              </a:spcBef>
              <a:buFontTx/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494563-DA14-CC81-C1A3-CF27EDFCFE51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630C2043-C1E9-4429-972F-4A1D59FE0317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9B411D4-47EB-1C79-3087-9D34CBED83B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01E4C71-D7DC-06FF-1A4E-0C2347727BD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D0121CD-9C45-66A8-CB74-5C6A1A188F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21831" y="4941168"/>
            <a:ext cx="2700338" cy="1080220"/>
          </a:xfrm>
        </p:spPr>
        <p:txBody>
          <a:bodyPr/>
          <a:lstStyle>
            <a:lvl1pPr marL="0" indent="0" algn="ctr">
              <a:spcBef>
                <a:spcPts val="150"/>
              </a:spcBef>
              <a:defRPr sz="1200" b="1"/>
            </a:lvl1pPr>
            <a:lvl2pPr marL="0" indent="0" algn="ctr">
              <a:spcBef>
                <a:spcPts val="150"/>
              </a:spcBef>
              <a:buFontTx/>
              <a:buNone/>
              <a:defRPr sz="1200"/>
            </a:lvl2pPr>
            <a:lvl3pPr marL="0" indent="0" algn="ctr">
              <a:spcBef>
                <a:spcPts val="150"/>
              </a:spcBef>
              <a:buFontTx/>
              <a:buNone/>
              <a:defRPr/>
            </a:lvl3pPr>
            <a:lvl4pPr marL="0" indent="0" algn="ctr">
              <a:spcBef>
                <a:spcPts val="150"/>
              </a:spcBef>
              <a:buFontTx/>
              <a:buNone/>
              <a:defRPr/>
            </a:lvl4pPr>
            <a:lvl5pPr marL="0" indent="0" algn="ctr">
              <a:spcBef>
                <a:spcPts val="150"/>
              </a:spcBef>
              <a:buFontTx/>
              <a:buNone/>
              <a:defRPr/>
            </a:lvl5pPr>
            <a:lvl6pPr marL="0" indent="0" algn="ctr">
              <a:spcBef>
                <a:spcPts val="150"/>
              </a:spcBef>
              <a:buFontTx/>
              <a:buNone/>
              <a:defRPr/>
            </a:lvl6pPr>
            <a:lvl7pPr marL="0" indent="0" algn="ctr">
              <a:spcBef>
                <a:spcPts val="150"/>
              </a:spcBef>
              <a:buFontTx/>
              <a:buNone/>
              <a:defRPr/>
            </a:lvl7pPr>
            <a:lvl8pPr marL="0" indent="0" algn="ctr">
              <a:spcBef>
                <a:spcPts val="150"/>
              </a:spcBef>
              <a:buFontTx/>
              <a:buNone/>
              <a:defRPr/>
            </a:lvl8pPr>
            <a:lvl9pPr marL="0" indent="0" algn="ctr">
              <a:spcBef>
                <a:spcPts val="150"/>
              </a:spcBef>
              <a:buFontTx/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F784041-EB67-20AA-7E7F-F57ED6BC835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37672" y="4941168"/>
            <a:ext cx="2700338" cy="1080220"/>
          </a:xfrm>
        </p:spPr>
        <p:txBody>
          <a:bodyPr/>
          <a:lstStyle>
            <a:lvl1pPr marL="0" indent="0" algn="ctr">
              <a:spcBef>
                <a:spcPts val="150"/>
              </a:spcBef>
              <a:defRPr sz="1200" b="1"/>
            </a:lvl1pPr>
            <a:lvl2pPr marL="0" indent="0" algn="ctr">
              <a:spcBef>
                <a:spcPts val="150"/>
              </a:spcBef>
              <a:buFontTx/>
              <a:buNone/>
              <a:defRPr sz="1200"/>
            </a:lvl2pPr>
            <a:lvl3pPr marL="0" indent="0" algn="ctr">
              <a:spcBef>
                <a:spcPts val="150"/>
              </a:spcBef>
              <a:buFontTx/>
              <a:buNone/>
              <a:defRPr/>
            </a:lvl3pPr>
            <a:lvl4pPr marL="0" indent="0" algn="ctr">
              <a:spcBef>
                <a:spcPts val="150"/>
              </a:spcBef>
              <a:buFontTx/>
              <a:buNone/>
              <a:defRPr/>
            </a:lvl4pPr>
            <a:lvl5pPr marL="0" indent="0" algn="ctr">
              <a:spcBef>
                <a:spcPts val="150"/>
              </a:spcBef>
              <a:buFontTx/>
              <a:buNone/>
              <a:defRPr/>
            </a:lvl5pPr>
            <a:lvl6pPr marL="0" indent="0" algn="ctr">
              <a:spcBef>
                <a:spcPts val="150"/>
              </a:spcBef>
              <a:buFontTx/>
              <a:buNone/>
              <a:defRPr/>
            </a:lvl6pPr>
            <a:lvl7pPr marL="0" indent="0" algn="ctr">
              <a:spcBef>
                <a:spcPts val="150"/>
              </a:spcBef>
              <a:buFontTx/>
              <a:buNone/>
              <a:defRPr/>
            </a:lvl7pPr>
            <a:lvl8pPr marL="0" indent="0" algn="ctr">
              <a:spcBef>
                <a:spcPts val="150"/>
              </a:spcBef>
              <a:buFontTx/>
              <a:buNone/>
              <a:defRPr/>
            </a:lvl8pPr>
            <a:lvl9pPr marL="0" indent="0" algn="ctr">
              <a:spcBef>
                <a:spcPts val="150"/>
              </a:spcBef>
              <a:buFontTx/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70166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615">
          <p15:clr>
            <a:srgbClr val="FBAE40"/>
          </p15:clr>
        </p15:guide>
        <p15:guide id="3" pos="5065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st 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DEBD7-2361-B0FF-D550-3B9C61A43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2B3D28-0427-3F85-E66C-35F07DCA1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7774-A3BB-48E6-A97B-20ACD0FC1645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80FAA5-158A-A4A5-2E12-00858603C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60D0EB-3C4B-4CAD-CA14-53BE84A56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054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Just Title ">
    <p:bg>
      <p:bgPr>
        <a:solidFill>
          <a:srgbClr val="002F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94F7D24-C0EE-485A-863F-14C5184A679B}"/>
              </a:ext>
            </a:extLst>
          </p:cNvPr>
          <p:cNvSpPr/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30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9D8A2E80-11B3-4E0A-8856-AFE03DE48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26319" y="1470059"/>
            <a:ext cx="7127081" cy="1980614"/>
          </a:xfrm>
          <a:pattFill prst="pct5">
            <a:fgClr>
              <a:srgbClr val="002F5F"/>
            </a:fgClr>
            <a:bgClr>
              <a:schemeClr val="bg1"/>
            </a:bgClr>
          </a:pattFill>
          <a:ln w="63500">
            <a:solidFill>
              <a:schemeClr val="bg1"/>
            </a:solidFill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729BC521-5322-4546-B751-A272ED70CC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26319" y="3811199"/>
            <a:ext cx="7127081" cy="1980614"/>
          </a:xfrm>
          <a:pattFill prst="pct5">
            <a:fgClr>
              <a:srgbClr val="002F5F"/>
            </a:fgClr>
            <a:bgClr>
              <a:schemeClr val="bg1"/>
            </a:bgClr>
          </a:pattFill>
          <a:ln w="63500">
            <a:solidFill>
              <a:schemeClr val="bg1"/>
            </a:solidFill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EDEBD7-2361-B0FF-D550-3B9C61A43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2B3D28-0427-3F85-E66C-35F07DCA1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CAD8542-E6FE-4487-A334-F2735D2A329D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80FAA5-158A-A4A5-2E12-00858603C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60D0EB-3C4B-4CAD-CA14-53BE84A56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7E45E40-931A-4496-A11F-FD77A2C613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79866" y="6236625"/>
            <a:ext cx="847800" cy="288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41330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2B3D28-0427-3F85-E66C-35F07DCA1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4EC34-FEF7-40D2-8CF0-C6CA6113541D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80FAA5-158A-A4A5-2E12-00858603C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60D0EB-3C4B-4CAD-CA14-53BE84A56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32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919D8-4647-F6A6-4F8F-664F998F80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991" y="1412876"/>
            <a:ext cx="4157997" cy="3024238"/>
          </a:xfrm>
        </p:spPr>
        <p:txBody>
          <a:bodyPr anchor="t" anchorCtr="0"/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Add thank you message.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2A9CFB3-2DB2-039B-17A5-C50A5777B96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5991" y="4581128"/>
            <a:ext cx="4157997" cy="144026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50"/>
              </a:spcBef>
              <a:buNone/>
              <a:defRPr sz="1350" b="0">
                <a:solidFill>
                  <a:schemeClr val="accent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Contact details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8111A34-160B-5E4A-BBB9-B527517B02E0}"/>
              </a:ext>
            </a:extLst>
          </p:cNvPr>
          <p:cNvGrpSpPr>
            <a:grpSpLocks noChangeAspect="1"/>
          </p:cNvGrpSpPr>
          <p:nvPr/>
        </p:nvGrpSpPr>
        <p:grpSpPr>
          <a:xfrm>
            <a:off x="305991" y="576001"/>
            <a:ext cx="847800" cy="437949"/>
            <a:chOff x="2389188" y="1992313"/>
            <a:chExt cx="7424738" cy="2876551"/>
          </a:xfrm>
          <a:solidFill>
            <a:schemeClr val="accent2"/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B9F0DAF2-A9D6-63CF-6EEE-6FCFBB3CED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24113" y="4270376"/>
              <a:ext cx="7361238" cy="598488"/>
            </a:xfrm>
            <a:custGeom>
              <a:avLst/>
              <a:gdLst>
                <a:gd name="T0" fmla="*/ 4474 w 4637"/>
                <a:gd name="T1" fmla="*/ 613 h 753"/>
                <a:gd name="T2" fmla="*/ 4500 w 4637"/>
                <a:gd name="T3" fmla="*/ 735 h 753"/>
                <a:gd name="T4" fmla="*/ 4506 w 4637"/>
                <a:gd name="T5" fmla="*/ 214 h 753"/>
                <a:gd name="T6" fmla="*/ 61 w 4637"/>
                <a:gd name="T7" fmla="*/ 747 h 753"/>
                <a:gd name="T8" fmla="*/ 22 w 4637"/>
                <a:gd name="T9" fmla="*/ 20 h 753"/>
                <a:gd name="T10" fmla="*/ 263 w 4637"/>
                <a:gd name="T11" fmla="*/ 487 h 753"/>
                <a:gd name="T12" fmla="*/ 437 w 4637"/>
                <a:gd name="T13" fmla="*/ 699 h 753"/>
                <a:gd name="T14" fmla="*/ 246 w 4637"/>
                <a:gd name="T15" fmla="*/ 601 h 753"/>
                <a:gd name="T16" fmla="*/ 378 w 4637"/>
                <a:gd name="T17" fmla="*/ 212 h 753"/>
                <a:gd name="T18" fmla="*/ 409 w 4637"/>
                <a:gd name="T19" fmla="*/ 315 h 753"/>
                <a:gd name="T20" fmla="*/ 264 w 4637"/>
                <a:gd name="T21" fmla="*/ 399 h 753"/>
                <a:gd name="T22" fmla="*/ 506 w 4637"/>
                <a:gd name="T23" fmla="*/ 232 h 753"/>
                <a:gd name="T24" fmla="*/ 657 w 4637"/>
                <a:gd name="T25" fmla="*/ 220 h 753"/>
                <a:gd name="T26" fmla="*/ 657 w 4637"/>
                <a:gd name="T27" fmla="*/ 737 h 753"/>
                <a:gd name="T28" fmla="*/ 768 w 4637"/>
                <a:gd name="T29" fmla="*/ 14 h 753"/>
                <a:gd name="T30" fmla="*/ 918 w 4637"/>
                <a:gd name="T31" fmla="*/ 711 h 753"/>
                <a:gd name="T32" fmla="*/ 837 w 4637"/>
                <a:gd name="T33" fmla="*/ 415 h 753"/>
                <a:gd name="T34" fmla="*/ 973 w 4637"/>
                <a:gd name="T35" fmla="*/ 216 h 753"/>
                <a:gd name="T36" fmla="*/ 838 w 4637"/>
                <a:gd name="T37" fmla="*/ 325 h 753"/>
                <a:gd name="T38" fmla="*/ 982 w 4637"/>
                <a:gd name="T39" fmla="*/ 659 h 753"/>
                <a:gd name="T40" fmla="*/ 1245 w 4637"/>
                <a:gd name="T41" fmla="*/ 729 h 753"/>
                <a:gd name="T42" fmla="*/ 1265 w 4637"/>
                <a:gd name="T43" fmla="*/ 210 h 753"/>
                <a:gd name="T44" fmla="*/ 1267 w 4637"/>
                <a:gd name="T45" fmla="*/ 250 h 753"/>
                <a:gd name="T46" fmla="*/ 1276 w 4637"/>
                <a:gd name="T47" fmla="*/ 711 h 753"/>
                <a:gd name="T48" fmla="*/ 1456 w 4637"/>
                <a:gd name="T49" fmla="*/ 6 h 753"/>
                <a:gd name="T50" fmla="*/ 1617 w 4637"/>
                <a:gd name="T51" fmla="*/ 675 h 753"/>
                <a:gd name="T52" fmla="*/ 1700 w 4637"/>
                <a:gd name="T53" fmla="*/ 751 h 753"/>
                <a:gd name="T54" fmla="*/ 1581 w 4637"/>
                <a:gd name="T55" fmla="*/ 315 h 753"/>
                <a:gd name="T56" fmla="*/ 1767 w 4637"/>
                <a:gd name="T57" fmla="*/ 365 h 753"/>
                <a:gd name="T58" fmla="*/ 1681 w 4637"/>
                <a:gd name="T59" fmla="*/ 242 h 753"/>
                <a:gd name="T60" fmla="*/ 2012 w 4637"/>
                <a:gd name="T61" fmla="*/ 731 h 753"/>
                <a:gd name="T62" fmla="*/ 1849 w 4637"/>
                <a:gd name="T63" fmla="*/ 591 h 753"/>
                <a:gd name="T64" fmla="*/ 1999 w 4637"/>
                <a:gd name="T65" fmla="*/ 276 h 753"/>
                <a:gd name="T66" fmla="*/ 1926 w 4637"/>
                <a:gd name="T67" fmla="*/ 204 h 753"/>
                <a:gd name="T68" fmla="*/ 2031 w 4637"/>
                <a:gd name="T69" fmla="*/ 741 h 753"/>
                <a:gd name="T70" fmla="*/ 1881 w 4637"/>
                <a:gd name="T71" fmla="*/ 671 h 753"/>
                <a:gd name="T72" fmla="*/ 2299 w 4637"/>
                <a:gd name="T73" fmla="*/ 355 h 753"/>
                <a:gd name="T74" fmla="*/ 2139 w 4637"/>
                <a:gd name="T75" fmla="*/ 747 h 753"/>
                <a:gd name="T76" fmla="*/ 2224 w 4637"/>
                <a:gd name="T77" fmla="*/ 204 h 753"/>
                <a:gd name="T78" fmla="*/ 2652 w 4637"/>
                <a:gd name="T79" fmla="*/ 753 h 753"/>
                <a:gd name="T80" fmla="*/ 2541 w 4637"/>
                <a:gd name="T81" fmla="*/ 208 h 753"/>
                <a:gd name="T82" fmla="*/ 2681 w 4637"/>
                <a:gd name="T83" fmla="*/ 248 h 753"/>
                <a:gd name="T84" fmla="*/ 2937 w 4637"/>
                <a:gd name="T85" fmla="*/ 751 h 753"/>
                <a:gd name="T86" fmla="*/ 2789 w 4637"/>
                <a:gd name="T87" fmla="*/ 737 h 753"/>
                <a:gd name="T88" fmla="*/ 2882 w 4637"/>
                <a:gd name="T89" fmla="*/ 206 h 753"/>
                <a:gd name="T90" fmla="*/ 3232 w 4637"/>
                <a:gd name="T91" fmla="*/ 487 h 753"/>
                <a:gd name="T92" fmla="*/ 3235 w 4637"/>
                <a:gd name="T93" fmla="*/ 697 h 753"/>
                <a:gd name="T94" fmla="*/ 3046 w 4637"/>
                <a:gd name="T95" fmla="*/ 615 h 753"/>
                <a:gd name="T96" fmla="*/ 3166 w 4637"/>
                <a:gd name="T97" fmla="*/ 206 h 753"/>
                <a:gd name="T98" fmla="*/ 3210 w 4637"/>
                <a:gd name="T99" fmla="*/ 321 h 753"/>
                <a:gd name="T100" fmla="*/ 3064 w 4637"/>
                <a:gd name="T101" fmla="*/ 379 h 753"/>
                <a:gd name="T102" fmla="*/ 3618 w 4637"/>
                <a:gd name="T103" fmla="*/ 305 h 753"/>
                <a:gd name="T104" fmla="*/ 3458 w 4637"/>
                <a:gd name="T105" fmla="*/ 208 h 753"/>
                <a:gd name="T106" fmla="*/ 3634 w 4637"/>
                <a:gd name="T107" fmla="*/ 282 h 753"/>
                <a:gd name="T108" fmla="*/ 3781 w 4637"/>
                <a:gd name="T109" fmla="*/ 232 h 753"/>
                <a:gd name="T110" fmla="*/ 3859 w 4637"/>
                <a:gd name="T111" fmla="*/ 319 h 753"/>
                <a:gd name="T112" fmla="*/ 4039 w 4637"/>
                <a:gd name="T113" fmla="*/ 290 h 753"/>
                <a:gd name="T114" fmla="*/ 3965 w 4637"/>
                <a:gd name="T115" fmla="*/ 753 h 753"/>
                <a:gd name="T116" fmla="*/ 3901 w 4637"/>
                <a:gd name="T117" fmla="*/ 272 h 753"/>
                <a:gd name="T118" fmla="*/ 3919 w 4637"/>
                <a:gd name="T119" fmla="*/ 703 h 753"/>
                <a:gd name="T120" fmla="*/ 4206 w 4637"/>
                <a:gd name="T121" fmla="*/ 250 h 753"/>
                <a:gd name="T122" fmla="*/ 4166 w 4637"/>
                <a:gd name="T123" fmla="*/ 216 h 753"/>
                <a:gd name="T124" fmla="*/ 4339 w 4637"/>
                <a:gd name="T125" fmla="*/ 753 h 7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37" h="753">
                  <a:moveTo>
                    <a:pt x="4615" y="254"/>
                  </a:moveTo>
                  <a:lnTo>
                    <a:pt x="4599" y="250"/>
                  </a:lnTo>
                  <a:lnTo>
                    <a:pt x="4580" y="246"/>
                  </a:lnTo>
                  <a:lnTo>
                    <a:pt x="4561" y="242"/>
                  </a:lnTo>
                  <a:lnTo>
                    <a:pt x="4545" y="242"/>
                  </a:lnTo>
                  <a:lnTo>
                    <a:pt x="4535" y="242"/>
                  </a:lnTo>
                  <a:lnTo>
                    <a:pt x="4526" y="244"/>
                  </a:lnTo>
                  <a:lnTo>
                    <a:pt x="4517" y="248"/>
                  </a:lnTo>
                  <a:lnTo>
                    <a:pt x="4509" y="254"/>
                  </a:lnTo>
                  <a:lnTo>
                    <a:pt x="4503" y="262"/>
                  </a:lnTo>
                  <a:lnTo>
                    <a:pt x="4496" y="270"/>
                  </a:lnTo>
                  <a:lnTo>
                    <a:pt x="4493" y="276"/>
                  </a:lnTo>
                  <a:lnTo>
                    <a:pt x="4491" y="280"/>
                  </a:lnTo>
                  <a:lnTo>
                    <a:pt x="4488" y="286"/>
                  </a:lnTo>
                  <a:lnTo>
                    <a:pt x="4486" y="292"/>
                  </a:lnTo>
                  <a:lnTo>
                    <a:pt x="4482" y="305"/>
                  </a:lnTo>
                  <a:lnTo>
                    <a:pt x="4477" y="319"/>
                  </a:lnTo>
                  <a:lnTo>
                    <a:pt x="4474" y="337"/>
                  </a:lnTo>
                  <a:lnTo>
                    <a:pt x="4471" y="355"/>
                  </a:lnTo>
                  <a:lnTo>
                    <a:pt x="4470" y="375"/>
                  </a:lnTo>
                  <a:lnTo>
                    <a:pt x="4468" y="395"/>
                  </a:lnTo>
                  <a:lnTo>
                    <a:pt x="4468" y="417"/>
                  </a:lnTo>
                  <a:lnTo>
                    <a:pt x="4467" y="443"/>
                  </a:lnTo>
                  <a:lnTo>
                    <a:pt x="4467" y="509"/>
                  </a:lnTo>
                  <a:lnTo>
                    <a:pt x="4468" y="533"/>
                  </a:lnTo>
                  <a:lnTo>
                    <a:pt x="4468" y="555"/>
                  </a:lnTo>
                  <a:lnTo>
                    <a:pt x="4470" y="575"/>
                  </a:lnTo>
                  <a:lnTo>
                    <a:pt x="4471" y="595"/>
                  </a:lnTo>
                  <a:lnTo>
                    <a:pt x="4474" y="613"/>
                  </a:lnTo>
                  <a:lnTo>
                    <a:pt x="4477" y="631"/>
                  </a:lnTo>
                  <a:lnTo>
                    <a:pt x="4480" y="647"/>
                  </a:lnTo>
                  <a:lnTo>
                    <a:pt x="4485" y="659"/>
                  </a:lnTo>
                  <a:lnTo>
                    <a:pt x="4490" y="673"/>
                  </a:lnTo>
                  <a:lnTo>
                    <a:pt x="4496" y="683"/>
                  </a:lnTo>
                  <a:lnTo>
                    <a:pt x="4502" y="693"/>
                  </a:lnTo>
                  <a:lnTo>
                    <a:pt x="4505" y="697"/>
                  </a:lnTo>
                  <a:lnTo>
                    <a:pt x="4509" y="701"/>
                  </a:lnTo>
                  <a:lnTo>
                    <a:pt x="4513" y="703"/>
                  </a:lnTo>
                  <a:lnTo>
                    <a:pt x="4517" y="707"/>
                  </a:lnTo>
                  <a:lnTo>
                    <a:pt x="4525" y="711"/>
                  </a:lnTo>
                  <a:lnTo>
                    <a:pt x="4535" y="713"/>
                  </a:lnTo>
                  <a:lnTo>
                    <a:pt x="4545" y="713"/>
                  </a:lnTo>
                  <a:lnTo>
                    <a:pt x="4563" y="713"/>
                  </a:lnTo>
                  <a:lnTo>
                    <a:pt x="4582" y="709"/>
                  </a:lnTo>
                  <a:lnTo>
                    <a:pt x="4600" y="705"/>
                  </a:lnTo>
                  <a:lnTo>
                    <a:pt x="4615" y="701"/>
                  </a:lnTo>
                  <a:lnTo>
                    <a:pt x="4615" y="254"/>
                  </a:lnTo>
                  <a:close/>
                  <a:moveTo>
                    <a:pt x="4629" y="735"/>
                  </a:moveTo>
                  <a:lnTo>
                    <a:pt x="4611" y="741"/>
                  </a:lnTo>
                  <a:lnTo>
                    <a:pt x="4600" y="745"/>
                  </a:lnTo>
                  <a:lnTo>
                    <a:pt x="4590" y="747"/>
                  </a:lnTo>
                  <a:lnTo>
                    <a:pt x="4567" y="751"/>
                  </a:lnTo>
                  <a:lnTo>
                    <a:pt x="4545" y="753"/>
                  </a:lnTo>
                  <a:lnTo>
                    <a:pt x="4532" y="753"/>
                  </a:lnTo>
                  <a:lnTo>
                    <a:pt x="4521" y="749"/>
                  </a:lnTo>
                  <a:lnTo>
                    <a:pt x="4510" y="743"/>
                  </a:lnTo>
                  <a:lnTo>
                    <a:pt x="4505" y="739"/>
                  </a:lnTo>
                  <a:lnTo>
                    <a:pt x="4500" y="735"/>
                  </a:lnTo>
                  <a:lnTo>
                    <a:pt x="4491" y="725"/>
                  </a:lnTo>
                  <a:lnTo>
                    <a:pt x="4483" y="715"/>
                  </a:lnTo>
                  <a:lnTo>
                    <a:pt x="4478" y="707"/>
                  </a:lnTo>
                  <a:lnTo>
                    <a:pt x="4475" y="701"/>
                  </a:lnTo>
                  <a:lnTo>
                    <a:pt x="4468" y="685"/>
                  </a:lnTo>
                  <a:lnTo>
                    <a:pt x="4463" y="669"/>
                  </a:lnTo>
                  <a:lnTo>
                    <a:pt x="4458" y="649"/>
                  </a:lnTo>
                  <a:lnTo>
                    <a:pt x="4454" y="629"/>
                  </a:lnTo>
                  <a:lnTo>
                    <a:pt x="4451" y="607"/>
                  </a:lnTo>
                  <a:lnTo>
                    <a:pt x="4448" y="585"/>
                  </a:lnTo>
                  <a:lnTo>
                    <a:pt x="4447" y="561"/>
                  </a:lnTo>
                  <a:lnTo>
                    <a:pt x="4445" y="535"/>
                  </a:lnTo>
                  <a:lnTo>
                    <a:pt x="4445" y="509"/>
                  </a:lnTo>
                  <a:lnTo>
                    <a:pt x="4445" y="443"/>
                  </a:lnTo>
                  <a:lnTo>
                    <a:pt x="4446" y="413"/>
                  </a:lnTo>
                  <a:lnTo>
                    <a:pt x="4447" y="387"/>
                  </a:lnTo>
                  <a:lnTo>
                    <a:pt x="4449" y="361"/>
                  </a:lnTo>
                  <a:lnTo>
                    <a:pt x="4451" y="337"/>
                  </a:lnTo>
                  <a:lnTo>
                    <a:pt x="4455" y="315"/>
                  </a:lnTo>
                  <a:lnTo>
                    <a:pt x="4459" y="298"/>
                  </a:lnTo>
                  <a:lnTo>
                    <a:pt x="4464" y="280"/>
                  </a:lnTo>
                  <a:lnTo>
                    <a:pt x="4470" y="264"/>
                  </a:lnTo>
                  <a:lnTo>
                    <a:pt x="4473" y="256"/>
                  </a:lnTo>
                  <a:lnTo>
                    <a:pt x="4476" y="248"/>
                  </a:lnTo>
                  <a:lnTo>
                    <a:pt x="4485" y="236"/>
                  </a:lnTo>
                  <a:lnTo>
                    <a:pt x="4489" y="232"/>
                  </a:lnTo>
                  <a:lnTo>
                    <a:pt x="4493" y="226"/>
                  </a:lnTo>
                  <a:lnTo>
                    <a:pt x="4502" y="218"/>
                  </a:lnTo>
                  <a:lnTo>
                    <a:pt x="4506" y="214"/>
                  </a:lnTo>
                  <a:lnTo>
                    <a:pt x="4511" y="212"/>
                  </a:lnTo>
                  <a:lnTo>
                    <a:pt x="4522" y="206"/>
                  </a:lnTo>
                  <a:lnTo>
                    <a:pt x="4527" y="204"/>
                  </a:lnTo>
                  <a:lnTo>
                    <a:pt x="4533" y="204"/>
                  </a:lnTo>
                  <a:lnTo>
                    <a:pt x="4545" y="202"/>
                  </a:lnTo>
                  <a:lnTo>
                    <a:pt x="4561" y="204"/>
                  </a:lnTo>
                  <a:lnTo>
                    <a:pt x="4580" y="206"/>
                  </a:lnTo>
                  <a:lnTo>
                    <a:pt x="4598" y="212"/>
                  </a:lnTo>
                  <a:lnTo>
                    <a:pt x="4615" y="218"/>
                  </a:lnTo>
                  <a:lnTo>
                    <a:pt x="4615" y="20"/>
                  </a:lnTo>
                  <a:lnTo>
                    <a:pt x="4615" y="16"/>
                  </a:lnTo>
                  <a:lnTo>
                    <a:pt x="4615" y="12"/>
                  </a:lnTo>
                  <a:lnTo>
                    <a:pt x="4617" y="6"/>
                  </a:lnTo>
                  <a:lnTo>
                    <a:pt x="4618" y="4"/>
                  </a:lnTo>
                  <a:lnTo>
                    <a:pt x="4620" y="2"/>
                  </a:lnTo>
                  <a:lnTo>
                    <a:pt x="4623" y="0"/>
                  </a:lnTo>
                  <a:lnTo>
                    <a:pt x="4628" y="0"/>
                  </a:lnTo>
                  <a:lnTo>
                    <a:pt x="4632" y="2"/>
                  </a:lnTo>
                  <a:lnTo>
                    <a:pt x="4635" y="6"/>
                  </a:lnTo>
                  <a:lnTo>
                    <a:pt x="4636" y="12"/>
                  </a:lnTo>
                  <a:lnTo>
                    <a:pt x="4637" y="20"/>
                  </a:lnTo>
                  <a:lnTo>
                    <a:pt x="4637" y="715"/>
                  </a:lnTo>
                  <a:lnTo>
                    <a:pt x="4637" y="723"/>
                  </a:lnTo>
                  <a:lnTo>
                    <a:pt x="4636" y="725"/>
                  </a:lnTo>
                  <a:lnTo>
                    <a:pt x="4635" y="727"/>
                  </a:lnTo>
                  <a:lnTo>
                    <a:pt x="4633" y="731"/>
                  </a:lnTo>
                  <a:lnTo>
                    <a:pt x="4629" y="735"/>
                  </a:lnTo>
                  <a:close/>
                  <a:moveTo>
                    <a:pt x="177" y="747"/>
                  </a:moveTo>
                  <a:lnTo>
                    <a:pt x="61" y="747"/>
                  </a:lnTo>
                  <a:lnTo>
                    <a:pt x="54" y="747"/>
                  </a:lnTo>
                  <a:lnTo>
                    <a:pt x="48" y="745"/>
                  </a:lnTo>
                  <a:lnTo>
                    <a:pt x="41" y="745"/>
                  </a:lnTo>
                  <a:lnTo>
                    <a:pt x="36" y="741"/>
                  </a:lnTo>
                  <a:lnTo>
                    <a:pt x="30" y="739"/>
                  </a:lnTo>
                  <a:lnTo>
                    <a:pt x="28" y="737"/>
                  </a:lnTo>
                  <a:lnTo>
                    <a:pt x="25" y="733"/>
                  </a:lnTo>
                  <a:lnTo>
                    <a:pt x="21" y="729"/>
                  </a:lnTo>
                  <a:lnTo>
                    <a:pt x="16" y="723"/>
                  </a:lnTo>
                  <a:lnTo>
                    <a:pt x="13" y="715"/>
                  </a:lnTo>
                  <a:lnTo>
                    <a:pt x="9" y="707"/>
                  </a:lnTo>
                  <a:lnTo>
                    <a:pt x="7" y="699"/>
                  </a:lnTo>
                  <a:lnTo>
                    <a:pt x="4" y="687"/>
                  </a:lnTo>
                  <a:lnTo>
                    <a:pt x="3" y="677"/>
                  </a:lnTo>
                  <a:lnTo>
                    <a:pt x="1" y="663"/>
                  </a:lnTo>
                  <a:lnTo>
                    <a:pt x="1" y="649"/>
                  </a:lnTo>
                  <a:lnTo>
                    <a:pt x="0" y="635"/>
                  </a:lnTo>
                  <a:lnTo>
                    <a:pt x="0" y="20"/>
                  </a:lnTo>
                  <a:lnTo>
                    <a:pt x="0" y="16"/>
                  </a:lnTo>
                  <a:lnTo>
                    <a:pt x="1" y="12"/>
                  </a:lnTo>
                  <a:lnTo>
                    <a:pt x="3" y="6"/>
                  </a:lnTo>
                  <a:lnTo>
                    <a:pt x="4" y="4"/>
                  </a:lnTo>
                  <a:lnTo>
                    <a:pt x="5" y="2"/>
                  </a:lnTo>
                  <a:lnTo>
                    <a:pt x="9" y="0"/>
                  </a:lnTo>
                  <a:lnTo>
                    <a:pt x="14" y="0"/>
                  </a:lnTo>
                  <a:lnTo>
                    <a:pt x="17" y="2"/>
                  </a:lnTo>
                  <a:lnTo>
                    <a:pt x="20" y="6"/>
                  </a:lnTo>
                  <a:lnTo>
                    <a:pt x="22" y="12"/>
                  </a:lnTo>
                  <a:lnTo>
                    <a:pt x="22" y="20"/>
                  </a:lnTo>
                  <a:lnTo>
                    <a:pt x="22" y="635"/>
                  </a:lnTo>
                  <a:lnTo>
                    <a:pt x="23" y="645"/>
                  </a:lnTo>
                  <a:lnTo>
                    <a:pt x="23" y="655"/>
                  </a:lnTo>
                  <a:lnTo>
                    <a:pt x="24" y="665"/>
                  </a:lnTo>
                  <a:lnTo>
                    <a:pt x="25" y="671"/>
                  </a:lnTo>
                  <a:lnTo>
                    <a:pt x="27" y="679"/>
                  </a:lnTo>
                  <a:lnTo>
                    <a:pt x="28" y="685"/>
                  </a:lnTo>
                  <a:lnTo>
                    <a:pt x="30" y="689"/>
                  </a:lnTo>
                  <a:lnTo>
                    <a:pt x="33" y="693"/>
                  </a:lnTo>
                  <a:lnTo>
                    <a:pt x="35" y="697"/>
                  </a:lnTo>
                  <a:lnTo>
                    <a:pt x="38" y="699"/>
                  </a:lnTo>
                  <a:lnTo>
                    <a:pt x="45" y="703"/>
                  </a:lnTo>
                  <a:lnTo>
                    <a:pt x="53" y="705"/>
                  </a:lnTo>
                  <a:lnTo>
                    <a:pt x="61" y="705"/>
                  </a:lnTo>
                  <a:lnTo>
                    <a:pt x="177" y="705"/>
                  </a:lnTo>
                  <a:lnTo>
                    <a:pt x="181" y="707"/>
                  </a:lnTo>
                  <a:lnTo>
                    <a:pt x="182" y="709"/>
                  </a:lnTo>
                  <a:lnTo>
                    <a:pt x="184" y="711"/>
                  </a:lnTo>
                  <a:lnTo>
                    <a:pt x="186" y="715"/>
                  </a:lnTo>
                  <a:lnTo>
                    <a:pt x="186" y="719"/>
                  </a:lnTo>
                  <a:lnTo>
                    <a:pt x="187" y="723"/>
                  </a:lnTo>
                  <a:lnTo>
                    <a:pt x="187" y="731"/>
                  </a:lnTo>
                  <a:lnTo>
                    <a:pt x="186" y="733"/>
                  </a:lnTo>
                  <a:lnTo>
                    <a:pt x="186" y="737"/>
                  </a:lnTo>
                  <a:lnTo>
                    <a:pt x="184" y="743"/>
                  </a:lnTo>
                  <a:lnTo>
                    <a:pt x="181" y="745"/>
                  </a:lnTo>
                  <a:lnTo>
                    <a:pt x="177" y="747"/>
                  </a:lnTo>
                  <a:close/>
                  <a:moveTo>
                    <a:pt x="433" y="487"/>
                  </a:moveTo>
                  <a:lnTo>
                    <a:pt x="263" y="487"/>
                  </a:lnTo>
                  <a:lnTo>
                    <a:pt x="263" y="509"/>
                  </a:lnTo>
                  <a:lnTo>
                    <a:pt x="263" y="539"/>
                  </a:lnTo>
                  <a:lnTo>
                    <a:pt x="264" y="553"/>
                  </a:lnTo>
                  <a:lnTo>
                    <a:pt x="265" y="565"/>
                  </a:lnTo>
                  <a:lnTo>
                    <a:pt x="266" y="579"/>
                  </a:lnTo>
                  <a:lnTo>
                    <a:pt x="267" y="591"/>
                  </a:lnTo>
                  <a:lnTo>
                    <a:pt x="270" y="613"/>
                  </a:lnTo>
                  <a:lnTo>
                    <a:pt x="274" y="631"/>
                  </a:lnTo>
                  <a:lnTo>
                    <a:pt x="279" y="647"/>
                  </a:lnTo>
                  <a:lnTo>
                    <a:pt x="284" y="663"/>
                  </a:lnTo>
                  <a:lnTo>
                    <a:pt x="287" y="669"/>
                  </a:lnTo>
                  <a:lnTo>
                    <a:pt x="290" y="675"/>
                  </a:lnTo>
                  <a:lnTo>
                    <a:pt x="293" y="681"/>
                  </a:lnTo>
                  <a:lnTo>
                    <a:pt x="296" y="685"/>
                  </a:lnTo>
                  <a:lnTo>
                    <a:pt x="303" y="693"/>
                  </a:lnTo>
                  <a:lnTo>
                    <a:pt x="311" y="701"/>
                  </a:lnTo>
                  <a:lnTo>
                    <a:pt x="319" y="705"/>
                  </a:lnTo>
                  <a:lnTo>
                    <a:pt x="327" y="709"/>
                  </a:lnTo>
                  <a:lnTo>
                    <a:pt x="336" y="713"/>
                  </a:lnTo>
                  <a:lnTo>
                    <a:pt x="345" y="713"/>
                  </a:lnTo>
                  <a:lnTo>
                    <a:pt x="354" y="713"/>
                  </a:lnTo>
                  <a:lnTo>
                    <a:pt x="372" y="713"/>
                  </a:lnTo>
                  <a:lnTo>
                    <a:pt x="390" y="709"/>
                  </a:lnTo>
                  <a:lnTo>
                    <a:pt x="410" y="703"/>
                  </a:lnTo>
                  <a:lnTo>
                    <a:pt x="429" y="697"/>
                  </a:lnTo>
                  <a:lnTo>
                    <a:pt x="431" y="697"/>
                  </a:lnTo>
                  <a:lnTo>
                    <a:pt x="432" y="697"/>
                  </a:lnTo>
                  <a:lnTo>
                    <a:pt x="436" y="697"/>
                  </a:lnTo>
                  <a:lnTo>
                    <a:pt x="437" y="699"/>
                  </a:lnTo>
                  <a:lnTo>
                    <a:pt x="438" y="703"/>
                  </a:lnTo>
                  <a:lnTo>
                    <a:pt x="439" y="705"/>
                  </a:lnTo>
                  <a:lnTo>
                    <a:pt x="439" y="709"/>
                  </a:lnTo>
                  <a:lnTo>
                    <a:pt x="439" y="721"/>
                  </a:lnTo>
                  <a:lnTo>
                    <a:pt x="438" y="725"/>
                  </a:lnTo>
                  <a:lnTo>
                    <a:pt x="437" y="729"/>
                  </a:lnTo>
                  <a:lnTo>
                    <a:pt x="436" y="731"/>
                  </a:lnTo>
                  <a:lnTo>
                    <a:pt x="434" y="733"/>
                  </a:lnTo>
                  <a:lnTo>
                    <a:pt x="430" y="737"/>
                  </a:lnTo>
                  <a:lnTo>
                    <a:pt x="411" y="743"/>
                  </a:lnTo>
                  <a:lnTo>
                    <a:pt x="391" y="749"/>
                  </a:lnTo>
                  <a:lnTo>
                    <a:pt x="372" y="751"/>
                  </a:lnTo>
                  <a:lnTo>
                    <a:pt x="354" y="753"/>
                  </a:lnTo>
                  <a:lnTo>
                    <a:pt x="343" y="753"/>
                  </a:lnTo>
                  <a:lnTo>
                    <a:pt x="331" y="751"/>
                  </a:lnTo>
                  <a:lnTo>
                    <a:pt x="320" y="747"/>
                  </a:lnTo>
                  <a:lnTo>
                    <a:pt x="310" y="741"/>
                  </a:lnTo>
                  <a:lnTo>
                    <a:pt x="300" y="735"/>
                  </a:lnTo>
                  <a:lnTo>
                    <a:pt x="295" y="731"/>
                  </a:lnTo>
                  <a:lnTo>
                    <a:pt x="291" y="727"/>
                  </a:lnTo>
                  <a:lnTo>
                    <a:pt x="282" y="715"/>
                  </a:lnTo>
                  <a:lnTo>
                    <a:pt x="274" y="703"/>
                  </a:lnTo>
                  <a:lnTo>
                    <a:pt x="270" y="695"/>
                  </a:lnTo>
                  <a:lnTo>
                    <a:pt x="267" y="687"/>
                  </a:lnTo>
                  <a:lnTo>
                    <a:pt x="260" y="669"/>
                  </a:lnTo>
                  <a:lnTo>
                    <a:pt x="255" y="649"/>
                  </a:lnTo>
                  <a:lnTo>
                    <a:pt x="250" y="627"/>
                  </a:lnTo>
                  <a:lnTo>
                    <a:pt x="248" y="615"/>
                  </a:lnTo>
                  <a:lnTo>
                    <a:pt x="246" y="601"/>
                  </a:lnTo>
                  <a:lnTo>
                    <a:pt x="243" y="573"/>
                  </a:lnTo>
                  <a:lnTo>
                    <a:pt x="241" y="543"/>
                  </a:lnTo>
                  <a:lnTo>
                    <a:pt x="241" y="527"/>
                  </a:lnTo>
                  <a:lnTo>
                    <a:pt x="241" y="509"/>
                  </a:lnTo>
                  <a:lnTo>
                    <a:pt x="241" y="443"/>
                  </a:lnTo>
                  <a:lnTo>
                    <a:pt x="241" y="417"/>
                  </a:lnTo>
                  <a:lnTo>
                    <a:pt x="242" y="391"/>
                  </a:lnTo>
                  <a:lnTo>
                    <a:pt x="245" y="369"/>
                  </a:lnTo>
                  <a:lnTo>
                    <a:pt x="247" y="345"/>
                  </a:lnTo>
                  <a:lnTo>
                    <a:pt x="249" y="335"/>
                  </a:lnTo>
                  <a:lnTo>
                    <a:pt x="251" y="325"/>
                  </a:lnTo>
                  <a:lnTo>
                    <a:pt x="253" y="315"/>
                  </a:lnTo>
                  <a:lnTo>
                    <a:pt x="255" y="305"/>
                  </a:lnTo>
                  <a:lnTo>
                    <a:pt x="258" y="296"/>
                  </a:lnTo>
                  <a:lnTo>
                    <a:pt x="261" y="288"/>
                  </a:lnTo>
                  <a:lnTo>
                    <a:pt x="267" y="270"/>
                  </a:lnTo>
                  <a:lnTo>
                    <a:pt x="274" y="256"/>
                  </a:lnTo>
                  <a:lnTo>
                    <a:pt x="281" y="242"/>
                  </a:lnTo>
                  <a:lnTo>
                    <a:pt x="289" y="230"/>
                  </a:lnTo>
                  <a:lnTo>
                    <a:pt x="299" y="220"/>
                  </a:lnTo>
                  <a:lnTo>
                    <a:pt x="308" y="212"/>
                  </a:lnTo>
                  <a:lnTo>
                    <a:pt x="319" y="208"/>
                  </a:lnTo>
                  <a:lnTo>
                    <a:pt x="330" y="204"/>
                  </a:lnTo>
                  <a:lnTo>
                    <a:pt x="336" y="202"/>
                  </a:lnTo>
                  <a:lnTo>
                    <a:pt x="343" y="202"/>
                  </a:lnTo>
                  <a:lnTo>
                    <a:pt x="355" y="204"/>
                  </a:lnTo>
                  <a:lnTo>
                    <a:pt x="361" y="204"/>
                  </a:lnTo>
                  <a:lnTo>
                    <a:pt x="367" y="206"/>
                  </a:lnTo>
                  <a:lnTo>
                    <a:pt x="378" y="212"/>
                  </a:lnTo>
                  <a:lnTo>
                    <a:pt x="383" y="216"/>
                  </a:lnTo>
                  <a:lnTo>
                    <a:pt x="387" y="220"/>
                  </a:lnTo>
                  <a:lnTo>
                    <a:pt x="397" y="230"/>
                  </a:lnTo>
                  <a:lnTo>
                    <a:pt x="405" y="240"/>
                  </a:lnTo>
                  <a:lnTo>
                    <a:pt x="412" y="254"/>
                  </a:lnTo>
                  <a:lnTo>
                    <a:pt x="416" y="260"/>
                  </a:lnTo>
                  <a:lnTo>
                    <a:pt x="419" y="268"/>
                  </a:lnTo>
                  <a:lnTo>
                    <a:pt x="424" y="286"/>
                  </a:lnTo>
                  <a:lnTo>
                    <a:pt x="429" y="303"/>
                  </a:lnTo>
                  <a:lnTo>
                    <a:pt x="433" y="323"/>
                  </a:lnTo>
                  <a:lnTo>
                    <a:pt x="437" y="343"/>
                  </a:lnTo>
                  <a:lnTo>
                    <a:pt x="439" y="365"/>
                  </a:lnTo>
                  <a:lnTo>
                    <a:pt x="441" y="389"/>
                  </a:lnTo>
                  <a:lnTo>
                    <a:pt x="442" y="415"/>
                  </a:lnTo>
                  <a:lnTo>
                    <a:pt x="443" y="441"/>
                  </a:lnTo>
                  <a:lnTo>
                    <a:pt x="443" y="469"/>
                  </a:lnTo>
                  <a:lnTo>
                    <a:pt x="443" y="473"/>
                  </a:lnTo>
                  <a:lnTo>
                    <a:pt x="442" y="475"/>
                  </a:lnTo>
                  <a:lnTo>
                    <a:pt x="440" y="483"/>
                  </a:lnTo>
                  <a:lnTo>
                    <a:pt x="437" y="487"/>
                  </a:lnTo>
                  <a:lnTo>
                    <a:pt x="433" y="487"/>
                  </a:lnTo>
                  <a:close/>
                  <a:moveTo>
                    <a:pt x="421" y="441"/>
                  </a:moveTo>
                  <a:lnTo>
                    <a:pt x="420" y="417"/>
                  </a:lnTo>
                  <a:lnTo>
                    <a:pt x="420" y="397"/>
                  </a:lnTo>
                  <a:lnTo>
                    <a:pt x="418" y="375"/>
                  </a:lnTo>
                  <a:lnTo>
                    <a:pt x="416" y="357"/>
                  </a:lnTo>
                  <a:lnTo>
                    <a:pt x="414" y="339"/>
                  </a:lnTo>
                  <a:lnTo>
                    <a:pt x="411" y="321"/>
                  </a:lnTo>
                  <a:lnTo>
                    <a:pt x="409" y="315"/>
                  </a:lnTo>
                  <a:lnTo>
                    <a:pt x="407" y="307"/>
                  </a:lnTo>
                  <a:lnTo>
                    <a:pt x="403" y="294"/>
                  </a:lnTo>
                  <a:lnTo>
                    <a:pt x="400" y="288"/>
                  </a:lnTo>
                  <a:lnTo>
                    <a:pt x="398" y="282"/>
                  </a:lnTo>
                  <a:lnTo>
                    <a:pt x="395" y="276"/>
                  </a:lnTo>
                  <a:lnTo>
                    <a:pt x="392" y="272"/>
                  </a:lnTo>
                  <a:lnTo>
                    <a:pt x="389" y="266"/>
                  </a:lnTo>
                  <a:lnTo>
                    <a:pt x="386" y="262"/>
                  </a:lnTo>
                  <a:lnTo>
                    <a:pt x="379" y="256"/>
                  </a:lnTo>
                  <a:lnTo>
                    <a:pt x="371" y="250"/>
                  </a:lnTo>
                  <a:lnTo>
                    <a:pt x="362" y="246"/>
                  </a:lnTo>
                  <a:lnTo>
                    <a:pt x="353" y="242"/>
                  </a:lnTo>
                  <a:lnTo>
                    <a:pt x="343" y="242"/>
                  </a:lnTo>
                  <a:lnTo>
                    <a:pt x="332" y="242"/>
                  </a:lnTo>
                  <a:lnTo>
                    <a:pt x="328" y="244"/>
                  </a:lnTo>
                  <a:lnTo>
                    <a:pt x="323" y="246"/>
                  </a:lnTo>
                  <a:lnTo>
                    <a:pt x="314" y="250"/>
                  </a:lnTo>
                  <a:lnTo>
                    <a:pt x="307" y="256"/>
                  </a:lnTo>
                  <a:lnTo>
                    <a:pt x="299" y="264"/>
                  </a:lnTo>
                  <a:lnTo>
                    <a:pt x="293" y="274"/>
                  </a:lnTo>
                  <a:lnTo>
                    <a:pt x="287" y="284"/>
                  </a:lnTo>
                  <a:lnTo>
                    <a:pt x="282" y="298"/>
                  </a:lnTo>
                  <a:lnTo>
                    <a:pt x="277" y="311"/>
                  </a:lnTo>
                  <a:lnTo>
                    <a:pt x="275" y="317"/>
                  </a:lnTo>
                  <a:lnTo>
                    <a:pt x="273" y="325"/>
                  </a:lnTo>
                  <a:lnTo>
                    <a:pt x="270" y="343"/>
                  </a:lnTo>
                  <a:lnTo>
                    <a:pt x="268" y="361"/>
                  </a:lnTo>
                  <a:lnTo>
                    <a:pt x="266" y="379"/>
                  </a:lnTo>
                  <a:lnTo>
                    <a:pt x="264" y="399"/>
                  </a:lnTo>
                  <a:lnTo>
                    <a:pt x="263" y="421"/>
                  </a:lnTo>
                  <a:lnTo>
                    <a:pt x="263" y="443"/>
                  </a:lnTo>
                  <a:lnTo>
                    <a:pt x="421" y="447"/>
                  </a:lnTo>
                  <a:lnTo>
                    <a:pt x="421" y="441"/>
                  </a:lnTo>
                  <a:close/>
                  <a:moveTo>
                    <a:pt x="649" y="751"/>
                  </a:moveTo>
                  <a:lnTo>
                    <a:pt x="636" y="753"/>
                  </a:lnTo>
                  <a:lnTo>
                    <a:pt x="622" y="753"/>
                  </a:lnTo>
                  <a:lnTo>
                    <a:pt x="610" y="753"/>
                  </a:lnTo>
                  <a:lnTo>
                    <a:pt x="598" y="749"/>
                  </a:lnTo>
                  <a:lnTo>
                    <a:pt x="593" y="745"/>
                  </a:lnTo>
                  <a:lnTo>
                    <a:pt x="589" y="741"/>
                  </a:lnTo>
                  <a:lnTo>
                    <a:pt x="584" y="737"/>
                  </a:lnTo>
                  <a:lnTo>
                    <a:pt x="581" y="731"/>
                  </a:lnTo>
                  <a:lnTo>
                    <a:pt x="577" y="725"/>
                  </a:lnTo>
                  <a:lnTo>
                    <a:pt x="574" y="717"/>
                  </a:lnTo>
                  <a:lnTo>
                    <a:pt x="571" y="709"/>
                  </a:lnTo>
                  <a:lnTo>
                    <a:pt x="569" y="699"/>
                  </a:lnTo>
                  <a:lnTo>
                    <a:pt x="568" y="687"/>
                  </a:lnTo>
                  <a:lnTo>
                    <a:pt x="566" y="675"/>
                  </a:lnTo>
                  <a:lnTo>
                    <a:pt x="566" y="659"/>
                  </a:lnTo>
                  <a:lnTo>
                    <a:pt x="565" y="645"/>
                  </a:lnTo>
                  <a:lnTo>
                    <a:pt x="565" y="248"/>
                  </a:lnTo>
                  <a:lnTo>
                    <a:pt x="516" y="248"/>
                  </a:lnTo>
                  <a:lnTo>
                    <a:pt x="512" y="248"/>
                  </a:lnTo>
                  <a:lnTo>
                    <a:pt x="510" y="246"/>
                  </a:lnTo>
                  <a:lnTo>
                    <a:pt x="509" y="244"/>
                  </a:lnTo>
                  <a:lnTo>
                    <a:pt x="507" y="240"/>
                  </a:lnTo>
                  <a:lnTo>
                    <a:pt x="506" y="236"/>
                  </a:lnTo>
                  <a:lnTo>
                    <a:pt x="506" y="232"/>
                  </a:lnTo>
                  <a:lnTo>
                    <a:pt x="506" y="222"/>
                  </a:lnTo>
                  <a:lnTo>
                    <a:pt x="506" y="220"/>
                  </a:lnTo>
                  <a:lnTo>
                    <a:pt x="507" y="216"/>
                  </a:lnTo>
                  <a:lnTo>
                    <a:pt x="508" y="214"/>
                  </a:lnTo>
                  <a:lnTo>
                    <a:pt x="509" y="212"/>
                  </a:lnTo>
                  <a:lnTo>
                    <a:pt x="510" y="210"/>
                  </a:lnTo>
                  <a:lnTo>
                    <a:pt x="512" y="208"/>
                  </a:lnTo>
                  <a:lnTo>
                    <a:pt x="516" y="208"/>
                  </a:lnTo>
                  <a:lnTo>
                    <a:pt x="565" y="208"/>
                  </a:lnTo>
                  <a:lnTo>
                    <a:pt x="565" y="104"/>
                  </a:lnTo>
                  <a:lnTo>
                    <a:pt x="566" y="96"/>
                  </a:lnTo>
                  <a:lnTo>
                    <a:pt x="567" y="94"/>
                  </a:lnTo>
                  <a:lnTo>
                    <a:pt x="568" y="90"/>
                  </a:lnTo>
                  <a:lnTo>
                    <a:pt x="569" y="88"/>
                  </a:lnTo>
                  <a:lnTo>
                    <a:pt x="570" y="86"/>
                  </a:lnTo>
                  <a:lnTo>
                    <a:pt x="572" y="86"/>
                  </a:lnTo>
                  <a:lnTo>
                    <a:pt x="574" y="84"/>
                  </a:lnTo>
                  <a:lnTo>
                    <a:pt x="580" y="84"/>
                  </a:lnTo>
                  <a:lnTo>
                    <a:pt x="583" y="86"/>
                  </a:lnTo>
                  <a:lnTo>
                    <a:pt x="585" y="90"/>
                  </a:lnTo>
                  <a:lnTo>
                    <a:pt x="587" y="96"/>
                  </a:lnTo>
                  <a:lnTo>
                    <a:pt x="588" y="104"/>
                  </a:lnTo>
                  <a:lnTo>
                    <a:pt x="588" y="208"/>
                  </a:lnTo>
                  <a:lnTo>
                    <a:pt x="648" y="208"/>
                  </a:lnTo>
                  <a:lnTo>
                    <a:pt x="651" y="208"/>
                  </a:lnTo>
                  <a:lnTo>
                    <a:pt x="653" y="210"/>
                  </a:lnTo>
                  <a:lnTo>
                    <a:pt x="654" y="212"/>
                  </a:lnTo>
                  <a:lnTo>
                    <a:pt x="656" y="216"/>
                  </a:lnTo>
                  <a:lnTo>
                    <a:pt x="657" y="220"/>
                  </a:lnTo>
                  <a:lnTo>
                    <a:pt x="657" y="222"/>
                  </a:lnTo>
                  <a:lnTo>
                    <a:pt x="657" y="232"/>
                  </a:lnTo>
                  <a:lnTo>
                    <a:pt x="657" y="236"/>
                  </a:lnTo>
                  <a:lnTo>
                    <a:pt x="656" y="240"/>
                  </a:lnTo>
                  <a:lnTo>
                    <a:pt x="654" y="244"/>
                  </a:lnTo>
                  <a:lnTo>
                    <a:pt x="653" y="246"/>
                  </a:lnTo>
                  <a:lnTo>
                    <a:pt x="651" y="248"/>
                  </a:lnTo>
                  <a:lnTo>
                    <a:pt x="648" y="248"/>
                  </a:lnTo>
                  <a:lnTo>
                    <a:pt x="588" y="248"/>
                  </a:lnTo>
                  <a:lnTo>
                    <a:pt x="588" y="645"/>
                  </a:lnTo>
                  <a:lnTo>
                    <a:pt x="588" y="665"/>
                  </a:lnTo>
                  <a:lnTo>
                    <a:pt x="590" y="681"/>
                  </a:lnTo>
                  <a:lnTo>
                    <a:pt x="593" y="693"/>
                  </a:lnTo>
                  <a:lnTo>
                    <a:pt x="595" y="697"/>
                  </a:lnTo>
                  <a:lnTo>
                    <a:pt x="597" y="701"/>
                  </a:lnTo>
                  <a:lnTo>
                    <a:pt x="599" y="705"/>
                  </a:lnTo>
                  <a:lnTo>
                    <a:pt x="602" y="707"/>
                  </a:lnTo>
                  <a:lnTo>
                    <a:pt x="605" y="711"/>
                  </a:lnTo>
                  <a:lnTo>
                    <a:pt x="608" y="711"/>
                  </a:lnTo>
                  <a:lnTo>
                    <a:pt x="615" y="713"/>
                  </a:lnTo>
                  <a:lnTo>
                    <a:pt x="622" y="713"/>
                  </a:lnTo>
                  <a:lnTo>
                    <a:pt x="647" y="713"/>
                  </a:lnTo>
                  <a:lnTo>
                    <a:pt x="651" y="715"/>
                  </a:lnTo>
                  <a:lnTo>
                    <a:pt x="655" y="717"/>
                  </a:lnTo>
                  <a:lnTo>
                    <a:pt x="656" y="719"/>
                  </a:lnTo>
                  <a:lnTo>
                    <a:pt x="657" y="723"/>
                  </a:lnTo>
                  <a:lnTo>
                    <a:pt x="657" y="725"/>
                  </a:lnTo>
                  <a:lnTo>
                    <a:pt x="657" y="729"/>
                  </a:lnTo>
                  <a:lnTo>
                    <a:pt x="657" y="737"/>
                  </a:lnTo>
                  <a:lnTo>
                    <a:pt x="655" y="743"/>
                  </a:lnTo>
                  <a:lnTo>
                    <a:pt x="654" y="747"/>
                  </a:lnTo>
                  <a:lnTo>
                    <a:pt x="653" y="747"/>
                  </a:lnTo>
                  <a:lnTo>
                    <a:pt x="649" y="751"/>
                  </a:lnTo>
                  <a:close/>
                  <a:moveTo>
                    <a:pt x="767" y="20"/>
                  </a:moveTo>
                  <a:lnTo>
                    <a:pt x="743" y="192"/>
                  </a:lnTo>
                  <a:lnTo>
                    <a:pt x="742" y="202"/>
                  </a:lnTo>
                  <a:lnTo>
                    <a:pt x="740" y="208"/>
                  </a:lnTo>
                  <a:lnTo>
                    <a:pt x="737" y="210"/>
                  </a:lnTo>
                  <a:lnTo>
                    <a:pt x="734" y="212"/>
                  </a:lnTo>
                  <a:lnTo>
                    <a:pt x="726" y="212"/>
                  </a:lnTo>
                  <a:lnTo>
                    <a:pt x="724" y="210"/>
                  </a:lnTo>
                  <a:lnTo>
                    <a:pt x="722" y="208"/>
                  </a:lnTo>
                  <a:lnTo>
                    <a:pt x="722" y="206"/>
                  </a:lnTo>
                  <a:lnTo>
                    <a:pt x="722" y="202"/>
                  </a:lnTo>
                  <a:lnTo>
                    <a:pt x="722" y="198"/>
                  </a:lnTo>
                  <a:lnTo>
                    <a:pt x="722" y="192"/>
                  </a:lnTo>
                  <a:lnTo>
                    <a:pt x="743" y="20"/>
                  </a:lnTo>
                  <a:lnTo>
                    <a:pt x="744" y="10"/>
                  </a:lnTo>
                  <a:lnTo>
                    <a:pt x="745" y="6"/>
                  </a:lnTo>
                  <a:lnTo>
                    <a:pt x="746" y="4"/>
                  </a:lnTo>
                  <a:lnTo>
                    <a:pt x="749" y="2"/>
                  </a:lnTo>
                  <a:lnTo>
                    <a:pt x="753" y="0"/>
                  </a:lnTo>
                  <a:lnTo>
                    <a:pt x="762" y="0"/>
                  </a:lnTo>
                  <a:lnTo>
                    <a:pt x="765" y="0"/>
                  </a:lnTo>
                  <a:lnTo>
                    <a:pt x="767" y="2"/>
                  </a:lnTo>
                  <a:lnTo>
                    <a:pt x="768" y="6"/>
                  </a:lnTo>
                  <a:lnTo>
                    <a:pt x="768" y="12"/>
                  </a:lnTo>
                  <a:lnTo>
                    <a:pt x="768" y="14"/>
                  </a:lnTo>
                  <a:lnTo>
                    <a:pt x="767" y="20"/>
                  </a:lnTo>
                  <a:close/>
                  <a:moveTo>
                    <a:pt x="898" y="753"/>
                  </a:moveTo>
                  <a:lnTo>
                    <a:pt x="879" y="753"/>
                  </a:lnTo>
                  <a:lnTo>
                    <a:pt x="859" y="749"/>
                  </a:lnTo>
                  <a:lnTo>
                    <a:pt x="841" y="745"/>
                  </a:lnTo>
                  <a:lnTo>
                    <a:pt x="825" y="739"/>
                  </a:lnTo>
                  <a:lnTo>
                    <a:pt x="820" y="737"/>
                  </a:lnTo>
                  <a:lnTo>
                    <a:pt x="818" y="735"/>
                  </a:lnTo>
                  <a:lnTo>
                    <a:pt x="817" y="735"/>
                  </a:lnTo>
                  <a:lnTo>
                    <a:pt x="815" y="733"/>
                  </a:lnTo>
                  <a:lnTo>
                    <a:pt x="814" y="729"/>
                  </a:lnTo>
                  <a:lnTo>
                    <a:pt x="814" y="727"/>
                  </a:lnTo>
                  <a:lnTo>
                    <a:pt x="814" y="723"/>
                  </a:lnTo>
                  <a:lnTo>
                    <a:pt x="814" y="711"/>
                  </a:lnTo>
                  <a:lnTo>
                    <a:pt x="814" y="707"/>
                  </a:lnTo>
                  <a:lnTo>
                    <a:pt x="814" y="705"/>
                  </a:lnTo>
                  <a:lnTo>
                    <a:pt x="816" y="701"/>
                  </a:lnTo>
                  <a:lnTo>
                    <a:pt x="817" y="699"/>
                  </a:lnTo>
                  <a:lnTo>
                    <a:pt x="819" y="699"/>
                  </a:lnTo>
                  <a:lnTo>
                    <a:pt x="820" y="697"/>
                  </a:lnTo>
                  <a:lnTo>
                    <a:pt x="822" y="697"/>
                  </a:lnTo>
                  <a:lnTo>
                    <a:pt x="825" y="697"/>
                  </a:lnTo>
                  <a:lnTo>
                    <a:pt x="844" y="703"/>
                  </a:lnTo>
                  <a:lnTo>
                    <a:pt x="863" y="709"/>
                  </a:lnTo>
                  <a:lnTo>
                    <a:pt x="873" y="711"/>
                  </a:lnTo>
                  <a:lnTo>
                    <a:pt x="882" y="713"/>
                  </a:lnTo>
                  <a:lnTo>
                    <a:pt x="899" y="713"/>
                  </a:lnTo>
                  <a:lnTo>
                    <a:pt x="912" y="713"/>
                  </a:lnTo>
                  <a:lnTo>
                    <a:pt x="918" y="711"/>
                  </a:lnTo>
                  <a:lnTo>
                    <a:pt x="924" y="709"/>
                  </a:lnTo>
                  <a:lnTo>
                    <a:pt x="930" y="707"/>
                  </a:lnTo>
                  <a:lnTo>
                    <a:pt x="935" y="703"/>
                  </a:lnTo>
                  <a:lnTo>
                    <a:pt x="940" y="699"/>
                  </a:lnTo>
                  <a:lnTo>
                    <a:pt x="944" y="695"/>
                  </a:lnTo>
                  <a:lnTo>
                    <a:pt x="948" y="689"/>
                  </a:lnTo>
                  <a:lnTo>
                    <a:pt x="952" y="681"/>
                  </a:lnTo>
                  <a:lnTo>
                    <a:pt x="955" y="673"/>
                  </a:lnTo>
                  <a:lnTo>
                    <a:pt x="958" y="663"/>
                  </a:lnTo>
                  <a:lnTo>
                    <a:pt x="960" y="653"/>
                  </a:lnTo>
                  <a:lnTo>
                    <a:pt x="961" y="641"/>
                  </a:lnTo>
                  <a:lnTo>
                    <a:pt x="962" y="627"/>
                  </a:lnTo>
                  <a:lnTo>
                    <a:pt x="963" y="613"/>
                  </a:lnTo>
                  <a:lnTo>
                    <a:pt x="962" y="599"/>
                  </a:lnTo>
                  <a:lnTo>
                    <a:pt x="960" y="585"/>
                  </a:lnTo>
                  <a:lnTo>
                    <a:pt x="959" y="579"/>
                  </a:lnTo>
                  <a:lnTo>
                    <a:pt x="957" y="573"/>
                  </a:lnTo>
                  <a:lnTo>
                    <a:pt x="952" y="561"/>
                  </a:lnTo>
                  <a:lnTo>
                    <a:pt x="949" y="555"/>
                  </a:lnTo>
                  <a:lnTo>
                    <a:pt x="945" y="547"/>
                  </a:lnTo>
                  <a:lnTo>
                    <a:pt x="935" y="535"/>
                  </a:lnTo>
                  <a:lnTo>
                    <a:pt x="924" y="519"/>
                  </a:lnTo>
                  <a:lnTo>
                    <a:pt x="909" y="503"/>
                  </a:lnTo>
                  <a:lnTo>
                    <a:pt x="877" y="469"/>
                  </a:lnTo>
                  <a:lnTo>
                    <a:pt x="864" y="453"/>
                  </a:lnTo>
                  <a:lnTo>
                    <a:pt x="852" y="439"/>
                  </a:lnTo>
                  <a:lnTo>
                    <a:pt x="841" y="423"/>
                  </a:lnTo>
                  <a:lnTo>
                    <a:pt x="839" y="419"/>
                  </a:lnTo>
                  <a:lnTo>
                    <a:pt x="837" y="415"/>
                  </a:lnTo>
                  <a:lnTo>
                    <a:pt x="832" y="407"/>
                  </a:lnTo>
                  <a:lnTo>
                    <a:pt x="829" y="399"/>
                  </a:lnTo>
                  <a:lnTo>
                    <a:pt x="825" y="389"/>
                  </a:lnTo>
                  <a:lnTo>
                    <a:pt x="823" y="381"/>
                  </a:lnTo>
                  <a:lnTo>
                    <a:pt x="820" y="371"/>
                  </a:lnTo>
                  <a:lnTo>
                    <a:pt x="819" y="361"/>
                  </a:lnTo>
                  <a:lnTo>
                    <a:pt x="817" y="349"/>
                  </a:lnTo>
                  <a:lnTo>
                    <a:pt x="816" y="337"/>
                  </a:lnTo>
                  <a:lnTo>
                    <a:pt x="816" y="325"/>
                  </a:lnTo>
                  <a:lnTo>
                    <a:pt x="817" y="309"/>
                  </a:lnTo>
                  <a:lnTo>
                    <a:pt x="818" y="294"/>
                  </a:lnTo>
                  <a:lnTo>
                    <a:pt x="820" y="280"/>
                  </a:lnTo>
                  <a:lnTo>
                    <a:pt x="823" y="268"/>
                  </a:lnTo>
                  <a:lnTo>
                    <a:pt x="826" y="256"/>
                  </a:lnTo>
                  <a:lnTo>
                    <a:pt x="830" y="246"/>
                  </a:lnTo>
                  <a:lnTo>
                    <a:pt x="835" y="238"/>
                  </a:lnTo>
                  <a:lnTo>
                    <a:pt x="840" y="230"/>
                  </a:lnTo>
                  <a:lnTo>
                    <a:pt x="845" y="222"/>
                  </a:lnTo>
                  <a:lnTo>
                    <a:pt x="851" y="216"/>
                  </a:lnTo>
                  <a:lnTo>
                    <a:pt x="858" y="212"/>
                  </a:lnTo>
                  <a:lnTo>
                    <a:pt x="864" y="208"/>
                  </a:lnTo>
                  <a:lnTo>
                    <a:pt x="871" y="206"/>
                  </a:lnTo>
                  <a:lnTo>
                    <a:pt x="878" y="204"/>
                  </a:lnTo>
                  <a:lnTo>
                    <a:pt x="893" y="202"/>
                  </a:lnTo>
                  <a:lnTo>
                    <a:pt x="917" y="204"/>
                  </a:lnTo>
                  <a:lnTo>
                    <a:pt x="936" y="206"/>
                  </a:lnTo>
                  <a:lnTo>
                    <a:pt x="965" y="212"/>
                  </a:lnTo>
                  <a:lnTo>
                    <a:pt x="970" y="214"/>
                  </a:lnTo>
                  <a:lnTo>
                    <a:pt x="973" y="216"/>
                  </a:lnTo>
                  <a:lnTo>
                    <a:pt x="974" y="218"/>
                  </a:lnTo>
                  <a:lnTo>
                    <a:pt x="975" y="220"/>
                  </a:lnTo>
                  <a:lnTo>
                    <a:pt x="976" y="224"/>
                  </a:lnTo>
                  <a:lnTo>
                    <a:pt x="976" y="228"/>
                  </a:lnTo>
                  <a:lnTo>
                    <a:pt x="976" y="236"/>
                  </a:lnTo>
                  <a:lnTo>
                    <a:pt x="975" y="246"/>
                  </a:lnTo>
                  <a:lnTo>
                    <a:pt x="973" y="252"/>
                  </a:lnTo>
                  <a:lnTo>
                    <a:pt x="970" y="254"/>
                  </a:lnTo>
                  <a:lnTo>
                    <a:pt x="965" y="252"/>
                  </a:lnTo>
                  <a:lnTo>
                    <a:pt x="953" y="250"/>
                  </a:lnTo>
                  <a:lnTo>
                    <a:pt x="936" y="246"/>
                  </a:lnTo>
                  <a:lnTo>
                    <a:pt x="926" y="244"/>
                  </a:lnTo>
                  <a:lnTo>
                    <a:pt x="916" y="244"/>
                  </a:lnTo>
                  <a:lnTo>
                    <a:pt x="895" y="242"/>
                  </a:lnTo>
                  <a:lnTo>
                    <a:pt x="883" y="242"/>
                  </a:lnTo>
                  <a:lnTo>
                    <a:pt x="873" y="244"/>
                  </a:lnTo>
                  <a:lnTo>
                    <a:pt x="868" y="246"/>
                  </a:lnTo>
                  <a:lnTo>
                    <a:pt x="863" y="250"/>
                  </a:lnTo>
                  <a:lnTo>
                    <a:pt x="859" y="254"/>
                  </a:lnTo>
                  <a:lnTo>
                    <a:pt x="855" y="258"/>
                  </a:lnTo>
                  <a:lnTo>
                    <a:pt x="851" y="262"/>
                  </a:lnTo>
                  <a:lnTo>
                    <a:pt x="848" y="268"/>
                  </a:lnTo>
                  <a:lnTo>
                    <a:pt x="845" y="276"/>
                  </a:lnTo>
                  <a:lnTo>
                    <a:pt x="844" y="278"/>
                  </a:lnTo>
                  <a:lnTo>
                    <a:pt x="843" y="282"/>
                  </a:lnTo>
                  <a:lnTo>
                    <a:pt x="841" y="292"/>
                  </a:lnTo>
                  <a:lnTo>
                    <a:pt x="839" y="301"/>
                  </a:lnTo>
                  <a:lnTo>
                    <a:pt x="839" y="313"/>
                  </a:lnTo>
                  <a:lnTo>
                    <a:pt x="838" y="325"/>
                  </a:lnTo>
                  <a:lnTo>
                    <a:pt x="838" y="333"/>
                  </a:lnTo>
                  <a:lnTo>
                    <a:pt x="839" y="341"/>
                  </a:lnTo>
                  <a:lnTo>
                    <a:pt x="840" y="349"/>
                  </a:lnTo>
                  <a:lnTo>
                    <a:pt x="842" y="355"/>
                  </a:lnTo>
                  <a:lnTo>
                    <a:pt x="843" y="363"/>
                  </a:lnTo>
                  <a:lnTo>
                    <a:pt x="846" y="369"/>
                  </a:lnTo>
                  <a:lnTo>
                    <a:pt x="848" y="375"/>
                  </a:lnTo>
                  <a:lnTo>
                    <a:pt x="851" y="381"/>
                  </a:lnTo>
                  <a:lnTo>
                    <a:pt x="858" y="393"/>
                  </a:lnTo>
                  <a:lnTo>
                    <a:pt x="867" y="405"/>
                  </a:lnTo>
                  <a:lnTo>
                    <a:pt x="876" y="417"/>
                  </a:lnTo>
                  <a:lnTo>
                    <a:pt x="887" y="431"/>
                  </a:lnTo>
                  <a:lnTo>
                    <a:pt x="921" y="467"/>
                  </a:lnTo>
                  <a:lnTo>
                    <a:pt x="936" y="485"/>
                  </a:lnTo>
                  <a:lnTo>
                    <a:pt x="948" y="501"/>
                  </a:lnTo>
                  <a:lnTo>
                    <a:pt x="954" y="509"/>
                  </a:lnTo>
                  <a:lnTo>
                    <a:pt x="959" y="517"/>
                  </a:lnTo>
                  <a:lnTo>
                    <a:pt x="968" y="533"/>
                  </a:lnTo>
                  <a:lnTo>
                    <a:pt x="972" y="541"/>
                  </a:lnTo>
                  <a:lnTo>
                    <a:pt x="976" y="551"/>
                  </a:lnTo>
                  <a:lnTo>
                    <a:pt x="978" y="559"/>
                  </a:lnTo>
                  <a:lnTo>
                    <a:pt x="981" y="569"/>
                  </a:lnTo>
                  <a:lnTo>
                    <a:pt x="982" y="579"/>
                  </a:lnTo>
                  <a:lnTo>
                    <a:pt x="984" y="589"/>
                  </a:lnTo>
                  <a:lnTo>
                    <a:pt x="985" y="601"/>
                  </a:lnTo>
                  <a:lnTo>
                    <a:pt x="985" y="613"/>
                  </a:lnTo>
                  <a:lnTo>
                    <a:pt x="984" y="633"/>
                  </a:lnTo>
                  <a:lnTo>
                    <a:pt x="983" y="651"/>
                  </a:lnTo>
                  <a:lnTo>
                    <a:pt x="982" y="659"/>
                  </a:lnTo>
                  <a:lnTo>
                    <a:pt x="981" y="667"/>
                  </a:lnTo>
                  <a:lnTo>
                    <a:pt x="979" y="673"/>
                  </a:lnTo>
                  <a:lnTo>
                    <a:pt x="978" y="681"/>
                  </a:lnTo>
                  <a:lnTo>
                    <a:pt x="974" y="693"/>
                  </a:lnTo>
                  <a:lnTo>
                    <a:pt x="972" y="699"/>
                  </a:lnTo>
                  <a:lnTo>
                    <a:pt x="970" y="705"/>
                  </a:lnTo>
                  <a:lnTo>
                    <a:pt x="964" y="715"/>
                  </a:lnTo>
                  <a:lnTo>
                    <a:pt x="959" y="723"/>
                  </a:lnTo>
                  <a:lnTo>
                    <a:pt x="953" y="731"/>
                  </a:lnTo>
                  <a:lnTo>
                    <a:pt x="946" y="737"/>
                  </a:lnTo>
                  <a:lnTo>
                    <a:pt x="939" y="743"/>
                  </a:lnTo>
                  <a:lnTo>
                    <a:pt x="931" y="747"/>
                  </a:lnTo>
                  <a:lnTo>
                    <a:pt x="923" y="749"/>
                  </a:lnTo>
                  <a:lnTo>
                    <a:pt x="915" y="751"/>
                  </a:lnTo>
                  <a:lnTo>
                    <a:pt x="906" y="753"/>
                  </a:lnTo>
                  <a:lnTo>
                    <a:pt x="898" y="753"/>
                  </a:lnTo>
                  <a:close/>
                  <a:moveTo>
                    <a:pt x="1357" y="745"/>
                  </a:moveTo>
                  <a:lnTo>
                    <a:pt x="1341" y="747"/>
                  </a:lnTo>
                  <a:lnTo>
                    <a:pt x="1324" y="751"/>
                  </a:lnTo>
                  <a:lnTo>
                    <a:pt x="1309" y="753"/>
                  </a:lnTo>
                  <a:lnTo>
                    <a:pt x="1296" y="753"/>
                  </a:lnTo>
                  <a:lnTo>
                    <a:pt x="1283" y="751"/>
                  </a:lnTo>
                  <a:lnTo>
                    <a:pt x="1277" y="751"/>
                  </a:lnTo>
                  <a:lnTo>
                    <a:pt x="1271" y="749"/>
                  </a:lnTo>
                  <a:lnTo>
                    <a:pt x="1265" y="745"/>
                  </a:lnTo>
                  <a:lnTo>
                    <a:pt x="1260" y="743"/>
                  </a:lnTo>
                  <a:lnTo>
                    <a:pt x="1255" y="739"/>
                  </a:lnTo>
                  <a:lnTo>
                    <a:pt x="1250" y="733"/>
                  </a:lnTo>
                  <a:lnTo>
                    <a:pt x="1245" y="729"/>
                  </a:lnTo>
                  <a:lnTo>
                    <a:pt x="1241" y="723"/>
                  </a:lnTo>
                  <a:lnTo>
                    <a:pt x="1233" y="711"/>
                  </a:lnTo>
                  <a:lnTo>
                    <a:pt x="1225" y="697"/>
                  </a:lnTo>
                  <a:lnTo>
                    <a:pt x="1219" y="681"/>
                  </a:lnTo>
                  <a:lnTo>
                    <a:pt x="1213" y="663"/>
                  </a:lnTo>
                  <a:lnTo>
                    <a:pt x="1209" y="645"/>
                  </a:lnTo>
                  <a:lnTo>
                    <a:pt x="1205" y="625"/>
                  </a:lnTo>
                  <a:lnTo>
                    <a:pt x="1202" y="603"/>
                  </a:lnTo>
                  <a:lnTo>
                    <a:pt x="1199" y="581"/>
                  </a:lnTo>
                  <a:lnTo>
                    <a:pt x="1197" y="557"/>
                  </a:lnTo>
                  <a:lnTo>
                    <a:pt x="1196" y="535"/>
                  </a:lnTo>
                  <a:lnTo>
                    <a:pt x="1196" y="509"/>
                  </a:lnTo>
                  <a:lnTo>
                    <a:pt x="1196" y="443"/>
                  </a:lnTo>
                  <a:lnTo>
                    <a:pt x="1196" y="417"/>
                  </a:lnTo>
                  <a:lnTo>
                    <a:pt x="1197" y="393"/>
                  </a:lnTo>
                  <a:lnTo>
                    <a:pt x="1199" y="371"/>
                  </a:lnTo>
                  <a:lnTo>
                    <a:pt x="1202" y="349"/>
                  </a:lnTo>
                  <a:lnTo>
                    <a:pt x="1205" y="327"/>
                  </a:lnTo>
                  <a:lnTo>
                    <a:pt x="1209" y="307"/>
                  </a:lnTo>
                  <a:lnTo>
                    <a:pt x="1213" y="290"/>
                  </a:lnTo>
                  <a:lnTo>
                    <a:pt x="1219" y="272"/>
                  </a:lnTo>
                  <a:lnTo>
                    <a:pt x="1222" y="264"/>
                  </a:lnTo>
                  <a:lnTo>
                    <a:pt x="1225" y="258"/>
                  </a:lnTo>
                  <a:lnTo>
                    <a:pt x="1233" y="244"/>
                  </a:lnTo>
                  <a:lnTo>
                    <a:pt x="1237" y="238"/>
                  </a:lnTo>
                  <a:lnTo>
                    <a:pt x="1241" y="232"/>
                  </a:lnTo>
                  <a:lnTo>
                    <a:pt x="1250" y="222"/>
                  </a:lnTo>
                  <a:lnTo>
                    <a:pt x="1260" y="214"/>
                  </a:lnTo>
                  <a:lnTo>
                    <a:pt x="1265" y="210"/>
                  </a:lnTo>
                  <a:lnTo>
                    <a:pt x="1271" y="208"/>
                  </a:lnTo>
                  <a:lnTo>
                    <a:pt x="1277" y="206"/>
                  </a:lnTo>
                  <a:lnTo>
                    <a:pt x="1283" y="204"/>
                  </a:lnTo>
                  <a:lnTo>
                    <a:pt x="1289" y="202"/>
                  </a:lnTo>
                  <a:lnTo>
                    <a:pt x="1296" y="202"/>
                  </a:lnTo>
                  <a:lnTo>
                    <a:pt x="1309" y="204"/>
                  </a:lnTo>
                  <a:lnTo>
                    <a:pt x="1324" y="206"/>
                  </a:lnTo>
                  <a:lnTo>
                    <a:pt x="1341" y="208"/>
                  </a:lnTo>
                  <a:lnTo>
                    <a:pt x="1357" y="212"/>
                  </a:lnTo>
                  <a:lnTo>
                    <a:pt x="1361" y="214"/>
                  </a:lnTo>
                  <a:lnTo>
                    <a:pt x="1364" y="218"/>
                  </a:lnTo>
                  <a:lnTo>
                    <a:pt x="1365" y="220"/>
                  </a:lnTo>
                  <a:lnTo>
                    <a:pt x="1366" y="222"/>
                  </a:lnTo>
                  <a:lnTo>
                    <a:pt x="1366" y="230"/>
                  </a:lnTo>
                  <a:lnTo>
                    <a:pt x="1366" y="236"/>
                  </a:lnTo>
                  <a:lnTo>
                    <a:pt x="1365" y="240"/>
                  </a:lnTo>
                  <a:lnTo>
                    <a:pt x="1365" y="244"/>
                  </a:lnTo>
                  <a:lnTo>
                    <a:pt x="1363" y="248"/>
                  </a:lnTo>
                  <a:lnTo>
                    <a:pt x="1362" y="250"/>
                  </a:lnTo>
                  <a:lnTo>
                    <a:pt x="1360" y="250"/>
                  </a:lnTo>
                  <a:lnTo>
                    <a:pt x="1356" y="250"/>
                  </a:lnTo>
                  <a:lnTo>
                    <a:pt x="1339" y="246"/>
                  </a:lnTo>
                  <a:lnTo>
                    <a:pt x="1323" y="244"/>
                  </a:lnTo>
                  <a:lnTo>
                    <a:pt x="1309" y="242"/>
                  </a:lnTo>
                  <a:lnTo>
                    <a:pt x="1296" y="242"/>
                  </a:lnTo>
                  <a:lnTo>
                    <a:pt x="1285" y="242"/>
                  </a:lnTo>
                  <a:lnTo>
                    <a:pt x="1276" y="246"/>
                  </a:lnTo>
                  <a:lnTo>
                    <a:pt x="1272" y="248"/>
                  </a:lnTo>
                  <a:lnTo>
                    <a:pt x="1267" y="250"/>
                  </a:lnTo>
                  <a:lnTo>
                    <a:pt x="1259" y="256"/>
                  </a:lnTo>
                  <a:lnTo>
                    <a:pt x="1252" y="264"/>
                  </a:lnTo>
                  <a:lnTo>
                    <a:pt x="1246" y="274"/>
                  </a:lnTo>
                  <a:lnTo>
                    <a:pt x="1240" y="284"/>
                  </a:lnTo>
                  <a:lnTo>
                    <a:pt x="1236" y="296"/>
                  </a:lnTo>
                  <a:lnTo>
                    <a:pt x="1231" y="309"/>
                  </a:lnTo>
                  <a:lnTo>
                    <a:pt x="1228" y="325"/>
                  </a:lnTo>
                  <a:lnTo>
                    <a:pt x="1225" y="341"/>
                  </a:lnTo>
                  <a:lnTo>
                    <a:pt x="1222" y="359"/>
                  </a:lnTo>
                  <a:lnTo>
                    <a:pt x="1221" y="379"/>
                  </a:lnTo>
                  <a:lnTo>
                    <a:pt x="1219" y="399"/>
                  </a:lnTo>
                  <a:lnTo>
                    <a:pt x="1219" y="419"/>
                  </a:lnTo>
                  <a:lnTo>
                    <a:pt x="1218" y="443"/>
                  </a:lnTo>
                  <a:lnTo>
                    <a:pt x="1218" y="509"/>
                  </a:lnTo>
                  <a:lnTo>
                    <a:pt x="1219" y="531"/>
                  </a:lnTo>
                  <a:lnTo>
                    <a:pt x="1219" y="553"/>
                  </a:lnTo>
                  <a:lnTo>
                    <a:pt x="1221" y="573"/>
                  </a:lnTo>
                  <a:lnTo>
                    <a:pt x="1222" y="593"/>
                  </a:lnTo>
                  <a:lnTo>
                    <a:pt x="1225" y="611"/>
                  </a:lnTo>
                  <a:lnTo>
                    <a:pt x="1228" y="627"/>
                  </a:lnTo>
                  <a:lnTo>
                    <a:pt x="1231" y="643"/>
                  </a:lnTo>
                  <a:lnTo>
                    <a:pt x="1236" y="657"/>
                  </a:lnTo>
                  <a:lnTo>
                    <a:pt x="1240" y="671"/>
                  </a:lnTo>
                  <a:lnTo>
                    <a:pt x="1246" y="681"/>
                  </a:lnTo>
                  <a:lnTo>
                    <a:pt x="1252" y="691"/>
                  </a:lnTo>
                  <a:lnTo>
                    <a:pt x="1259" y="699"/>
                  </a:lnTo>
                  <a:lnTo>
                    <a:pt x="1267" y="705"/>
                  </a:lnTo>
                  <a:lnTo>
                    <a:pt x="1272" y="709"/>
                  </a:lnTo>
                  <a:lnTo>
                    <a:pt x="1276" y="711"/>
                  </a:lnTo>
                  <a:lnTo>
                    <a:pt x="1285" y="713"/>
                  </a:lnTo>
                  <a:lnTo>
                    <a:pt x="1296" y="713"/>
                  </a:lnTo>
                  <a:lnTo>
                    <a:pt x="1309" y="713"/>
                  </a:lnTo>
                  <a:lnTo>
                    <a:pt x="1323" y="711"/>
                  </a:lnTo>
                  <a:lnTo>
                    <a:pt x="1339" y="709"/>
                  </a:lnTo>
                  <a:lnTo>
                    <a:pt x="1356" y="705"/>
                  </a:lnTo>
                  <a:lnTo>
                    <a:pt x="1360" y="705"/>
                  </a:lnTo>
                  <a:lnTo>
                    <a:pt x="1362" y="705"/>
                  </a:lnTo>
                  <a:lnTo>
                    <a:pt x="1363" y="707"/>
                  </a:lnTo>
                  <a:lnTo>
                    <a:pt x="1365" y="709"/>
                  </a:lnTo>
                  <a:lnTo>
                    <a:pt x="1365" y="711"/>
                  </a:lnTo>
                  <a:lnTo>
                    <a:pt x="1366" y="715"/>
                  </a:lnTo>
                  <a:lnTo>
                    <a:pt x="1366" y="719"/>
                  </a:lnTo>
                  <a:lnTo>
                    <a:pt x="1366" y="731"/>
                  </a:lnTo>
                  <a:lnTo>
                    <a:pt x="1365" y="735"/>
                  </a:lnTo>
                  <a:lnTo>
                    <a:pt x="1364" y="737"/>
                  </a:lnTo>
                  <a:lnTo>
                    <a:pt x="1363" y="741"/>
                  </a:lnTo>
                  <a:lnTo>
                    <a:pt x="1361" y="741"/>
                  </a:lnTo>
                  <a:lnTo>
                    <a:pt x="1357" y="745"/>
                  </a:lnTo>
                  <a:close/>
                  <a:moveTo>
                    <a:pt x="1467" y="753"/>
                  </a:moveTo>
                  <a:lnTo>
                    <a:pt x="1462" y="753"/>
                  </a:lnTo>
                  <a:lnTo>
                    <a:pt x="1458" y="751"/>
                  </a:lnTo>
                  <a:lnTo>
                    <a:pt x="1456" y="747"/>
                  </a:lnTo>
                  <a:lnTo>
                    <a:pt x="1454" y="741"/>
                  </a:lnTo>
                  <a:lnTo>
                    <a:pt x="1453" y="735"/>
                  </a:lnTo>
                  <a:lnTo>
                    <a:pt x="1453" y="20"/>
                  </a:lnTo>
                  <a:lnTo>
                    <a:pt x="1454" y="16"/>
                  </a:lnTo>
                  <a:lnTo>
                    <a:pt x="1454" y="12"/>
                  </a:lnTo>
                  <a:lnTo>
                    <a:pt x="1456" y="6"/>
                  </a:lnTo>
                  <a:lnTo>
                    <a:pt x="1457" y="4"/>
                  </a:lnTo>
                  <a:lnTo>
                    <a:pt x="1458" y="2"/>
                  </a:lnTo>
                  <a:lnTo>
                    <a:pt x="1462" y="0"/>
                  </a:lnTo>
                  <a:lnTo>
                    <a:pt x="1467" y="0"/>
                  </a:lnTo>
                  <a:lnTo>
                    <a:pt x="1470" y="2"/>
                  </a:lnTo>
                  <a:lnTo>
                    <a:pt x="1473" y="6"/>
                  </a:lnTo>
                  <a:lnTo>
                    <a:pt x="1475" y="12"/>
                  </a:lnTo>
                  <a:lnTo>
                    <a:pt x="1476" y="20"/>
                  </a:lnTo>
                  <a:lnTo>
                    <a:pt x="1476" y="735"/>
                  </a:lnTo>
                  <a:lnTo>
                    <a:pt x="1475" y="737"/>
                  </a:lnTo>
                  <a:lnTo>
                    <a:pt x="1475" y="741"/>
                  </a:lnTo>
                  <a:lnTo>
                    <a:pt x="1473" y="747"/>
                  </a:lnTo>
                  <a:lnTo>
                    <a:pt x="1472" y="749"/>
                  </a:lnTo>
                  <a:lnTo>
                    <a:pt x="1470" y="751"/>
                  </a:lnTo>
                  <a:lnTo>
                    <a:pt x="1467" y="753"/>
                  </a:lnTo>
                  <a:close/>
                  <a:moveTo>
                    <a:pt x="1761" y="487"/>
                  </a:moveTo>
                  <a:lnTo>
                    <a:pt x="1591" y="487"/>
                  </a:lnTo>
                  <a:lnTo>
                    <a:pt x="1591" y="509"/>
                  </a:lnTo>
                  <a:lnTo>
                    <a:pt x="1591" y="539"/>
                  </a:lnTo>
                  <a:lnTo>
                    <a:pt x="1592" y="553"/>
                  </a:lnTo>
                  <a:lnTo>
                    <a:pt x="1593" y="565"/>
                  </a:lnTo>
                  <a:lnTo>
                    <a:pt x="1594" y="579"/>
                  </a:lnTo>
                  <a:lnTo>
                    <a:pt x="1595" y="591"/>
                  </a:lnTo>
                  <a:lnTo>
                    <a:pt x="1598" y="613"/>
                  </a:lnTo>
                  <a:lnTo>
                    <a:pt x="1602" y="631"/>
                  </a:lnTo>
                  <a:lnTo>
                    <a:pt x="1606" y="647"/>
                  </a:lnTo>
                  <a:lnTo>
                    <a:pt x="1612" y="663"/>
                  </a:lnTo>
                  <a:lnTo>
                    <a:pt x="1614" y="669"/>
                  </a:lnTo>
                  <a:lnTo>
                    <a:pt x="1617" y="675"/>
                  </a:lnTo>
                  <a:lnTo>
                    <a:pt x="1621" y="681"/>
                  </a:lnTo>
                  <a:lnTo>
                    <a:pt x="1624" y="685"/>
                  </a:lnTo>
                  <a:lnTo>
                    <a:pt x="1631" y="693"/>
                  </a:lnTo>
                  <a:lnTo>
                    <a:pt x="1638" y="701"/>
                  </a:lnTo>
                  <a:lnTo>
                    <a:pt x="1646" y="705"/>
                  </a:lnTo>
                  <a:lnTo>
                    <a:pt x="1655" y="709"/>
                  </a:lnTo>
                  <a:lnTo>
                    <a:pt x="1664" y="713"/>
                  </a:lnTo>
                  <a:lnTo>
                    <a:pt x="1673" y="713"/>
                  </a:lnTo>
                  <a:lnTo>
                    <a:pt x="1682" y="713"/>
                  </a:lnTo>
                  <a:lnTo>
                    <a:pt x="1699" y="713"/>
                  </a:lnTo>
                  <a:lnTo>
                    <a:pt x="1718" y="709"/>
                  </a:lnTo>
                  <a:lnTo>
                    <a:pt x="1737" y="703"/>
                  </a:lnTo>
                  <a:lnTo>
                    <a:pt x="1756" y="697"/>
                  </a:lnTo>
                  <a:lnTo>
                    <a:pt x="1758" y="697"/>
                  </a:lnTo>
                  <a:lnTo>
                    <a:pt x="1760" y="697"/>
                  </a:lnTo>
                  <a:lnTo>
                    <a:pt x="1764" y="697"/>
                  </a:lnTo>
                  <a:lnTo>
                    <a:pt x="1765" y="699"/>
                  </a:lnTo>
                  <a:lnTo>
                    <a:pt x="1766" y="703"/>
                  </a:lnTo>
                  <a:lnTo>
                    <a:pt x="1767" y="705"/>
                  </a:lnTo>
                  <a:lnTo>
                    <a:pt x="1767" y="709"/>
                  </a:lnTo>
                  <a:lnTo>
                    <a:pt x="1767" y="721"/>
                  </a:lnTo>
                  <a:lnTo>
                    <a:pt x="1766" y="725"/>
                  </a:lnTo>
                  <a:lnTo>
                    <a:pt x="1765" y="729"/>
                  </a:lnTo>
                  <a:lnTo>
                    <a:pt x="1764" y="731"/>
                  </a:lnTo>
                  <a:lnTo>
                    <a:pt x="1762" y="733"/>
                  </a:lnTo>
                  <a:lnTo>
                    <a:pt x="1757" y="737"/>
                  </a:lnTo>
                  <a:lnTo>
                    <a:pt x="1739" y="743"/>
                  </a:lnTo>
                  <a:lnTo>
                    <a:pt x="1719" y="749"/>
                  </a:lnTo>
                  <a:lnTo>
                    <a:pt x="1700" y="751"/>
                  </a:lnTo>
                  <a:lnTo>
                    <a:pt x="1682" y="753"/>
                  </a:lnTo>
                  <a:lnTo>
                    <a:pt x="1670" y="753"/>
                  </a:lnTo>
                  <a:lnTo>
                    <a:pt x="1659" y="751"/>
                  </a:lnTo>
                  <a:lnTo>
                    <a:pt x="1648" y="747"/>
                  </a:lnTo>
                  <a:lnTo>
                    <a:pt x="1638" y="741"/>
                  </a:lnTo>
                  <a:lnTo>
                    <a:pt x="1628" y="735"/>
                  </a:lnTo>
                  <a:lnTo>
                    <a:pt x="1623" y="731"/>
                  </a:lnTo>
                  <a:lnTo>
                    <a:pt x="1619" y="727"/>
                  </a:lnTo>
                  <a:lnTo>
                    <a:pt x="1610" y="715"/>
                  </a:lnTo>
                  <a:lnTo>
                    <a:pt x="1602" y="703"/>
                  </a:lnTo>
                  <a:lnTo>
                    <a:pt x="1598" y="695"/>
                  </a:lnTo>
                  <a:lnTo>
                    <a:pt x="1595" y="687"/>
                  </a:lnTo>
                  <a:lnTo>
                    <a:pt x="1588" y="669"/>
                  </a:lnTo>
                  <a:lnTo>
                    <a:pt x="1582" y="649"/>
                  </a:lnTo>
                  <a:lnTo>
                    <a:pt x="1578" y="627"/>
                  </a:lnTo>
                  <a:lnTo>
                    <a:pt x="1575" y="615"/>
                  </a:lnTo>
                  <a:lnTo>
                    <a:pt x="1574" y="601"/>
                  </a:lnTo>
                  <a:lnTo>
                    <a:pt x="1571" y="573"/>
                  </a:lnTo>
                  <a:lnTo>
                    <a:pt x="1569" y="543"/>
                  </a:lnTo>
                  <a:lnTo>
                    <a:pt x="1569" y="527"/>
                  </a:lnTo>
                  <a:lnTo>
                    <a:pt x="1569" y="509"/>
                  </a:lnTo>
                  <a:lnTo>
                    <a:pt x="1569" y="443"/>
                  </a:lnTo>
                  <a:lnTo>
                    <a:pt x="1569" y="417"/>
                  </a:lnTo>
                  <a:lnTo>
                    <a:pt x="1570" y="391"/>
                  </a:lnTo>
                  <a:lnTo>
                    <a:pt x="1572" y="369"/>
                  </a:lnTo>
                  <a:lnTo>
                    <a:pt x="1575" y="345"/>
                  </a:lnTo>
                  <a:lnTo>
                    <a:pt x="1577" y="335"/>
                  </a:lnTo>
                  <a:lnTo>
                    <a:pt x="1579" y="325"/>
                  </a:lnTo>
                  <a:lnTo>
                    <a:pt x="1581" y="315"/>
                  </a:lnTo>
                  <a:lnTo>
                    <a:pt x="1583" y="305"/>
                  </a:lnTo>
                  <a:lnTo>
                    <a:pt x="1586" y="296"/>
                  </a:lnTo>
                  <a:lnTo>
                    <a:pt x="1589" y="288"/>
                  </a:lnTo>
                  <a:lnTo>
                    <a:pt x="1595" y="270"/>
                  </a:lnTo>
                  <a:lnTo>
                    <a:pt x="1601" y="256"/>
                  </a:lnTo>
                  <a:lnTo>
                    <a:pt x="1609" y="242"/>
                  </a:lnTo>
                  <a:lnTo>
                    <a:pt x="1617" y="230"/>
                  </a:lnTo>
                  <a:lnTo>
                    <a:pt x="1626" y="220"/>
                  </a:lnTo>
                  <a:lnTo>
                    <a:pt x="1636" y="212"/>
                  </a:lnTo>
                  <a:lnTo>
                    <a:pt x="1647" y="208"/>
                  </a:lnTo>
                  <a:lnTo>
                    <a:pt x="1658" y="204"/>
                  </a:lnTo>
                  <a:lnTo>
                    <a:pt x="1664" y="202"/>
                  </a:lnTo>
                  <a:lnTo>
                    <a:pt x="1670" y="202"/>
                  </a:lnTo>
                  <a:lnTo>
                    <a:pt x="1683" y="204"/>
                  </a:lnTo>
                  <a:lnTo>
                    <a:pt x="1689" y="204"/>
                  </a:lnTo>
                  <a:lnTo>
                    <a:pt x="1695" y="206"/>
                  </a:lnTo>
                  <a:lnTo>
                    <a:pt x="1705" y="212"/>
                  </a:lnTo>
                  <a:lnTo>
                    <a:pt x="1710" y="216"/>
                  </a:lnTo>
                  <a:lnTo>
                    <a:pt x="1715" y="220"/>
                  </a:lnTo>
                  <a:lnTo>
                    <a:pt x="1724" y="230"/>
                  </a:lnTo>
                  <a:lnTo>
                    <a:pt x="1733" y="240"/>
                  </a:lnTo>
                  <a:lnTo>
                    <a:pt x="1740" y="254"/>
                  </a:lnTo>
                  <a:lnTo>
                    <a:pt x="1743" y="260"/>
                  </a:lnTo>
                  <a:lnTo>
                    <a:pt x="1746" y="268"/>
                  </a:lnTo>
                  <a:lnTo>
                    <a:pt x="1752" y="286"/>
                  </a:lnTo>
                  <a:lnTo>
                    <a:pt x="1757" y="303"/>
                  </a:lnTo>
                  <a:lnTo>
                    <a:pt x="1761" y="323"/>
                  </a:lnTo>
                  <a:lnTo>
                    <a:pt x="1765" y="343"/>
                  </a:lnTo>
                  <a:lnTo>
                    <a:pt x="1767" y="365"/>
                  </a:lnTo>
                  <a:lnTo>
                    <a:pt x="1769" y="389"/>
                  </a:lnTo>
                  <a:lnTo>
                    <a:pt x="1770" y="415"/>
                  </a:lnTo>
                  <a:lnTo>
                    <a:pt x="1770" y="441"/>
                  </a:lnTo>
                  <a:lnTo>
                    <a:pt x="1770" y="469"/>
                  </a:lnTo>
                  <a:lnTo>
                    <a:pt x="1770" y="473"/>
                  </a:lnTo>
                  <a:lnTo>
                    <a:pt x="1770" y="475"/>
                  </a:lnTo>
                  <a:lnTo>
                    <a:pt x="1768" y="483"/>
                  </a:lnTo>
                  <a:lnTo>
                    <a:pt x="1765" y="487"/>
                  </a:lnTo>
                  <a:lnTo>
                    <a:pt x="1761" y="487"/>
                  </a:lnTo>
                  <a:close/>
                  <a:moveTo>
                    <a:pt x="1748" y="441"/>
                  </a:moveTo>
                  <a:lnTo>
                    <a:pt x="1748" y="417"/>
                  </a:lnTo>
                  <a:lnTo>
                    <a:pt x="1747" y="397"/>
                  </a:lnTo>
                  <a:lnTo>
                    <a:pt x="1746" y="375"/>
                  </a:lnTo>
                  <a:lnTo>
                    <a:pt x="1744" y="357"/>
                  </a:lnTo>
                  <a:lnTo>
                    <a:pt x="1742" y="339"/>
                  </a:lnTo>
                  <a:lnTo>
                    <a:pt x="1739" y="321"/>
                  </a:lnTo>
                  <a:lnTo>
                    <a:pt x="1737" y="315"/>
                  </a:lnTo>
                  <a:lnTo>
                    <a:pt x="1735" y="307"/>
                  </a:lnTo>
                  <a:lnTo>
                    <a:pt x="1731" y="294"/>
                  </a:lnTo>
                  <a:lnTo>
                    <a:pt x="1728" y="288"/>
                  </a:lnTo>
                  <a:lnTo>
                    <a:pt x="1726" y="282"/>
                  </a:lnTo>
                  <a:lnTo>
                    <a:pt x="1723" y="276"/>
                  </a:lnTo>
                  <a:lnTo>
                    <a:pt x="1720" y="272"/>
                  </a:lnTo>
                  <a:lnTo>
                    <a:pt x="1717" y="266"/>
                  </a:lnTo>
                  <a:lnTo>
                    <a:pt x="1714" y="262"/>
                  </a:lnTo>
                  <a:lnTo>
                    <a:pt x="1706" y="256"/>
                  </a:lnTo>
                  <a:lnTo>
                    <a:pt x="1699" y="250"/>
                  </a:lnTo>
                  <a:lnTo>
                    <a:pt x="1690" y="246"/>
                  </a:lnTo>
                  <a:lnTo>
                    <a:pt x="1681" y="242"/>
                  </a:lnTo>
                  <a:lnTo>
                    <a:pt x="1670" y="242"/>
                  </a:lnTo>
                  <a:lnTo>
                    <a:pt x="1660" y="242"/>
                  </a:lnTo>
                  <a:lnTo>
                    <a:pt x="1655" y="244"/>
                  </a:lnTo>
                  <a:lnTo>
                    <a:pt x="1651" y="246"/>
                  </a:lnTo>
                  <a:lnTo>
                    <a:pt x="1642" y="250"/>
                  </a:lnTo>
                  <a:lnTo>
                    <a:pt x="1634" y="256"/>
                  </a:lnTo>
                  <a:lnTo>
                    <a:pt x="1627" y="264"/>
                  </a:lnTo>
                  <a:lnTo>
                    <a:pt x="1621" y="274"/>
                  </a:lnTo>
                  <a:lnTo>
                    <a:pt x="1615" y="284"/>
                  </a:lnTo>
                  <a:lnTo>
                    <a:pt x="1610" y="298"/>
                  </a:lnTo>
                  <a:lnTo>
                    <a:pt x="1605" y="311"/>
                  </a:lnTo>
                  <a:lnTo>
                    <a:pt x="1603" y="317"/>
                  </a:lnTo>
                  <a:lnTo>
                    <a:pt x="1601" y="325"/>
                  </a:lnTo>
                  <a:lnTo>
                    <a:pt x="1598" y="343"/>
                  </a:lnTo>
                  <a:lnTo>
                    <a:pt x="1595" y="361"/>
                  </a:lnTo>
                  <a:lnTo>
                    <a:pt x="1593" y="379"/>
                  </a:lnTo>
                  <a:lnTo>
                    <a:pt x="1592" y="399"/>
                  </a:lnTo>
                  <a:lnTo>
                    <a:pt x="1591" y="421"/>
                  </a:lnTo>
                  <a:lnTo>
                    <a:pt x="1591" y="443"/>
                  </a:lnTo>
                  <a:lnTo>
                    <a:pt x="1748" y="447"/>
                  </a:lnTo>
                  <a:lnTo>
                    <a:pt x="1748" y="441"/>
                  </a:lnTo>
                  <a:close/>
                  <a:moveTo>
                    <a:pt x="2024" y="747"/>
                  </a:moveTo>
                  <a:lnTo>
                    <a:pt x="2021" y="747"/>
                  </a:lnTo>
                  <a:lnTo>
                    <a:pt x="2019" y="745"/>
                  </a:lnTo>
                  <a:lnTo>
                    <a:pt x="2017" y="743"/>
                  </a:lnTo>
                  <a:lnTo>
                    <a:pt x="2015" y="741"/>
                  </a:lnTo>
                  <a:lnTo>
                    <a:pt x="2013" y="739"/>
                  </a:lnTo>
                  <a:lnTo>
                    <a:pt x="2012" y="735"/>
                  </a:lnTo>
                  <a:lnTo>
                    <a:pt x="2012" y="731"/>
                  </a:lnTo>
                  <a:lnTo>
                    <a:pt x="2012" y="727"/>
                  </a:lnTo>
                  <a:lnTo>
                    <a:pt x="2012" y="701"/>
                  </a:lnTo>
                  <a:lnTo>
                    <a:pt x="2002" y="711"/>
                  </a:lnTo>
                  <a:lnTo>
                    <a:pt x="1992" y="721"/>
                  </a:lnTo>
                  <a:lnTo>
                    <a:pt x="1982" y="731"/>
                  </a:lnTo>
                  <a:lnTo>
                    <a:pt x="1977" y="735"/>
                  </a:lnTo>
                  <a:lnTo>
                    <a:pt x="1971" y="737"/>
                  </a:lnTo>
                  <a:lnTo>
                    <a:pt x="1960" y="745"/>
                  </a:lnTo>
                  <a:lnTo>
                    <a:pt x="1949" y="749"/>
                  </a:lnTo>
                  <a:lnTo>
                    <a:pt x="1943" y="751"/>
                  </a:lnTo>
                  <a:lnTo>
                    <a:pt x="1938" y="753"/>
                  </a:lnTo>
                  <a:lnTo>
                    <a:pt x="1926" y="753"/>
                  </a:lnTo>
                  <a:lnTo>
                    <a:pt x="1919" y="753"/>
                  </a:lnTo>
                  <a:lnTo>
                    <a:pt x="1912" y="751"/>
                  </a:lnTo>
                  <a:lnTo>
                    <a:pt x="1905" y="749"/>
                  </a:lnTo>
                  <a:lnTo>
                    <a:pt x="1898" y="745"/>
                  </a:lnTo>
                  <a:lnTo>
                    <a:pt x="1891" y="741"/>
                  </a:lnTo>
                  <a:lnTo>
                    <a:pt x="1888" y="739"/>
                  </a:lnTo>
                  <a:lnTo>
                    <a:pt x="1885" y="735"/>
                  </a:lnTo>
                  <a:lnTo>
                    <a:pt x="1879" y="727"/>
                  </a:lnTo>
                  <a:lnTo>
                    <a:pt x="1873" y="719"/>
                  </a:lnTo>
                  <a:lnTo>
                    <a:pt x="1868" y="709"/>
                  </a:lnTo>
                  <a:lnTo>
                    <a:pt x="1863" y="697"/>
                  </a:lnTo>
                  <a:lnTo>
                    <a:pt x="1859" y="685"/>
                  </a:lnTo>
                  <a:lnTo>
                    <a:pt x="1856" y="669"/>
                  </a:lnTo>
                  <a:lnTo>
                    <a:pt x="1853" y="653"/>
                  </a:lnTo>
                  <a:lnTo>
                    <a:pt x="1851" y="635"/>
                  </a:lnTo>
                  <a:lnTo>
                    <a:pt x="1849" y="613"/>
                  </a:lnTo>
                  <a:lnTo>
                    <a:pt x="1849" y="591"/>
                  </a:lnTo>
                  <a:lnTo>
                    <a:pt x="1849" y="579"/>
                  </a:lnTo>
                  <a:lnTo>
                    <a:pt x="1849" y="559"/>
                  </a:lnTo>
                  <a:lnTo>
                    <a:pt x="1851" y="541"/>
                  </a:lnTo>
                  <a:lnTo>
                    <a:pt x="1853" y="525"/>
                  </a:lnTo>
                  <a:lnTo>
                    <a:pt x="1854" y="517"/>
                  </a:lnTo>
                  <a:lnTo>
                    <a:pt x="1855" y="511"/>
                  </a:lnTo>
                  <a:lnTo>
                    <a:pt x="1859" y="497"/>
                  </a:lnTo>
                  <a:lnTo>
                    <a:pt x="1864" y="483"/>
                  </a:lnTo>
                  <a:lnTo>
                    <a:pt x="1870" y="471"/>
                  </a:lnTo>
                  <a:lnTo>
                    <a:pt x="1877" y="461"/>
                  </a:lnTo>
                  <a:lnTo>
                    <a:pt x="1885" y="453"/>
                  </a:lnTo>
                  <a:lnTo>
                    <a:pt x="1894" y="445"/>
                  </a:lnTo>
                  <a:lnTo>
                    <a:pt x="1904" y="439"/>
                  </a:lnTo>
                  <a:lnTo>
                    <a:pt x="1915" y="433"/>
                  </a:lnTo>
                  <a:lnTo>
                    <a:pt x="1928" y="429"/>
                  </a:lnTo>
                  <a:lnTo>
                    <a:pt x="1942" y="425"/>
                  </a:lnTo>
                  <a:lnTo>
                    <a:pt x="1957" y="423"/>
                  </a:lnTo>
                  <a:lnTo>
                    <a:pt x="1973" y="423"/>
                  </a:lnTo>
                  <a:lnTo>
                    <a:pt x="2012" y="423"/>
                  </a:lnTo>
                  <a:lnTo>
                    <a:pt x="2012" y="387"/>
                  </a:lnTo>
                  <a:lnTo>
                    <a:pt x="2012" y="367"/>
                  </a:lnTo>
                  <a:lnTo>
                    <a:pt x="2011" y="351"/>
                  </a:lnTo>
                  <a:lnTo>
                    <a:pt x="2010" y="335"/>
                  </a:lnTo>
                  <a:lnTo>
                    <a:pt x="2010" y="327"/>
                  </a:lnTo>
                  <a:lnTo>
                    <a:pt x="2009" y="319"/>
                  </a:lnTo>
                  <a:lnTo>
                    <a:pt x="2007" y="307"/>
                  </a:lnTo>
                  <a:lnTo>
                    <a:pt x="2005" y="296"/>
                  </a:lnTo>
                  <a:lnTo>
                    <a:pt x="2002" y="284"/>
                  </a:lnTo>
                  <a:lnTo>
                    <a:pt x="1999" y="276"/>
                  </a:lnTo>
                  <a:lnTo>
                    <a:pt x="1995" y="268"/>
                  </a:lnTo>
                  <a:lnTo>
                    <a:pt x="1990" y="260"/>
                  </a:lnTo>
                  <a:lnTo>
                    <a:pt x="1985" y="254"/>
                  </a:lnTo>
                  <a:lnTo>
                    <a:pt x="1979" y="250"/>
                  </a:lnTo>
                  <a:lnTo>
                    <a:pt x="1973" y="246"/>
                  </a:lnTo>
                  <a:lnTo>
                    <a:pt x="1965" y="244"/>
                  </a:lnTo>
                  <a:lnTo>
                    <a:pt x="1957" y="242"/>
                  </a:lnTo>
                  <a:lnTo>
                    <a:pt x="1949" y="242"/>
                  </a:lnTo>
                  <a:lnTo>
                    <a:pt x="1927" y="242"/>
                  </a:lnTo>
                  <a:lnTo>
                    <a:pt x="1909" y="244"/>
                  </a:lnTo>
                  <a:lnTo>
                    <a:pt x="1894" y="248"/>
                  </a:lnTo>
                  <a:lnTo>
                    <a:pt x="1877" y="250"/>
                  </a:lnTo>
                  <a:lnTo>
                    <a:pt x="1873" y="250"/>
                  </a:lnTo>
                  <a:lnTo>
                    <a:pt x="1869" y="250"/>
                  </a:lnTo>
                  <a:lnTo>
                    <a:pt x="1868" y="248"/>
                  </a:lnTo>
                  <a:lnTo>
                    <a:pt x="1867" y="246"/>
                  </a:lnTo>
                  <a:lnTo>
                    <a:pt x="1867" y="244"/>
                  </a:lnTo>
                  <a:lnTo>
                    <a:pt x="1866" y="240"/>
                  </a:lnTo>
                  <a:lnTo>
                    <a:pt x="1866" y="236"/>
                  </a:lnTo>
                  <a:lnTo>
                    <a:pt x="1866" y="230"/>
                  </a:lnTo>
                  <a:lnTo>
                    <a:pt x="1866" y="224"/>
                  </a:lnTo>
                  <a:lnTo>
                    <a:pt x="1867" y="220"/>
                  </a:lnTo>
                  <a:lnTo>
                    <a:pt x="1869" y="218"/>
                  </a:lnTo>
                  <a:lnTo>
                    <a:pt x="1870" y="216"/>
                  </a:lnTo>
                  <a:lnTo>
                    <a:pt x="1872" y="214"/>
                  </a:lnTo>
                  <a:lnTo>
                    <a:pt x="1877" y="212"/>
                  </a:lnTo>
                  <a:lnTo>
                    <a:pt x="1893" y="208"/>
                  </a:lnTo>
                  <a:lnTo>
                    <a:pt x="1908" y="206"/>
                  </a:lnTo>
                  <a:lnTo>
                    <a:pt x="1926" y="204"/>
                  </a:lnTo>
                  <a:lnTo>
                    <a:pt x="1949" y="202"/>
                  </a:lnTo>
                  <a:lnTo>
                    <a:pt x="1961" y="204"/>
                  </a:lnTo>
                  <a:lnTo>
                    <a:pt x="1972" y="206"/>
                  </a:lnTo>
                  <a:lnTo>
                    <a:pt x="1977" y="208"/>
                  </a:lnTo>
                  <a:lnTo>
                    <a:pt x="1982" y="210"/>
                  </a:lnTo>
                  <a:lnTo>
                    <a:pt x="1986" y="212"/>
                  </a:lnTo>
                  <a:lnTo>
                    <a:pt x="1991" y="216"/>
                  </a:lnTo>
                  <a:lnTo>
                    <a:pt x="1995" y="220"/>
                  </a:lnTo>
                  <a:lnTo>
                    <a:pt x="1999" y="224"/>
                  </a:lnTo>
                  <a:lnTo>
                    <a:pt x="2002" y="228"/>
                  </a:lnTo>
                  <a:lnTo>
                    <a:pt x="2006" y="232"/>
                  </a:lnTo>
                  <a:lnTo>
                    <a:pt x="2009" y="238"/>
                  </a:lnTo>
                  <a:lnTo>
                    <a:pt x="2012" y="242"/>
                  </a:lnTo>
                  <a:lnTo>
                    <a:pt x="2014" y="248"/>
                  </a:lnTo>
                  <a:lnTo>
                    <a:pt x="2017" y="254"/>
                  </a:lnTo>
                  <a:lnTo>
                    <a:pt x="2021" y="268"/>
                  </a:lnTo>
                  <a:lnTo>
                    <a:pt x="2025" y="282"/>
                  </a:lnTo>
                  <a:lnTo>
                    <a:pt x="2028" y="296"/>
                  </a:lnTo>
                  <a:lnTo>
                    <a:pt x="2029" y="303"/>
                  </a:lnTo>
                  <a:lnTo>
                    <a:pt x="2030" y="311"/>
                  </a:lnTo>
                  <a:lnTo>
                    <a:pt x="2032" y="329"/>
                  </a:lnTo>
                  <a:lnTo>
                    <a:pt x="2033" y="347"/>
                  </a:lnTo>
                  <a:lnTo>
                    <a:pt x="2034" y="367"/>
                  </a:lnTo>
                  <a:lnTo>
                    <a:pt x="2034" y="387"/>
                  </a:lnTo>
                  <a:lnTo>
                    <a:pt x="2034" y="727"/>
                  </a:lnTo>
                  <a:lnTo>
                    <a:pt x="2034" y="731"/>
                  </a:lnTo>
                  <a:lnTo>
                    <a:pt x="2033" y="735"/>
                  </a:lnTo>
                  <a:lnTo>
                    <a:pt x="2032" y="739"/>
                  </a:lnTo>
                  <a:lnTo>
                    <a:pt x="2031" y="741"/>
                  </a:lnTo>
                  <a:lnTo>
                    <a:pt x="2030" y="743"/>
                  </a:lnTo>
                  <a:lnTo>
                    <a:pt x="2028" y="745"/>
                  </a:lnTo>
                  <a:lnTo>
                    <a:pt x="2024" y="747"/>
                  </a:lnTo>
                  <a:close/>
                  <a:moveTo>
                    <a:pt x="2012" y="463"/>
                  </a:moveTo>
                  <a:lnTo>
                    <a:pt x="1973" y="463"/>
                  </a:lnTo>
                  <a:lnTo>
                    <a:pt x="1960" y="463"/>
                  </a:lnTo>
                  <a:lnTo>
                    <a:pt x="1947" y="463"/>
                  </a:lnTo>
                  <a:lnTo>
                    <a:pt x="1936" y="465"/>
                  </a:lnTo>
                  <a:lnTo>
                    <a:pt x="1925" y="469"/>
                  </a:lnTo>
                  <a:lnTo>
                    <a:pt x="1916" y="471"/>
                  </a:lnTo>
                  <a:lnTo>
                    <a:pt x="1908" y="477"/>
                  </a:lnTo>
                  <a:lnTo>
                    <a:pt x="1900" y="481"/>
                  </a:lnTo>
                  <a:lnTo>
                    <a:pt x="1894" y="489"/>
                  </a:lnTo>
                  <a:lnTo>
                    <a:pt x="1888" y="495"/>
                  </a:lnTo>
                  <a:lnTo>
                    <a:pt x="1883" y="503"/>
                  </a:lnTo>
                  <a:lnTo>
                    <a:pt x="1879" y="513"/>
                  </a:lnTo>
                  <a:lnTo>
                    <a:pt x="1876" y="523"/>
                  </a:lnTo>
                  <a:lnTo>
                    <a:pt x="1875" y="529"/>
                  </a:lnTo>
                  <a:lnTo>
                    <a:pt x="1874" y="535"/>
                  </a:lnTo>
                  <a:lnTo>
                    <a:pt x="1872" y="549"/>
                  </a:lnTo>
                  <a:lnTo>
                    <a:pt x="1871" y="563"/>
                  </a:lnTo>
                  <a:lnTo>
                    <a:pt x="1871" y="579"/>
                  </a:lnTo>
                  <a:lnTo>
                    <a:pt x="1871" y="591"/>
                  </a:lnTo>
                  <a:lnTo>
                    <a:pt x="1871" y="607"/>
                  </a:lnTo>
                  <a:lnTo>
                    <a:pt x="1872" y="623"/>
                  </a:lnTo>
                  <a:lnTo>
                    <a:pt x="1874" y="637"/>
                  </a:lnTo>
                  <a:lnTo>
                    <a:pt x="1875" y="649"/>
                  </a:lnTo>
                  <a:lnTo>
                    <a:pt x="1878" y="661"/>
                  </a:lnTo>
                  <a:lnTo>
                    <a:pt x="1881" y="671"/>
                  </a:lnTo>
                  <a:lnTo>
                    <a:pt x="1884" y="679"/>
                  </a:lnTo>
                  <a:lnTo>
                    <a:pt x="1885" y="683"/>
                  </a:lnTo>
                  <a:lnTo>
                    <a:pt x="1887" y="687"/>
                  </a:lnTo>
                  <a:lnTo>
                    <a:pt x="1891" y="695"/>
                  </a:lnTo>
                  <a:lnTo>
                    <a:pt x="1895" y="699"/>
                  </a:lnTo>
                  <a:lnTo>
                    <a:pt x="1900" y="705"/>
                  </a:lnTo>
                  <a:lnTo>
                    <a:pt x="1905" y="707"/>
                  </a:lnTo>
                  <a:lnTo>
                    <a:pt x="1910" y="711"/>
                  </a:lnTo>
                  <a:lnTo>
                    <a:pt x="1915" y="713"/>
                  </a:lnTo>
                  <a:lnTo>
                    <a:pt x="1926" y="713"/>
                  </a:lnTo>
                  <a:lnTo>
                    <a:pt x="1936" y="713"/>
                  </a:lnTo>
                  <a:lnTo>
                    <a:pt x="1947" y="711"/>
                  </a:lnTo>
                  <a:lnTo>
                    <a:pt x="1952" y="709"/>
                  </a:lnTo>
                  <a:lnTo>
                    <a:pt x="1957" y="707"/>
                  </a:lnTo>
                  <a:lnTo>
                    <a:pt x="1967" y="701"/>
                  </a:lnTo>
                  <a:lnTo>
                    <a:pt x="1977" y="695"/>
                  </a:lnTo>
                  <a:lnTo>
                    <a:pt x="1988" y="685"/>
                  </a:lnTo>
                  <a:lnTo>
                    <a:pt x="2000" y="675"/>
                  </a:lnTo>
                  <a:lnTo>
                    <a:pt x="2012" y="663"/>
                  </a:lnTo>
                  <a:lnTo>
                    <a:pt x="2012" y="463"/>
                  </a:lnTo>
                  <a:close/>
                  <a:moveTo>
                    <a:pt x="2313" y="747"/>
                  </a:moveTo>
                  <a:lnTo>
                    <a:pt x="2310" y="747"/>
                  </a:lnTo>
                  <a:lnTo>
                    <a:pt x="2307" y="745"/>
                  </a:lnTo>
                  <a:lnTo>
                    <a:pt x="2303" y="741"/>
                  </a:lnTo>
                  <a:lnTo>
                    <a:pt x="2301" y="735"/>
                  </a:lnTo>
                  <a:lnTo>
                    <a:pt x="2300" y="729"/>
                  </a:lnTo>
                  <a:lnTo>
                    <a:pt x="2300" y="393"/>
                  </a:lnTo>
                  <a:lnTo>
                    <a:pt x="2300" y="373"/>
                  </a:lnTo>
                  <a:lnTo>
                    <a:pt x="2299" y="355"/>
                  </a:lnTo>
                  <a:lnTo>
                    <a:pt x="2297" y="337"/>
                  </a:lnTo>
                  <a:lnTo>
                    <a:pt x="2295" y="321"/>
                  </a:lnTo>
                  <a:lnTo>
                    <a:pt x="2292" y="307"/>
                  </a:lnTo>
                  <a:lnTo>
                    <a:pt x="2288" y="296"/>
                  </a:lnTo>
                  <a:lnTo>
                    <a:pt x="2285" y="284"/>
                  </a:lnTo>
                  <a:lnTo>
                    <a:pt x="2280" y="276"/>
                  </a:lnTo>
                  <a:lnTo>
                    <a:pt x="2275" y="266"/>
                  </a:lnTo>
                  <a:lnTo>
                    <a:pt x="2270" y="260"/>
                  </a:lnTo>
                  <a:lnTo>
                    <a:pt x="2265" y="254"/>
                  </a:lnTo>
                  <a:lnTo>
                    <a:pt x="2259" y="250"/>
                  </a:lnTo>
                  <a:lnTo>
                    <a:pt x="2252" y="246"/>
                  </a:lnTo>
                  <a:lnTo>
                    <a:pt x="2246" y="244"/>
                  </a:lnTo>
                  <a:lnTo>
                    <a:pt x="2239" y="242"/>
                  </a:lnTo>
                  <a:lnTo>
                    <a:pt x="2232" y="242"/>
                  </a:lnTo>
                  <a:lnTo>
                    <a:pt x="2222" y="242"/>
                  </a:lnTo>
                  <a:lnTo>
                    <a:pt x="2212" y="244"/>
                  </a:lnTo>
                  <a:lnTo>
                    <a:pt x="2202" y="248"/>
                  </a:lnTo>
                  <a:lnTo>
                    <a:pt x="2192" y="254"/>
                  </a:lnTo>
                  <a:lnTo>
                    <a:pt x="2182" y="260"/>
                  </a:lnTo>
                  <a:lnTo>
                    <a:pt x="2172" y="266"/>
                  </a:lnTo>
                  <a:lnTo>
                    <a:pt x="2162" y="274"/>
                  </a:lnTo>
                  <a:lnTo>
                    <a:pt x="2152" y="284"/>
                  </a:lnTo>
                  <a:lnTo>
                    <a:pt x="2152" y="729"/>
                  </a:lnTo>
                  <a:lnTo>
                    <a:pt x="2152" y="731"/>
                  </a:lnTo>
                  <a:lnTo>
                    <a:pt x="2152" y="735"/>
                  </a:lnTo>
                  <a:lnTo>
                    <a:pt x="2150" y="741"/>
                  </a:lnTo>
                  <a:lnTo>
                    <a:pt x="2147" y="745"/>
                  </a:lnTo>
                  <a:lnTo>
                    <a:pt x="2142" y="747"/>
                  </a:lnTo>
                  <a:lnTo>
                    <a:pt x="2139" y="747"/>
                  </a:lnTo>
                  <a:lnTo>
                    <a:pt x="2137" y="745"/>
                  </a:lnTo>
                  <a:lnTo>
                    <a:pt x="2133" y="741"/>
                  </a:lnTo>
                  <a:lnTo>
                    <a:pt x="2130" y="735"/>
                  </a:lnTo>
                  <a:lnTo>
                    <a:pt x="2129" y="729"/>
                  </a:lnTo>
                  <a:lnTo>
                    <a:pt x="2129" y="228"/>
                  </a:lnTo>
                  <a:lnTo>
                    <a:pt x="2129" y="224"/>
                  </a:lnTo>
                  <a:lnTo>
                    <a:pt x="2130" y="220"/>
                  </a:lnTo>
                  <a:lnTo>
                    <a:pt x="2132" y="214"/>
                  </a:lnTo>
                  <a:lnTo>
                    <a:pt x="2133" y="210"/>
                  </a:lnTo>
                  <a:lnTo>
                    <a:pt x="2135" y="210"/>
                  </a:lnTo>
                  <a:lnTo>
                    <a:pt x="2136" y="208"/>
                  </a:lnTo>
                  <a:lnTo>
                    <a:pt x="2138" y="208"/>
                  </a:lnTo>
                  <a:lnTo>
                    <a:pt x="2142" y="208"/>
                  </a:lnTo>
                  <a:lnTo>
                    <a:pt x="2144" y="208"/>
                  </a:lnTo>
                  <a:lnTo>
                    <a:pt x="2147" y="210"/>
                  </a:lnTo>
                  <a:lnTo>
                    <a:pt x="2149" y="210"/>
                  </a:lnTo>
                  <a:lnTo>
                    <a:pt x="2150" y="214"/>
                  </a:lnTo>
                  <a:lnTo>
                    <a:pt x="2151" y="216"/>
                  </a:lnTo>
                  <a:lnTo>
                    <a:pt x="2152" y="220"/>
                  </a:lnTo>
                  <a:lnTo>
                    <a:pt x="2152" y="224"/>
                  </a:lnTo>
                  <a:lnTo>
                    <a:pt x="2152" y="228"/>
                  </a:lnTo>
                  <a:lnTo>
                    <a:pt x="2152" y="244"/>
                  </a:lnTo>
                  <a:lnTo>
                    <a:pt x="2162" y="234"/>
                  </a:lnTo>
                  <a:lnTo>
                    <a:pt x="2172" y="226"/>
                  </a:lnTo>
                  <a:lnTo>
                    <a:pt x="2183" y="220"/>
                  </a:lnTo>
                  <a:lnTo>
                    <a:pt x="2193" y="214"/>
                  </a:lnTo>
                  <a:lnTo>
                    <a:pt x="2203" y="208"/>
                  </a:lnTo>
                  <a:lnTo>
                    <a:pt x="2213" y="206"/>
                  </a:lnTo>
                  <a:lnTo>
                    <a:pt x="2224" y="204"/>
                  </a:lnTo>
                  <a:lnTo>
                    <a:pt x="2234" y="202"/>
                  </a:lnTo>
                  <a:lnTo>
                    <a:pt x="2242" y="204"/>
                  </a:lnTo>
                  <a:lnTo>
                    <a:pt x="2251" y="204"/>
                  </a:lnTo>
                  <a:lnTo>
                    <a:pt x="2260" y="208"/>
                  </a:lnTo>
                  <a:lnTo>
                    <a:pt x="2268" y="212"/>
                  </a:lnTo>
                  <a:lnTo>
                    <a:pt x="2275" y="218"/>
                  </a:lnTo>
                  <a:lnTo>
                    <a:pt x="2283" y="226"/>
                  </a:lnTo>
                  <a:lnTo>
                    <a:pt x="2290" y="236"/>
                  </a:lnTo>
                  <a:lnTo>
                    <a:pt x="2296" y="246"/>
                  </a:lnTo>
                  <a:lnTo>
                    <a:pt x="2302" y="258"/>
                  </a:lnTo>
                  <a:lnTo>
                    <a:pt x="2307" y="272"/>
                  </a:lnTo>
                  <a:lnTo>
                    <a:pt x="2311" y="288"/>
                  </a:lnTo>
                  <a:lnTo>
                    <a:pt x="2313" y="296"/>
                  </a:lnTo>
                  <a:lnTo>
                    <a:pt x="2315" y="305"/>
                  </a:lnTo>
                  <a:lnTo>
                    <a:pt x="2317" y="315"/>
                  </a:lnTo>
                  <a:lnTo>
                    <a:pt x="2318" y="325"/>
                  </a:lnTo>
                  <a:lnTo>
                    <a:pt x="2320" y="345"/>
                  </a:lnTo>
                  <a:lnTo>
                    <a:pt x="2322" y="369"/>
                  </a:lnTo>
                  <a:lnTo>
                    <a:pt x="2322" y="393"/>
                  </a:lnTo>
                  <a:lnTo>
                    <a:pt x="2322" y="729"/>
                  </a:lnTo>
                  <a:lnTo>
                    <a:pt x="2322" y="731"/>
                  </a:lnTo>
                  <a:lnTo>
                    <a:pt x="2321" y="735"/>
                  </a:lnTo>
                  <a:lnTo>
                    <a:pt x="2319" y="741"/>
                  </a:lnTo>
                  <a:lnTo>
                    <a:pt x="2318" y="743"/>
                  </a:lnTo>
                  <a:lnTo>
                    <a:pt x="2316" y="745"/>
                  </a:lnTo>
                  <a:lnTo>
                    <a:pt x="2313" y="747"/>
                  </a:lnTo>
                  <a:close/>
                  <a:moveTo>
                    <a:pt x="2678" y="751"/>
                  </a:moveTo>
                  <a:lnTo>
                    <a:pt x="2665" y="753"/>
                  </a:lnTo>
                  <a:lnTo>
                    <a:pt x="2652" y="753"/>
                  </a:lnTo>
                  <a:lnTo>
                    <a:pt x="2639" y="753"/>
                  </a:lnTo>
                  <a:lnTo>
                    <a:pt x="2628" y="749"/>
                  </a:lnTo>
                  <a:lnTo>
                    <a:pt x="2623" y="745"/>
                  </a:lnTo>
                  <a:lnTo>
                    <a:pt x="2618" y="741"/>
                  </a:lnTo>
                  <a:lnTo>
                    <a:pt x="2614" y="737"/>
                  </a:lnTo>
                  <a:lnTo>
                    <a:pt x="2610" y="731"/>
                  </a:lnTo>
                  <a:lnTo>
                    <a:pt x="2606" y="725"/>
                  </a:lnTo>
                  <a:lnTo>
                    <a:pt x="2603" y="717"/>
                  </a:lnTo>
                  <a:lnTo>
                    <a:pt x="2601" y="709"/>
                  </a:lnTo>
                  <a:lnTo>
                    <a:pt x="2599" y="699"/>
                  </a:lnTo>
                  <a:lnTo>
                    <a:pt x="2597" y="687"/>
                  </a:lnTo>
                  <a:lnTo>
                    <a:pt x="2596" y="675"/>
                  </a:lnTo>
                  <a:lnTo>
                    <a:pt x="2595" y="659"/>
                  </a:lnTo>
                  <a:lnTo>
                    <a:pt x="2595" y="645"/>
                  </a:lnTo>
                  <a:lnTo>
                    <a:pt x="2595" y="248"/>
                  </a:lnTo>
                  <a:lnTo>
                    <a:pt x="2545" y="248"/>
                  </a:lnTo>
                  <a:lnTo>
                    <a:pt x="2541" y="248"/>
                  </a:lnTo>
                  <a:lnTo>
                    <a:pt x="2540" y="246"/>
                  </a:lnTo>
                  <a:lnTo>
                    <a:pt x="2538" y="244"/>
                  </a:lnTo>
                  <a:lnTo>
                    <a:pt x="2536" y="240"/>
                  </a:lnTo>
                  <a:lnTo>
                    <a:pt x="2536" y="236"/>
                  </a:lnTo>
                  <a:lnTo>
                    <a:pt x="2535" y="232"/>
                  </a:lnTo>
                  <a:lnTo>
                    <a:pt x="2535" y="222"/>
                  </a:lnTo>
                  <a:lnTo>
                    <a:pt x="2536" y="220"/>
                  </a:lnTo>
                  <a:lnTo>
                    <a:pt x="2536" y="216"/>
                  </a:lnTo>
                  <a:lnTo>
                    <a:pt x="2537" y="214"/>
                  </a:lnTo>
                  <a:lnTo>
                    <a:pt x="2538" y="212"/>
                  </a:lnTo>
                  <a:lnTo>
                    <a:pt x="2540" y="210"/>
                  </a:lnTo>
                  <a:lnTo>
                    <a:pt x="2541" y="208"/>
                  </a:lnTo>
                  <a:lnTo>
                    <a:pt x="2545" y="208"/>
                  </a:lnTo>
                  <a:lnTo>
                    <a:pt x="2595" y="208"/>
                  </a:lnTo>
                  <a:lnTo>
                    <a:pt x="2595" y="104"/>
                  </a:lnTo>
                  <a:lnTo>
                    <a:pt x="2595" y="96"/>
                  </a:lnTo>
                  <a:lnTo>
                    <a:pt x="2596" y="94"/>
                  </a:lnTo>
                  <a:lnTo>
                    <a:pt x="2597" y="90"/>
                  </a:lnTo>
                  <a:lnTo>
                    <a:pt x="2598" y="88"/>
                  </a:lnTo>
                  <a:lnTo>
                    <a:pt x="2600" y="86"/>
                  </a:lnTo>
                  <a:lnTo>
                    <a:pt x="2602" y="86"/>
                  </a:lnTo>
                  <a:lnTo>
                    <a:pt x="2603" y="84"/>
                  </a:lnTo>
                  <a:lnTo>
                    <a:pt x="2609" y="84"/>
                  </a:lnTo>
                  <a:lnTo>
                    <a:pt x="2612" y="86"/>
                  </a:lnTo>
                  <a:lnTo>
                    <a:pt x="2615" y="90"/>
                  </a:lnTo>
                  <a:lnTo>
                    <a:pt x="2617" y="96"/>
                  </a:lnTo>
                  <a:lnTo>
                    <a:pt x="2617" y="104"/>
                  </a:lnTo>
                  <a:lnTo>
                    <a:pt x="2617" y="208"/>
                  </a:lnTo>
                  <a:lnTo>
                    <a:pt x="2677" y="208"/>
                  </a:lnTo>
                  <a:lnTo>
                    <a:pt x="2681" y="208"/>
                  </a:lnTo>
                  <a:lnTo>
                    <a:pt x="2682" y="210"/>
                  </a:lnTo>
                  <a:lnTo>
                    <a:pt x="2684" y="212"/>
                  </a:lnTo>
                  <a:lnTo>
                    <a:pt x="2686" y="216"/>
                  </a:lnTo>
                  <a:lnTo>
                    <a:pt x="2686" y="220"/>
                  </a:lnTo>
                  <a:lnTo>
                    <a:pt x="2687" y="222"/>
                  </a:lnTo>
                  <a:lnTo>
                    <a:pt x="2687" y="232"/>
                  </a:lnTo>
                  <a:lnTo>
                    <a:pt x="2686" y="236"/>
                  </a:lnTo>
                  <a:lnTo>
                    <a:pt x="2686" y="240"/>
                  </a:lnTo>
                  <a:lnTo>
                    <a:pt x="2684" y="244"/>
                  </a:lnTo>
                  <a:lnTo>
                    <a:pt x="2682" y="246"/>
                  </a:lnTo>
                  <a:lnTo>
                    <a:pt x="2681" y="248"/>
                  </a:lnTo>
                  <a:lnTo>
                    <a:pt x="2677" y="248"/>
                  </a:lnTo>
                  <a:lnTo>
                    <a:pt x="2617" y="248"/>
                  </a:lnTo>
                  <a:lnTo>
                    <a:pt x="2617" y="645"/>
                  </a:lnTo>
                  <a:lnTo>
                    <a:pt x="2618" y="665"/>
                  </a:lnTo>
                  <a:lnTo>
                    <a:pt x="2619" y="681"/>
                  </a:lnTo>
                  <a:lnTo>
                    <a:pt x="2622" y="693"/>
                  </a:lnTo>
                  <a:lnTo>
                    <a:pt x="2624" y="697"/>
                  </a:lnTo>
                  <a:lnTo>
                    <a:pt x="2626" y="701"/>
                  </a:lnTo>
                  <a:lnTo>
                    <a:pt x="2628" y="705"/>
                  </a:lnTo>
                  <a:lnTo>
                    <a:pt x="2631" y="707"/>
                  </a:lnTo>
                  <a:lnTo>
                    <a:pt x="2634" y="711"/>
                  </a:lnTo>
                  <a:lnTo>
                    <a:pt x="2637" y="711"/>
                  </a:lnTo>
                  <a:lnTo>
                    <a:pt x="2644" y="713"/>
                  </a:lnTo>
                  <a:lnTo>
                    <a:pt x="2652" y="713"/>
                  </a:lnTo>
                  <a:lnTo>
                    <a:pt x="2676" y="713"/>
                  </a:lnTo>
                  <a:lnTo>
                    <a:pt x="2681" y="715"/>
                  </a:lnTo>
                  <a:lnTo>
                    <a:pt x="2684" y="717"/>
                  </a:lnTo>
                  <a:lnTo>
                    <a:pt x="2685" y="719"/>
                  </a:lnTo>
                  <a:lnTo>
                    <a:pt x="2686" y="723"/>
                  </a:lnTo>
                  <a:lnTo>
                    <a:pt x="2686" y="725"/>
                  </a:lnTo>
                  <a:lnTo>
                    <a:pt x="2687" y="729"/>
                  </a:lnTo>
                  <a:lnTo>
                    <a:pt x="2686" y="737"/>
                  </a:lnTo>
                  <a:lnTo>
                    <a:pt x="2685" y="743"/>
                  </a:lnTo>
                  <a:lnTo>
                    <a:pt x="2684" y="747"/>
                  </a:lnTo>
                  <a:lnTo>
                    <a:pt x="2682" y="747"/>
                  </a:lnTo>
                  <a:lnTo>
                    <a:pt x="2678" y="751"/>
                  </a:lnTo>
                  <a:close/>
                  <a:moveTo>
                    <a:pt x="2945" y="753"/>
                  </a:moveTo>
                  <a:lnTo>
                    <a:pt x="2940" y="753"/>
                  </a:lnTo>
                  <a:lnTo>
                    <a:pt x="2937" y="751"/>
                  </a:lnTo>
                  <a:lnTo>
                    <a:pt x="2934" y="747"/>
                  </a:lnTo>
                  <a:lnTo>
                    <a:pt x="2933" y="741"/>
                  </a:lnTo>
                  <a:lnTo>
                    <a:pt x="2932" y="735"/>
                  </a:lnTo>
                  <a:lnTo>
                    <a:pt x="2932" y="395"/>
                  </a:lnTo>
                  <a:lnTo>
                    <a:pt x="2932" y="377"/>
                  </a:lnTo>
                  <a:lnTo>
                    <a:pt x="2931" y="359"/>
                  </a:lnTo>
                  <a:lnTo>
                    <a:pt x="2930" y="343"/>
                  </a:lnTo>
                  <a:lnTo>
                    <a:pt x="2928" y="329"/>
                  </a:lnTo>
                  <a:lnTo>
                    <a:pt x="2926" y="315"/>
                  </a:lnTo>
                  <a:lnTo>
                    <a:pt x="2923" y="303"/>
                  </a:lnTo>
                  <a:lnTo>
                    <a:pt x="2919" y="292"/>
                  </a:lnTo>
                  <a:lnTo>
                    <a:pt x="2915" y="282"/>
                  </a:lnTo>
                  <a:lnTo>
                    <a:pt x="2913" y="276"/>
                  </a:lnTo>
                  <a:lnTo>
                    <a:pt x="2910" y="272"/>
                  </a:lnTo>
                  <a:lnTo>
                    <a:pt x="2905" y="264"/>
                  </a:lnTo>
                  <a:lnTo>
                    <a:pt x="2899" y="258"/>
                  </a:lnTo>
                  <a:lnTo>
                    <a:pt x="2892" y="252"/>
                  </a:lnTo>
                  <a:lnTo>
                    <a:pt x="2885" y="248"/>
                  </a:lnTo>
                  <a:lnTo>
                    <a:pt x="2881" y="246"/>
                  </a:lnTo>
                  <a:lnTo>
                    <a:pt x="2876" y="244"/>
                  </a:lnTo>
                  <a:lnTo>
                    <a:pt x="2867" y="242"/>
                  </a:lnTo>
                  <a:lnTo>
                    <a:pt x="2858" y="242"/>
                  </a:lnTo>
                  <a:lnTo>
                    <a:pt x="2841" y="244"/>
                  </a:lnTo>
                  <a:lnTo>
                    <a:pt x="2823" y="246"/>
                  </a:lnTo>
                  <a:lnTo>
                    <a:pt x="2804" y="252"/>
                  </a:lnTo>
                  <a:lnTo>
                    <a:pt x="2796" y="256"/>
                  </a:lnTo>
                  <a:lnTo>
                    <a:pt x="2789" y="260"/>
                  </a:lnTo>
                  <a:lnTo>
                    <a:pt x="2789" y="735"/>
                  </a:lnTo>
                  <a:lnTo>
                    <a:pt x="2789" y="737"/>
                  </a:lnTo>
                  <a:lnTo>
                    <a:pt x="2788" y="741"/>
                  </a:lnTo>
                  <a:lnTo>
                    <a:pt x="2786" y="747"/>
                  </a:lnTo>
                  <a:lnTo>
                    <a:pt x="2785" y="749"/>
                  </a:lnTo>
                  <a:lnTo>
                    <a:pt x="2784" y="751"/>
                  </a:lnTo>
                  <a:lnTo>
                    <a:pt x="2780" y="753"/>
                  </a:lnTo>
                  <a:lnTo>
                    <a:pt x="2775" y="753"/>
                  </a:lnTo>
                  <a:lnTo>
                    <a:pt x="2772" y="751"/>
                  </a:lnTo>
                  <a:lnTo>
                    <a:pt x="2769" y="747"/>
                  </a:lnTo>
                  <a:lnTo>
                    <a:pt x="2767" y="741"/>
                  </a:lnTo>
                  <a:lnTo>
                    <a:pt x="2767" y="735"/>
                  </a:lnTo>
                  <a:lnTo>
                    <a:pt x="2767" y="20"/>
                  </a:lnTo>
                  <a:lnTo>
                    <a:pt x="2767" y="16"/>
                  </a:lnTo>
                  <a:lnTo>
                    <a:pt x="2767" y="12"/>
                  </a:lnTo>
                  <a:lnTo>
                    <a:pt x="2769" y="6"/>
                  </a:lnTo>
                  <a:lnTo>
                    <a:pt x="2770" y="4"/>
                  </a:lnTo>
                  <a:lnTo>
                    <a:pt x="2772" y="2"/>
                  </a:lnTo>
                  <a:lnTo>
                    <a:pt x="2775" y="0"/>
                  </a:lnTo>
                  <a:lnTo>
                    <a:pt x="2780" y="0"/>
                  </a:lnTo>
                  <a:lnTo>
                    <a:pt x="2784" y="2"/>
                  </a:lnTo>
                  <a:lnTo>
                    <a:pt x="2786" y="6"/>
                  </a:lnTo>
                  <a:lnTo>
                    <a:pt x="2788" y="12"/>
                  </a:lnTo>
                  <a:lnTo>
                    <a:pt x="2789" y="20"/>
                  </a:lnTo>
                  <a:lnTo>
                    <a:pt x="2789" y="220"/>
                  </a:lnTo>
                  <a:lnTo>
                    <a:pt x="2804" y="214"/>
                  </a:lnTo>
                  <a:lnTo>
                    <a:pt x="2823" y="208"/>
                  </a:lnTo>
                  <a:lnTo>
                    <a:pt x="2840" y="204"/>
                  </a:lnTo>
                  <a:lnTo>
                    <a:pt x="2858" y="202"/>
                  </a:lnTo>
                  <a:lnTo>
                    <a:pt x="2870" y="204"/>
                  </a:lnTo>
                  <a:lnTo>
                    <a:pt x="2882" y="206"/>
                  </a:lnTo>
                  <a:lnTo>
                    <a:pt x="2887" y="208"/>
                  </a:lnTo>
                  <a:lnTo>
                    <a:pt x="2892" y="210"/>
                  </a:lnTo>
                  <a:lnTo>
                    <a:pt x="2902" y="216"/>
                  </a:lnTo>
                  <a:lnTo>
                    <a:pt x="2911" y="224"/>
                  </a:lnTo>
                  <a:lnTo>
                    <a:pt x="2915" y="230"/>
                  </a:lnTo>
                  <a:lnTo>
                    <a:pt x="2919" y="234"/>
                  </a:lnTo>
                  <a:lnTo>
                    <a:pt x="2926" y="244"/>
                  </a:lnTo>
                  <a:lnTo>
                    <a:pt x="2932" y="256"/>
                  </a:lnTo>
                  <a:lnTo>
                    <a:pt x="2937" y="270"/>
                  </a:lnTo>
                  <a:lnTo>
                    <a:pt x="2940" y="278"/>
                  </a:lnTo>
                  <a:lnTo>
                    <a:pt x="2942" y="286"/>
                  </a:lnTo>
                  <a:lnTo>
                    <a:pt x="2944" y="292"/>
                  </a:lnTo>
                  <a:lnTo>
                    <a:pt x="2946" y="300"/>
                  </a:lnTo>
                  <a:lnTo>
                    <a:pt x="2947" y="309"/>
                  </a:lnTo>
                  <a:lnTo>
                    <a:pt x="2949" y="317"/>
                  </a:lnTo>
                  <a:lnTo>
                    <a:pt x="2951" y="335"/>
                  </a:lnTo>
                  <a:lnTo>
                    <a:pt x="2952" y="345"/>
                  </a:lnTo>
                  <a:lnTo>
                    <a:pt x="2953" y="355"/>
                  </a:lnTo>
                  <a:lnTo>
                    <a:pt x="2953" y="375"/>
                  </a:lnTo>
                  <a:lnTo>
                    <a:pt x="2954" y="395"/>
                  </a:lnTo>
                  <a:lnTo>
                    <a:pt x="2954" y="735"/>
                  </a:lnTo>
                  <a:lnTo>
                    <a:pt x="2953" y="741"/>
                  </a:lnTo>
                  <a:lnTo>
                    <a:pt x="2953" y="745"/>
                  </a:lnTo>
                  <a:lnTo>
                    <a:pt x="2952" y="747"/>
                  </a:lnTo>
                  <a:lnTo>
                    <a:pt x="2950" y="749"/>
                  </a:lnTo>
                  <a:lnTo>
                    <a:pt x="2949" y="751"/>
                  </a:lnTo>
                  <a:lnTo>
                    <a:pt x="2947" y="753"/>
                  </a:lnTo>
                  <a:lnTo>
                    <a:pt x="2945" y="753"/>
                  </a:lnTo>
                  <a:close/>
                  <a:moveTo>
                    <a:pt x="3232" y="487"/>
                  </a:moveTo>
                  <a:lnTo>
                    <a:pt x="3061" y="487"/>
                  </a:lnTo>
                  <a:lnTo>
                    <a:pt x="3061" y="509"/>
                  </a:lnTo>
                  <a:lnTo>
                    <a:pt x="3061" y="539"/>
                  </a:lnTo>
                  <a:lnTo>
                    <a:pt x="3062" y="553"/>
                  </a:lnTo>
                  <a:lnTo>
                    <a:pt x="3063" y="565"/>
                  </a:lnTo>
                  <a:lnTo>
                    <a:pt x="3064" y="579"/>
                  </a:lnTo>
                  <a:lnTo>
                    <a:pt x="3065" y="591"/>
                  </a:lnTo>
                  <a:lnTo>
                    <a:pt x="3068" y="613"/>
                  </a:lnTo>
                  <a:lnTo>
                    <a:pt x="3072" y="631"/>
                  </a:lnTo>
                  <a:lnTo>
                    <a:pt x="3077" y="647"/>
                  </a:lnTo>
                  <a:lnTo>
                    <a:pt x="3082" y="663"/>
                  </a:lnTo>
                  <a:lnTo>
                    <a:pt x="3085" y="669"/>
                  </a:lnTo>
                  <a:lnTo>
                    <a:pt x="3088" y="675"/>
                  </a:lnTo>
                  <a:lnTo>
                    <a:pt x="3091" y="681"/>
                  </a:lnTo>
                  <a:lnTo>
                    <a:pt x="3094" y="685"/>
                  </a:lnTo>
                  <a:lnTo>
                    <a:pt x="3101" y="693"/>
                  </a:lnTo>
                  <a:lnTo>
                    <a:pt x="3109" y="701"/>
                  </a:lnTo>
                  <a:lnTo>
                    <a:pt x="3117" y="705"/>
                  </a:lnTo>
                  <a:lnTo>
                    <a:pt x="3125" y="709"/>
                  </a:lnTo>
                  <a:lnTo>
                    <a:pt x="3134" y="713"/>
                  </a:lnTo>
                  <a:lnTo>
                    <a:pt x="3143" y="713"/>
                  </a:lnTo>
                  <a:lnTo>
                    <a:pt x="3153" y="713"/>
                  </a:lnTo>
                  <a:lnTo>
                    <a:pt x="3171" y="713"/>
                  </a:lnTo>
                  <a:lnTo>
                    <a:pt x="3189" y="709"/>
                  </a:lnTo>
                  <a:lnTo>
                    <a:pt x="3209" y="703"/>
                  </a:lnTo>
                  <a:lnTo>
                    <a:pt x="3228" y="697"/>
                  </a:lnTo>
                  <a:lnTo>
                    <a:pt x="3229" y="697"/>
                  </a:lnTo>
                  <a:lnTo>
                    <a:pt x="3231" y="697"/>
                  </a:lnTo>
                  <a:lnTo>
                    <a:pt x="3235" y="697"/>
                  </a:lnTo>
                  <a:lnTo>
                    <a:pt x="3236" y="699"/>
                  </a:lnTo>
                  <a:lnTo>
                    <a:pt x="3237" y="703"/>
                  </a:lnTo>
                  <a:lnTo>
                    <a:pt x="3238" y="705"/>
                  </a:lnTo>
                  <a:lnTo>
                    <a:pt x="3238" y="709"/>
                  </a:lnTo>
                  <a:lnTo>
                    <a:pt x="3238" y="721"/>
                  </a:lnTo>
                  <a:lnTo>
                    <a:pt x="3237" y="725"/>
                  </a:lnTo>
                  <a:lnTo>
                    <a:pt x="3236" y="729"/>
                  </a:lnTo>
                  <a:lnTo>
                    <a:pt x="3235" y="731"/>
                  </a:lnTo>
                  <a:lnTo>
                    <a:pt x="3233" y="733"/>
                  </a:lnTo>
                  <a:lnTo>
                    <a:pt x="3229" y="737"/>
                  </a:lnTo>
                  <a:lnTo>
                    <a:pt x="3210" y="743"/>
                  </a:lnTo>
                  <a:lnTo>
                    <a:pt x="3190" y="749"/>
                  </a:lnTo>
                  <a:lnTo>
                    <a:pt x="3171" y="751"/>
                  </a:lnTo>
                  <a:lnTo>
                    <a:pt x="3153" y="753"/>
                  </a:lnTo>
                  <a:lnTo>
                    <a:pt x="3141" y="753"/>
                  </a:lnTo>
                  <a:lnTo>
                    <a:pt x="3129" y="751"/>
                  </a:lnTo>
                  <a:lnTo>
                    <a:pt x="3118" y="747"/>
                  </a:lnTo>
                  <a:lnTo>
                    <a:pt x="3108" y="741"/>
                  </a:lnTo>
                  <a:lnTo>
                    <a:pt x="3098" y="735"/>
                  </a:lnTo>
                  <a:lnTo>
                    <a:pt x="3093" y="731"/>
                  </a:lnTo>
                  <a:lnTo>
                    <a:pt x="3089" y="727"/>
                  </a:lnTo>
                  <a:lnTo>
                    <a:pt x="3080" y="715"/>
                  </a:lnTo>
                  <a:lnTo>
                    <a:pt x="3072" y="703"/>
                  </a:lnTo>
                  <a:lnTo>
                    <a:pt x="3068" y="695"/>
                  </a:lnTo>
                  <a:lnTo>
                    <a:pt x="3065" y="687"/>
                  </a:lnTo>
                  <a:lnTo>
                    <a:pt x="3058" y="669"/>
                  </a:lnTo>
                  <a:lnTo>
                    <a:pt x="3053" y="649"/>
                  </a:lnTo>
                  <a:lnTo>
                    <a:pt x="3048" y="627"/>
                  </a:lnTo>
                  <a:lnTo>
                    <a:pt x="3046" y="615"/>
                  </a:lnTo>
                  <a:lnTo>
                    <a:pt x="3044" y="601"/>
                  </a:lnTo>
                  <a:lnTo>
                    <a:pt x="3041" y="573"/>
                  </a:lnTo>
                  <a:lnTo>
                    <a:pt x="3039" y="543"/>
                  </a:lnTo>
                  <a:lnTo>
                    <a:pt x="3039" y="527"/>
                  </a:lnTo>
                  <a:lnTo>
                    <a:pt x="3039" y="509"/>
                  </a:lnTo>
                  <a:lnTo>
                    <a:pt x="3039" y="443"/>
                  </a:lnTo>
                  <a:lnTo>
                    <a:pt x="3039" y="417"/>
                  </a:lnTo>
                  <a:lnTo>
                    <a:pt x="3040" y="391"/>
                  </a:lnTo>
                  <a:lnTo>
                    <a:pt x="3043" y="369"/>
                  </a:lnTo>
                  <a:lnTo>
                    <a:pt x="3045" y="345"/>
                  </a:lnTo>
                  <a:lnTo>
                    <a:pt x="3047" y="335"/>
                  </a:lnTo>
                  <a:lnTo>
                    <a:pt x="3049" y="325"/>
                  </a:lnTo>
                  <a:lnTo>
                    <a:pt x="3051" y="315"/>
                  </a:lnTo>
                  <a:lnTo>
                    <a:pt x="3053" y="305"/>
                  </a:lnTo>
                  <a:lnTo>
                    <a:pt x="3056" y="296"/>
                  </a:lnTo>
                  <a:lnTo>
                    <a:pt x="3059" y="288"/>
                  </a:lnTo>
                  <a:lnTo>
                    <a:pt x="3065" y="270"/>
                  </a:lnTo>
                  <a:lnTo>
                    <a:pt x="3072" y="256"/>
                  </a:lnTo>
                  <a:lnTo>
                    <a:pt x="3079" y="242"/>
                  </a:lnTo>
                  <a:lnTo>
                    <a:pt x="3087" y="230"/>
                  </a:lnTo>
                  <a:lnTo>
                    <a:pt x="3097" y="220"/>
                  </a:lnTo>
                  <a:lnTo>
                    <a:pt x="3106" y="212"/>
                  </a:lnTo>
                  <a:lnTo>
                    <a:pt x="3117" y="208"/>
                  </a:lnTo>
                  <a:lnTo>
                    <a:pt x="3128" y="204"/>
                  </a:lnTo>
                  <a:lnTo>
                    <a:pt x="3134" y="202"/>
                  </a:lnTo>
                  <a:lnTo>
                    <a:pt x="3141" y="202"/>
                  </a:lnTo>
                  <a:lnTo>
                    <a:pt x="3154" y="204"/>
                  </a:lnTo>
                  <a:lnTo>
                    <a:pt x="3160" y="204"/>
                  </a:lnTo>
                  <a:lnTo>
                    <a:pt x="3166" y="206"/>
                  </a:lnTo>
                  <a:lnTo>
                    <a:pt x="3177" y="212"/>
                  </a:lnTo>
                  <a:lnTo>
                    <a:pt x="3182" y="216"/>
                  </a:lnTo>
                  <a:lnTo>
                    <a:pt x="3186" y="220"/>
                  </a:lnTo>
                  <a:lnTo>
                    <a:pt x="3196" y="230"/>
                  </a:lnTo>
                  <a:lnTo>
                    <a:pt x="3204" y="240"/>
                  </a:lnTo>
                  <a:lnTo>
                    <a:pt x="3211" y="254"/>
                  </a:lnTo>
                  <a:lnTo>
                    <a:pt x="3214" y="260"/>
                  </a:lnTo>
                  <a:lnTo>
                    <a:pt x="3218" y="268"/>
                  </a:lnTo>
                  <a:lnTo>
                    <a:pt x="3223" y="286"/>
                  </a:lnTo>
                  <a:lnTo>
                    <a:pt x="3228" y="303"/>
                  </a:lnTo>
                  <a:lnTo>
                    <a:pt x="3232" y="323"/>
                  </a:lnTo>
                  <a:lnTo>
                    <a:pt x="3236" y="343"/>
                  </a:lnTo>
                  <a:lnTo>
                    <a:pt x="3238" y="365"/>
                  </a:lnTo>
                  <a:lnTo>
                    <a:pt x="3240" y="389"/>
                  </a:lnTo>
                  <a:lnTo>
                    <a:pt x="3241" y="415"/>
                  </a:lnTo>
                  <a:lnTo>
                    <a:pt x="3242" y="441"/>
                  </a:lnTo>
                  <a:lnTo>
                    <a:pt x="3242" y="469"/>
                  </a:lnTo>
                  <a:lnTo>
                    <a:pt x="3241" y="473"/>
                  </a:lnTo>
                  <a:lnTo>
                    <a:pt x="3241" y="475"/>
                  </a:lnTo>
                  <a:lnTo>
                    <a:pt x="3239" y="483"/>
                  </a:lnTo>
                  <a:lnTo>
                    <a:pt x="3236" y="487"/>
                  </a:lnTo>
                  <a:lnTo>
                    <a:pt x="3232" y="487"/>
                  </a:lnTo>
                  <a:close/>
                  <a:moveTo>
                    <a:pt x="3220" y="441"/>
                  </a:moveTo>
                  <a:lnTo>
                    <a:pt x="3219" y="417"/>
                  </a:lnTo>
                  <a:lnTo>
                    <a:pt x="3219" y="397"/>
                  </a:lnTo>
                  <a:lnTo>
                    <a:pt x="3217" y="375"/>
                  </a:lnTo>
                  <a:lnTo>
                    <a:pt x="3215" y="357"/>
                  </a:lnTo>
                  <a:lnTo>
                    <a:pt x="3213" y="339"/>
                  </a:lnTo>
                  <a:lnTo>
                    <a:pt x="3210" y="321"/>
                  </a:lnTo>
                  <a:lnTo>
                    <a:pt x="3208" y="315"/>
                  </a:lnTo>
                  <a:lnTo>
                    <a:pt x="3206" y="307"/>
                  </a:lnTo>
                  <a:lnTo>
                    <a:pt x="3202" y="294"/>
                  </a:lnTo>
                  <a:lnTo>
                    <a:pt x="3199" y="288"/>
                  </a:lnTo>
                  <a:lnTo>
                    <a:pt x="3197" y="282"/>
                  </a:lnTo>
                  <a:lnTo>
                    <a:pt x="3194" y="276"/>
                  </a:lnTo>
                  <a:lnTo>
                    <a:pt x="3191" y="272"/>
                  </a:lnTo>
                  <a:lnTo>
                    <a:pt x="3188" y="266"/>
                  </a:lnTo>
                  <a:lnTo>
                    <a:pt x="3185" y="262"/>
                  </a:lnTo>
                  <a:lnTo>
                    <a:pt x="3178" y="256"/>
                  </a:lnTo>
                  <a:lnTo>
                    <a:pt x="3170" y="250"/>
                  </a:lnTo>
                  <a:lnTo>
                    <a:pt x="3161" y="246"/>
                  </a:lnTo>
                  <a:lnTo>
                    <a:pt x="3152" y="242"/>
                  </a:lnTo>
                  <a:lnTo>
                    <a:pt x="3141" y="242"/>
                  </a:lnTo>
                  <a:lnTo>
                    <a:pt x="3130" y="242"/>
                  </a:lnTo>
                  <a:lnTo>
                    <a:pt x="3126" y="244"/>
                  </a:lnTo>
                  <a:lnTo>
                    <a:pt x="3121" y="246"/>
                  </a:lnTo>
                  <a:lnTo>
                    <a:pt x="3112" y="250"/>
                  </a:lnTo>
                  <a:lnTo>
                    <a:pt x="3105" y="256"/>
                  </a:lnTo>
                  <a:lnTo>
                    <a:pt x="3097" y="264"/>
                  </a:lnTo>
                  <a:lnTo>
                    <a:pt x="3091" y="274"/>
                  </a:lnTo>
                  <a:lnTo>
                    <a:pt x="3085" y="284"/>
                  </a:lnTo>
                  <a:lnTo>
                    <a:pt x="3080" y="298"/>
                  </a:lnTo>
                  <a:lnTo>
                    <a:pt x="3075" y="311"/>
                  </a:lnTo>
                  <a:lnTo>
                    <a:pt x="3073" y="317"/>
                  </a:lnTo>
                  <a:lnTo>
                    <a:pt x="3071" y="325"/>
                  </a:lnTo>
                  <a:lnTo>
                    <a:pt x="3068" y="343"/>
                  </a:lnTo>
                  <a:lnTo>
                    <a:pt x="3066" y="361"/>
                  </a:lnTo>
                  <a:lnTo>
                    <a:pt x="3064" y="379"/>
                  </a:lnTo>
                  <a:lnTo>
                    <a:pt x="3062" y="399"/>
                  </a:lnTo>
                  <a:lnTo>
                    <a:pt x="3061" y="421"/>
                  </a:lnTo>
                  <a:lnTo>
                    <a:pt x="3061" y="443"/>
                  </a:lnTo>
                  <a:lnTo>
                    <a:pt x="3220" y="447"/>
                  </a:lnTo>
                  <a:lnTo>
                    <a:pt x="3220" y="441"/>
                  </a:lnTo>
                  <a:close/>
                  <a:moveTo>
                    <a:pt x="3726" y="699"/>
                  </a:moveTo>
                  <a:lnTo>
                    <a:pt x="3724" y="713"/>
                  </a:lnTo>
                  <a:lnTo>
                    <a:pt x="3722" y="723"/>
                  </a:lnTo>
                  <a:lnTo>
                    <a:pt x="3720" y="733"/>
                  </a:lnTo>
                  <a:lnTo>
                    <a:pt x="3718" y="737"/>
                  </a:lnTo>
                  <a:lnTo>
                    <a:pt x="3717" y="741"/>
                  </a:lnTo>
                  <a:lnTo>
                    <a:pt x="3714" y="747"/>
                  </a:lnTo>
                  <a:lnTo>
                    <a:pt x="3710" y="751"/>
                  </a:lnTo>
                  <a:lnTo>
                    <a:pt x="3705" y="753"/>
                  </a:lnTo>
                  <a:lnTo>
                    <a:pt x="3700" y="753"/>
                  </a:lnTo>
                  <a:lnTo>
                    <a:pt x="3694" y="753"/>
                  </a:lnTo>
                  <a:lnTo>
                    <a:pt x="3692" y="751"/>
                  </a:lnTo>
                  <a:lnTo>
                    <a:pt x="3690" y="749"/>
                  </a:lnTo>
                  <a:lnTo>
                    <a:pt x="3688" y="747"/>
                  </a:lnTo>
                  <a:lnTo>
                    <a:pt x="3686" y="745"/>
                  </a:lnTo>
                  <a:lnTo>
                    <a:pt x="3684" y="741"/>
                  </a:lnTo>
                  <a:lnTo>
                    <a:pt x="3683" y="739"/>
                  </a:lnTo>
                  <a:lnTo>
                    <a:pt x="3680" y="731"/>
                  </a:lnTo>
                  <a:lnTo>
                    <a:pt x="3678" y="721"/>
                  </a:lnTo>
                  <a:lnTo>
                    <a:pt x="3676" y="709"/>
                  </a:lnTo>
                  <a:lnTo>
                    <a:pt x="3674" y="695"/>
                  </a:lnTo>
                  <a:lnTo>
                    <a:pt x="3621" y="313"/>
                  </a:lnTo>
                  <a:lnTo>
                    <a:pt x="3619" y="305"/>
                  </a:lnTo>
                  <a:lnTo>
                    <a:pt x="3618" y="305"/>
                  </a:lnTo>
                  <a:lnTo>
                    <a:pt x="3617" y="305"/>
                  </a:lnTo>
                  <a:lnTo>
                    <a:pt x="3615" y="305"/>
                  </a:lnTo>
                  <a:lnTo>
                    <a:pt x="3614" y="313"/>
                  </a:lnTo>
                  <a:lnTo>
                    <a:pt x="3560" y="695"/>
                  </a:lnTo>
                  <a:lnTo>
                    <a:pt x="3556" y="721"/>
                  </a:lnTo>
                  <a:lnTo>
                    <a:pt x="3554" y="731"/>
                  </a:lnTo>
                  <a:lnTo>
                    <a:pt x="3552" y="739"/>
                  </a:lnTo>
                  <a:lnTo>
                    <a:pt x="3548" y="745"/>
                  </a:lnTo>
                  <a:lnTo>
                    <a:pt x="3545" y="749"/>
                  </a:lnTo>
                  <a:lnTo>
                    <a:pt x="3540" y="753"/>
                  </a:lnTo>
                  <a:lnTo>
                    <a:pt x="3535" y="753"/>
                  </a:lnTo>
                  <a:lnTo>
                    <a:pt x="3529" y="753"/>
                  </a:lnTo>
                  <a:lnTo>
                    <a:pt x="3525" y="751"/>
                  </a:lnTo>
                  <a:lnTo>
                    <a:pt x="3521" y="747"/>
                  </a:lnTo>
                  <a:lnTo>
                    <a:pt x="3517" y="741"/>
                  </a:lnTo>
                  <a:lnTo>
                    <a:pt x="3516" y="737"/>
                  </a:lnTo>
                  <a:lnTo>
                    <a:pt x="3515" y="733"/>
                  </a:lnTo>
                  <a:lnTo>
                    <a:pt x="3513" y="729"/>
                  </a:lnTo>
                  <a:lnTo>
                    <a:pt x="3512" y="723"/>
                  </a:lnTo>
                  <a:lnTo>
                    <a:pt x="3510" y="713"/>
                  </a:lnTo>
                  <a:lnTo>
                    <a:pt x="3508" y="699"/>
                  </a:lnTo>
                  <a:lnTo>
                    <a:pt x="3452" y="232"/>
                  </a:lnTo>
                  <a:lnTo>
                    <a:pt x="3452" y="228"/>
                  </a:lnTo>
                  <a:lnTo>
                    <a:pt x="3452" y="222"/>
                  </a:lnTo>
                  <a:lnTo>
                    <a:pt x="3452" y="218"/>
                  </a:lnTo>
                  <a:lnTo>
                    <a:pt x="3453" y="216"/>
                  </a:lnTo>
                  <a:lnTo>
                    <a:pt x="3454" y="212"/>
                  </a:lnTo>
                  <a:lnTo>
                    <a:pt x="3456" y="210"/>
                  </a:lnTo>
                  <a:lnTo>
                    <a:pt x="3458" y="208"/>
                  </a:lnTo>
                  <a:lnTo>
                    <a:pt x="3461" y="208"/>
                  </a:lnTo>
                  <a:lnTo>
                    <a:pt x="3467" y="208"/>
                  </a:lnTo>
                  <a:lnTo>
                    <a:pt x="3470" y="212"/>
                  </a:lnTo>
                  <a:lnTo>
                    <a:pt x="3471" y="216"/>
                  </a:lnTo>
                  <a:lnTo>
                    <a:pt x="3472" y="222"/>
                  </a:lnTo>
                  <a:lnTo>
                    <a:pt x="3528" y="689"/>
                  </a:lnTo>
                  <a:lnTo>
                    <a:pt x="3530" y="703"/>
                  </a:lnTo>
                  <a:lnTo>
                    <a:pt x="3531" y="711"/>
                  </a:lnTo>
                  <a:lnTo>
                    <a:pt x="3533" y="713"/>
                  </a:lnTo>
                  <a:lnTo>
                    <a:pt x="3535" y="713"/>
                  </a:lnTo>
                  <a:lnTo>
                    <a:pt x="3536" y="713"/>
                  </a:lnTo>
                  <a:lnTo>
                    <a:pt x="3538" y="709"/>
                  </a:lnTo>
                  <a:lnTo>
                    <a:pt x="3539" y="703"/>
                  </a:lnTo>
                  <a:lnTo>
                    <a:pt x="3541" y="689"/>
                  </a:lnTo>
                  <a:lnTo>
                    <a:pt x="3596" y="301"/>
                  </a:lnTo>
                  <a:lnTo>
                    <a:pt x="3597" y="294"/>
                  </a:lnTo>
                  <a:lnTo>
                    <a:pt x="3599" y="286"/>
                  </a:lnTo>
                  <a:lnTo>
                    <a:pt x="3601" y="280"/>
                  </a:lnTo>
                  <a:lnTo>
                    <a:pt x="3604" y="274"/>
                  </a:lnTo>
                  <a:lnTo>
                    <a:pt x="3607" y="270"/>
                  </a:lnTo>
                  <a:lnTo>
                    <a:pt x="3610" y="268"/>
                  </a:lnTo>
                  <a:lnTo>
                    <a:pt x="3614" y="266"/>
                  </a:lnTo>
                  <a:lnTo>
                    <a:pt x="3617" y="266"/>
                  </a:lnTo>
                  <a:lnTo>
                    <a:pt x="3621" y="266"/>
                  </a:lnTo>
                  <a:lnTo>
                    <a:pt x="3624" y="268"/>
                  </a:lnTo>
                  <a:lnTo>
                    <a:pt x="3627" y="270"/>
                  </a:lnTo>
                  <a:lnTo>
                    <a:pt x="3630" y="274"/>
                  </a:lnTo>
                  <a:lnTo>
                    <a:pt x="3633" y="280"/>
                  </a:lnTo>
                  <a:lnTo>
                    <a:pt x="3634" y="282"/>
                  </a:lnTo>
                  <a:lnTo>
                    <a:pt x="3635" y="286"/>
                  </a:lnTo>
                  <a:lnTo>
                    <a:pt x="3637" y="294"/>
                  </a:lnTo>
                  <a:lnTo>
                    <a:pt x="3639" y="301"/>
                  </a:lnTo>
                  <a:lnTo>
                    <a:pt x="3693" y="689"/>
                  </a:lnTo>
                  <a:lnTo>
                    <a:pt x="3695" y="703"/>
                  </a:lnTo>
                  <a:lnTo>
                    <a:pt x="3696" y="707"/>
                  </a:lnTo>
                  <a:lnTo>
                    <a:pt x="3697" y="709"/>
                  </a:lnTo>
                  <a:lnTo>
                    <a:pt x="3698" y="713"/>
                  </a:lnTo>
                  <a:lnTo>
                    <a:pt x="3700" y="713"/>
                  </a:lnTo>
                  <a:lnTo>
                    <a:pt x="3701" y="713"/>
                  </a:lnTo>
                  <a:lnTo>
                    <a:pt x="3702" y="713"/>
                  </a:lnTo>
                  <a:lnTo>
                    <a:pt x="3703" y="711"/>
                  </a:lnTo>
                  <a:lnTo>
                    <a:pt x="3704" y="707"/>
                  </a:lnTo>
                  <a:lnTo>
                    <a:pt x="3705" y="703"/>
                  </a:lnTo>
                  <a:lnTo>
                    <a:pt x="3707" y="689"/>
                  </a:lnTo>
                  <a:lnTo>
                    <a:pt x="3761" y="222"/>
                  </a:lnTo>
                  <a:lnTo>
                    <a:pt x="3762" y="216"/>
                  </a:lnTo>
                  <a:lnTo>
                    <a:pt x="3763" y="212"/>
                  </a:lnTo>
                  <a:lnTo>
                    <a:pt x="3764" y="210"/>
                  </a:lnTo>
                  <a:lnTo>
                    <a:pt x="3766" y="208"/>
                  </a:lnTo>
                  <a:lnTo>
                    <a:pt x="3767" y="208"/>
                  </a:lnTo>
                  <a:lnTo>
                    <a:pt x="3769" y="208"/>
                  </a:lnTo>
                  <a:lnTo>
                    <a:pt x="3773" y="208"/>
                  </a:lnTo>
                  <a:lnTo>
                    <a:pt x="3777" y="210"/>
                  </a:lnTo>
                  <a:lnTo>
                    <a:pt x="3779" y="212"/>
                  </a:lnTo>
                  <a:lnTo>
                    <a:pt x="3781" y="214"/>
                  </a:lnTo>
                  <a:lnTo>
                    <a:pt x="3782" y="218"/>
                  </a:lnTo>
                  <a:lnTo>
                    <a:pt x="3782" y="222"/>
                  </a:lnTo>
                  <a:lnTo>
                    <a:pt x="3781" y="232"/>
                  </a:lnTo>
                  <a:lnTo>
                    <a:pt x="3726" y="699"/>
                  </a:lnTo>
                  <a:close/>
                  <a:moveTo>
                    <a:pt x="3953" y="753"/>
                  </a:moveTo>
                  <a:lnTo>
                    <a:pt x="3940" y="753"/>
                  </a:lnTo>
                  <a:lnTo>
                    <a:pt x="3934" y="751"/>
                  </a:lnTo>
                  <a:lnTo>
                    <a:pt x="3929" y="749"/>
                  </a:lnTo>
                  <a:lnTo>
                    <a:pt x="3918" y="745"/>
                  </a:lnTo>
                  <a:lnTo>
                    <a:pt x="3908" y="737"/>
                  </a:lnTo>
                  <a:lnTo>
                    <a:pt x="3903" y="733"/>
                  </a:lnTo>
                  <a:lnTo>
                    <a:pt x="3898" y="729"/>
                  </a:lnTo>
                  <a:lnTo>
                    <a:pt x="3890" y="717"/>
                  </a:lnTo>
                  <a:lnTo>
                    <a:pt x="3882" y="705"/>
                  </a:lnTo>
                  <a:lnTo>
                    <a:pt x="3875" y="689"/>
                  </a:lnTo>
                  <a:lnTo>
                    <a:pt x="3872" y="683"/>
                  </a:lnTo>
                  <a:lnTo>
                    <a:pt x="3869" y="673"/>
                  </a:lnTo>
                  <a:lnTo>
                    <a:pt x="3866" y="665"/>
                  </a:lnTo>
                  <a:lnTo>
                    <a:pt x="3864" y="655"/>
                  </a:lnTo>
                  <a:lnTo>
                    <a:pt x="3859" y="635"/>
                  </a:lnTo>
                  <a:lnTo>
                    <a:pt x="3856" y="615"/>
                  </a:lnTo>
                  <a:lnTo>
                    <a:pt x="3853" y="591"/>
                  </a:lnTo>
                  <a:lnTo>
                    <a:pt x="3851" y="567"/>
                  </a:lnTo>
                  <a:lnTo>
                    <a:pt x="3850" y="541"/>
                  </a:lnTo>
                  <a:lnTo>
                    <a:pt x="3849" y="513"/>
                  </a:lnTo>
                  <a:lnTo>
                    <a:pt x="3849" y="443"/>
                  </a:lnTo>
                  <a:lnTo>
                    <a:pt x="3850" y="415"/>
                  </a:lnTo>
                  <a:lnTo>
                    <a:pt x="3851" y="389"/>
                  </a:lnTo>
                  <a:lnTo>
                    <a:pt x="3853" y="363"/>
                  </a:lnTo>
                  <a:lnTo>
                    <a:pt x="3856" y="341"/>
                  </a:lnTo>
                  <a:lnTo>
                    <a:pt x="3857" y="329"/>
                  </a:lnTo>
                  <a:lnTo>
                    <a:pt x="3859" y="319"/>
                  </a:lnTo>
                  <a:lnTo>
                    <a:pt x="3861" y="309"/>
                  </a:lnTo>
                  <a:lnTo>
                    <a:pt x="3864" y="300"/>
                  </a:lnTo>
                  <a:lnTo>
                    <a:pt x="3866" y="290"/>
                  </a:lnTo>
                  <a:lnTo>
                    <a:pt x="3869" y="282"/>
                  </a:lnTo>
                  <a:lnTo>
                    <a:pt x="3875" y="266"/>
                  </a:lnTo>
                  <a:lnTo>
                    <a:pt x="3882" y="252"/>
                  </a:lnTo>
                  <a:lnTo>
                    <a:pt x="3886" y="244"/>
                  </a:lnTo>
                  <a:lnTo>
                    <a:pt x="3890" y="238"/>
                  </a:lnTo>
                  <a:lnTo>
                    <a:pt x="3898" y="228"/>
                  </a:lnTo>
                  <a:lnTo>
                    <a:pt x="3903" y="222"/>
                  </a:lnTo>
                  <a:lnTo>
                    <a:pt x="3908" y="218"/>
                  </a:lnTo>
                  <a:lnTo>
                    <a:pt x="3918" y="212"/>
                  </a:lnTo>
                  <a:lnTo>
                    <a:pt x="3929" y="206"/>
                  </a:lnTo>
                  <a:lnTo>
                    <a:pt x="3934" y="204"/>
                  </a:lnTo>
                  <a:lnTo>
                    <a:pt x="3940" y="204"/>
                  </a:lnTo>
                  <a:lnTo>
                    <a:pt x="3953" y="202"/>
                  </a:lnTo>
                  <a:lnTo>
                    <a:pt x="3965" y="204"/>
                  </a:lnTo>
                  <a:lnTo>
                    <a:pt x="3971" y="204"/>
                  </a:lnTo>
                  <a:lnTo>
                    <a:pt x="3977" y="206"/>
                  </a:lnTo>
                  <a:lnTo>
                    <a:pt x="3988" y="212"/>
                  </a:lnTo>
                  <a:lnTo>
                    <a:pt x="3998" y="218"/>
                  </a:lnTo>
                  <a:lnTo>
                    <a:pt x="4003" y="222"/>
                  </a:lnTo>
                  <a:lnTo>
                    <a:pt x="4007" y="228"/>
                  </a:lnTo>
                  <a:lnTo>
                    <a:pt x="4016" y="238"/>
                  </a:lnTo>
                  <a:lnTo>
                    <a:pt x="4024" y="252"/>
                  </a:lnTo>
                  <a:lnTo>
                    <a:pt x="4031" y="266"/>
                  </a:lnTo>
                  <a:lnTo>
                    <a:pt x="4034" y="274"/>
                  </a:lnTo>
                  <a:lnTo>
                    <a:pt x="4037" y="282"/>
                  </a:lnTo>
                  <a:lnTo>
                    <a:pt x="4039" y="290"/>
                  </a:lnTo>
                  <a:lnTo>
                    <a:pt x="4042" y="300"/>
                  </a:lnTo>
                  <a:lnTo>
                    <a:pt x="4046" y="319"/>
                  </a:lnTo>
                  <a:lnTo>
                    <a:pt x="4050" y="341"/>
                  </a:lnTo>
                  <a:lnTo>
                    <a:pt x="4053" y="363"/>
                  </a:lnTo>
                  <a:lnTo>
                    <a:pt x="4055" y="389"/>
                  </a:lnTo>
                  <a:lnTo>
                    <a:pt x="4056" y="415"/>
                  </a:lnTo>
                  <a:lnTo>
                    <a:pt x="4057" y="443"/>
                  </a:lnTo>
                  <a:lnTo>
                    <a:pt x="4057" y="513"/>
                  </a:lnTo>
                  <a:lnTo>
                    <a:pt x="4056" y="541"/>
                  </a:lnTo>
                  <a:lnTo>
                    <a:pt x="4055" y="567"/>
                  </a:lnTo>
                  <a:lnTo>
                    <a:pt x="4053" y="591"/>
                  </a:lnTo>
                  <a:lnTo>
                    <a:pt x="4050" y="615"/>
                  </a:lnTo>
                  <a:lnTo>
                    <a:pt x="4048" y="625"/>
                  </a:lnTo>
                  <a:lnTo>
                    <a:pt x="4046" y="635"/>
                  </a:lnTo>
                  <a:lnTo>
                    <a:pt x="4044" y="645"/>
                  </a:lnTo>
                  <a:lnTo>
                    <a:pt x="4042" y="655"/>
                  </a:lnTo>
                  <a:lnTo>
                    <a:pt x="4039" y="665"/>
                  </a:lnTo>
                  <a:lnTo>
                    <a:pt x="4037" y="673"/>
                  </a:lnTo>
                  <a:lnTo>
                    <a:pt x="4031" y="689"/>
                  </a:lnTo>
                  <a:lnTo>
                    <a:pt x="4024" y="705"/>
                  </a:lnTo>
                  <a:lnTo>
                    <a:pt x="4020" y="711"/>
                  </a:lnTo>
                  <a:lnTo>
                    <a:pt x="4016" y="717"/>
                  </a:lnTo>
                  <a:lnTo>
                    <a:pt x="4007" y="729"/>
                  </a:lnTo>
                  <a:lnTo>
                    <a:pt x="4003" y="733"/>
                  </a:lnTo>
                  <a:lnTo>
                    <a:pt x="3998" y="737"/>
                  </a:lnTo>
                  <a:lnTo>
                    <a:pt x="3988" y="745"/>
                  </a:lnTo>
                  <a:lnTo>
                    <a:pt x="3977" y="749"/>
                  </a:lnTo>
                  <a:lnTo>
                    <a:pt x="3971" y="751"/>
                  </a:lnTo>
                  <a:lnTo>
                    <a:pt x="3965" y="753"/>
                  </a:lnTo>
                  <a:lnTo>
                    <a:pt x="3953" y="753"/>
                  </a:lnTo>
                  <a:close/>
                  <a:moveTo>
                    <a:pt x="4034" y="443"/>
                  </a:moveTo>
                  <a:lnTo>
                    <a:pt x="4034" y="419"/>
                  </a:lnTo>
                  <a:lnTo>
                    <a:pt x="4033" y="397"/>
                  </a:lnTo>
                  <a:lnTo>
                    <a:pt x="4033" y="387"/>
                  </a:lnTo>
                  <a:lnTo>
                    <a:pt x="4032" y="377"/>
                  </a:lnTo>
                  <a:lnTo>
                    <a:pt x="4030" y="359"/>
                  </a:lnTo>
                  <a:lnTo>
                    <a:pt x="4027" y="341"/>
                  </a:lnTo>
                  <a:lnTo>
                    <a:pt x="4024" y="323"/>
                  </a:lnTo>
                  <a:lnTo>
                    <a:pt x="4020" y="309"/>
                  </a:lnTo>
                  <a:lnTo>
                    <a:pt x="4016" y="296"/>
                  </a:lnTo>
                  <a:lnTo>
                    <a:pt x="4011" y="284"/>
                  </a:lnTo>
                  <a:lnTo>
                    <a:pt x="4008" y="278"/>
                  </a:lnTo>
                  <a:lnTo>
                    <a:pt x="4005" y="272"/>
                  </a:lnTo>
                  <a:lnTo>
                    <a:pt x="3998" y="264"/>
                  </a:lnTo>
                  <a:lnTo>
                    <a:pt x="3994" y="260"/>
                  </a:lnTo>
                  <a:lnTo>
                    <a:pt x="3990" y="256"/>
                  </a:lnTo>
                  <a:lnTo>
                    <a:pt x="3986" y="252"/>
                  </a:lnTo>
                  <a:lnTo>
                    <a:pt x="3982" y="250"/>
                  </a:lnTo>
                  <a:lnTo>
                    <a:pt x="3973" y="246"/>
                  </a:lnTo>
                  <a:lnTo>
                    <a:pt x="3963" y="242"/>
                  </a:lnTo>
                  <a:lnTo>
                    <a:pt x="3953" y="242"/>
                  </a:lnTo>
                  <a:lnTo>
                    <a:pt x="3942" y="242"/>
                  </a:lnTo>
                  <a:lnTo>
                    <a:pt x="3932" y="246"/>
                  </a:lnTo>
                  <a:lnTo>
                    <a:pt x="3928" y="248"/>
                  </a:lnTo>
                  <a:lnTo>
                    <a:pt x="3923" y="250"/>
                  </a:lnTo>
                  <a:lnTo>
                    <a:pt x="3915" y="256"/>
                  </a:lnTo>
                  <a:lnTo>
                    <a:pt x="3908" y="264"/>
                  </a:lnTo>
                  <a:lnTo>
                    <a:pt x="3901" y="272"/>
                  </a:lnTo>
                  <a:lnTo>
                    <a:pt x="3895" y="284"/>
                  </a:lnTo>
                  <a:lnTo>
                    <a:pt x="3890" y="296"/>
                  </a:lnTo>
                  <a:lnTo>
                    <a:pt x="3888" y="301"/>
                  </a:lnTo>
                  <a:lnTo>
                    <a:pt x="3885" y="309"/>
                  </a:lnTo>
                  <a:lnTo>
                    <a:pt x="3882" y="323"/>
                  </a:lnTo>
                  <a:lnTo>
                    <a:pt x="3878" y="341"/>
                  </a:lnTo>
                  <a:lnTo>
                    <a:pt x="3876" y="359"/>
                  </a:lnTo>
                  <a:lnTo>
                    <a:pt x="3874" y="377"/>
                  </a:lnTo>
                  <a:lnTo>
                    <a:pt x="3872" y="397"/>
                  </a:lnTo>
                  <a:lnTo>
                    <a:pt x="3872" y="409"/>
                  </a:lnTo>
                  <a:lnTo>
                    <a:pt x="3872" y="419"/>
                  </a:lnTo>
                  <a:lnTo>
                    <a:pt x="3871" y="443"/>
                  </a:lnTo>
                  <a:lnTo>
                    <a:pt x="3871" y="513"/>
                  </a:lnTo>
                  <a:lnTo>
                    <a:pt x="3872" y="535"/>
                  </a:lnTo>
                  <a:lnTo>
                    <a:pt x="3872" y="557"/>
                  </a:lnTo>
                  <a:lnTo>
                    <a:pt x="3873" y="567"/>
                  </a:lnTo>
                  <a:lnTo>
                    <a:pt x="3874" y="577"/>
                  </a:lnTo>
                  <a:lnTo>
                    <a:pt x="3876" y="597"/>
                  </a:lnTo>
                  <a:lnTo>
                    <a:pt x="3878" y="615"/>
                  </a:lnTo>
                  <a:lnTo>
                    <a:pt x="3882" y="631"/>
                  </a:lnTo>
                  <a:lnTo>
                    <a:pt x="3885" y="645"/>
                  </a:lnTo>
                  <a:lnTo>
                    <a:pt x="3890" y="659"/>
                  </a:lnTo>
                  <a:lnTo>
                    <a:pt x="3895" y="673"/>
                  </a:lnTo>
                  <a:lnTo>
                    <a:pt x="3898" y="677"/>
                  </a:lnTo>
                  <a:lnTo>
                    <a:pt x="3901" y="683"/>
                  </a:lnTo>
                  <a:lnTo>
                    <a:pt x="3908" y="693"/>
                  </a:lnTo>
                  <a:lnTo>
                    <a:pt x="3911" y="697"/>
                  </a:lnTo>
                  <a:lnTo>
                    <a:pt x="3915" y="699"/>
                  </a:lnTo>
                  <a:lnTo>
                    <a:pt x="3919" y="703"/>
                  </a:lnTo>
                  <a:lnTo>
                    <a:pt x="3923" y="707"/>
                  </a:lnTo>
                  <a:lnTo>
                    <a:pt x="3932" y="711"/>
                  </a:lnTo>
                  <a:lnTo>
                    <a:pt x="3942" y="713"/>
                  </a:lnTo>
                  <a:lnTo>
                    <a:pt x="3953" y="713"/>
                  </a:lnTo>
                  <a:lnTo>
                    <a:pt x="3963" y="713"/>
                  </a:lnTo>
                  <a:lnTo>
                    <a:pt x="3973" y="711"/>
                  </a:lnTo>
                  <a:lnTo>
                    <a:pt x="3978" y="709"/>
                  </a:lnTo>
                  <a:lnTo>
                    <a:pt x="3982" y="707"/>
                  </a:lnTo>
                  <a:lnTo>
                    <a:pt x="3990" y="699"/>
                  </a:lnTo>
                  <a:lnTo>
                    <a:pt x="3998" y="693"/>
                  </a:lnTo>
                  <a:lnTo>
                    <a:pt x="4005" y="683"/>
                  </a:lnTo>
                  <a:lnTo>
                    <a:pt x="4011" y="673"/>
                  </a:lnTo>
                  <a:lnTo>
                    <a:pt x="4016" y="659"/>
                  </a:lnTo>
                  <a:lnTo>
                    <a:pt x="4018" y="653"/>
                  </a:lnTo>
                  <a:lnTo>
                    <a:pt x="4020" y="645"/>
                  </a:lnTo>
                  <a:lnTo>
                    <a:pt x="4024" y="631"/>
                  </a:lnTo>
                  <a:lnTo>
                    <a:pt x="4027" y="615"/>
                  </a:lnTo>
                  <a:lnTo>
                    <a:pt x="4030" y="597"/>
                  </a:lnTo>
                  <a:lnTo>
                    <a:pt x="4032" y="577"/>
                  </a:lnTo>
                  <a:lnTo>
                    <a:pt x="4033" y="557"/>
                  </a:lnTo>
                  <a:lnTo>
                    <a:pt x="4034" y="547"/>
                  </a:lnTo>
                  <a:lnTo>
                    <a:pt x="4034" y="535"/>
                  </a:lnTo>
                  <a:lnTo>
                    <a:pt x="4034" y="513"/>
                  </a:lnTo>
                  <a:lnTo>
                    <a:pt x="4034" y="443"/>
                  </a:lnTo>
                  <a:close/>
                  <a:moveTo>
                    <a:pt x="4237" y="242"/>
                  </a:moveTo>
                  <a:lnTo>
                    <a:pt x="4230" y="242"/>
                  </a:lnTo>
                  <a:lnTo>
                    <a:pt x="4222" y="244"/>
                  </a:lnTo>
                  <a:lnTo>
                    <a:pt x="4215" y="246"/>
                  </a:lnTo>
                  <a:lnTo>
                    <a:pt x="4206" y="250"/>
                  </a:lnTo>
                  <a:lnTo>
                    <a:pt x="4197" y="258"/>
                  </a:lnTo>
                  <a:lnTo>
                    <a:pt x="4188" y="266"/>
                  </a:lnTo>
                  <a:lnTo>
                    <a:pt x="4178" y="276"/>
                  </a:lnTo>
                  <a:lnTo>
                    <a:pt x="4167" y="288"/>
                  </a:lnTo>
                  <a:lnTo>
                    <a:pt x="4167" y="729"/>
                  </a:lnTo>
                  <a:lnTo>
                    <a:pt x="4167" y="731"/>
                  </a:lnTo>
                  <a:lnTo>
                    <a:pt x="4167" y="735"/>
                  </a:lnTo>
                  <a:lnTo>
                    <a:pt x="4164" y="741"/>
                  </a:lnTo>
                  <a:lnTo>
                    <a:pt x="4161" y="745"/>
                  </a:lnTo>
                  <a:lnTo>
                    <a:pt x="4158" y="747"/>
                  </a:lnTo>
                  <a:lnTo>
                    <a:pt x="4155" y="747"/>
                  </a:lnTo>
                  <a:lnTo>
                    <a:pt x="4152" y="745"/>
                  </a:lnTo>
                  <a:lnTo>
                    <a:pt x="4147" y="741"/>
                  </a:lnTo>
                  <a:lnTo>
                    <a:pt x="4145" y="735"/>
                  </a:lnTo>
                  <a:lnTo>
                    <a:pt x="4144" y="729"/>
                  </a:lnTo>
                  <a:lnTo>
                    <a:pt x="4144" y="228"/>
                  </a:lnTo>
                  <a:lnTo>
                    <a:pt x="4144" y="224"/>
                  </a:lnTo>
                  <a:lnTo>
                    <a:pt x="4145" y="220"/>
                  </a:lnTo>
                  <a:lnTo>
                    <a:pt x="4147" y="214"/>
                  </a:lnTo>
                  <a:lnTo>
                    <a:pt x="4149" y="210"/>
                  </a:lnTo>
                  <a:lnTo>
                    <a:pt x="4150" y="210"/>
                  </a:lnTo>
                  <a:lnTo>
                    <a:pt x="4152" y="208"/>
                  </a:lnTo>
                  <a:lnTo>
                    <a:pt x="4154" y="208"/>
                  </a:lnTo>
                  <a:lnTo>
                    <a:pt x="4158" y="208"/>
                  </a:lnTo>
                  <a:lnTo>
                    <a:pt x="4160" y="208"/>
                  </a:lnTo>
                  <a:lnTo>
                    <a:pt x="4162" y="210"/>
                  </a:lnTo>
                  <a:lnTo>
                    <a:pt x="4164" y="210"/>
                  </a:lnTo>
                  <a:lnTo>
                    <a:pt x="4165" y="214"/>
                  </a:lnTo>
                  <a:lnTo>
                    <a:pt x="4166" y="216"/>
                  </a:lnTo>
                  <a:lnTo>
                    <a:pt x="4167" y="220"/>
                  </a:lnTo>
                  <a:lnTo>
                    <a:pt x="4167" y="224"/>
                  </a:lnTo>
                  <a:lnTo>
                    <a:pt x="4167" y="228"/>
                  </a:lnTo>
                  <a:lnTo>
                    <a:pt x="4167" y="248"/>
                  </a:lnTo>
                  <a:lnTo>
                    <a:pt x="4177" y="238"/>
                  </a:lnTo>
                  <a:lnTo>
                    <a:pt x="4181" y="232"/>
                  </a:lnTo>
                  <a:lnTo>
                    <a:pt x="4186" y="228"/>
                  </a:lnTo>
                  <a:lnTo>
                    <a:pt x="4194" y="220"/>
                  </a:lnTo>
                  <a:lnTo>
                    <a:pt x="4203" y="214"/>
                  </a:lnTo>
                  <a:lnTo>
                    <a:pt x="4211" y="208"/>
                  </a:lnTo>
                  <a:lnTo>
                    <a:pt x="4220" y="206"/>
                  </a:lnTo>
                  <a:lnTo>
                    <a:pt x="4228" y="204"/>
                  </a:lnTo>
                  <a:lnTo>
                    <a:pt x="4237" y="202"/>
                  </a:lnTo>
                  <a:lnTo>
                    <a:pt x="4243" y="204"/>
                  </a:lnTo>
                  <a:lnTo>
                    <a:pt x="4245" y="204"/>
                  </a:lnTo>
                  <a:lnTo>
                    <a:pt x="4247" y="206"/>
                  </a:lnTo>
                  <a:lnTo>
                    <a:pt x="4249" y="208"/>
                  </a:lnTo>
                  <a:lnTo>
                    <a:pt x="4250" y="210"/>
                  </a:lnTo>
                  <a:lnTo>
                    <a:pt x="4251" y="214"/>
                  </a:lnTo>
                  <a:lnTo>
                    <a:pt x="4251" y="218"/>
                  </a:lnTo>
                  <a:lnTo>
                    <a:pt x="4251" y="226"/>
                  </a:lnTo>
                  <a:lnTo>
                    <a:pt x="4251" y="230"/>
                  </a:lnTo>
                  <a:lnTo>
                    <a:pt x="4250" y="234"/>
                  </a:lnTo>
                  <a:lnTo>
                    <a:pt x="4249" y="236"/>
                  </a:lnTo>
                  <a:lnTo>
                    <a:pt x="4247" y="238"/>
                  </a:lnTo>
                  <a:lnTo>
                    <a:pt x="4243" y="242"/>
                  </a:lnTo>
                  <a:lnTo>
                    <a:pt x="4237" y="242"/>
                  </a:lnTo>
                  <a:close/>
                  <a:moveTo>
                    <a:pt x="4344" y="753"/>
                  </a:moveTo>
                  <a:lnTo>
                    <a:pt x="4339" y="753"/>
                  </a:lnTo>
                  <a:lnTo>
                    <a:pt x="4335" y="751"/>
                  </a:lnTo>
                  <a:lnTo>
                    <a:pt x="4333" y="747"/>
                  </a:lnTo>
                  <a:lnTo>
                    <a:pt x="4331" y="741"/>
                  </a:lnTo>
                  <a:lnTo>
                    <a:pt x="4330" y="735"/>
                  </a:lnTo>
                  <a:lnTo>
                    <a:pt x="4330" y="20"/>
                  </a:lnTo>
                  <a:lnTo>
                    <a:pt x="4331" y="16"/>
                  </a:lnTo>
                  <a:lnTo>
                    <a:pt x="4331" y="12"/>
                  </a:lnTo>
                  <a:lnTo>
                    <a:pt x="4333" y="6"/>
                  </a:lnTo>
                  <a:lnTo>
                    <a:pt x="4334" y="4"/>
                  </a:lnTo>
                  <a:lnTo>
                    <a:pt x="4335" y="2"/>
                  </a:lnTo>
                  <a:lnTo>
                    <a:pt x="4339" y="0"/>
                  </a:lnTo>
                  <a:lnTo>
                    <a:pt x="4344" y="0"/>
                  </a:lnTo>
                  <a:lnTo>
                    <a:pt x="4347" y="2"/>
                  </a:lnTo>
                  <a:lnTo>
                    <a:pt x="4350" y="6"/>
                  </a:lnTo>
                  <a:lnTo>
                    <a:pt x="4352" y="12"/>
                  </a:lnTo>
                  <a:lnTo>
                    <a:pt x="4353" y="20"/>
                  </a:lnTo>
                  <a:lnTo>
                    <a:pt x="4353" y="735"/>
                  </a:lnTo>
                  <a:lnTo>
                    <a:pt x="4352" y="737"/>
                  </a:lnTo>
                  <a:lnTo>
                    <a:pt x="4352" y="741"/>
                  </a:lnTo>
                  <a:lnTo>
                    <a:pt x="4350" y="747"/>
                  </a:lnTo>
                  <a:lnTo>
                    <a:pt x="4349" y="749"/>
                  </a:lnTo>
                  <a:lnTo>
                    <a:pt x="4347" y="751"/>
                  </a:lnTo>
                  <a:lnTo>
                    <a:pt x="4344" y="7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00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E42D6B06-3804-BC09-9BA8-381F8D5A25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9188" y="1992313"/>
              <a:ext cx="7424738" cy="1890713"/>
            </a:xfrm>
            <a:custGeom>
              <a:avLst/>
              <a:gdLst>
                <a:gd name="T0" fmla="*/ 3621 w 4677"/>
                <a:gd name="T1" fmla="*/ 1718 h 2381"/>
                <a:gd name="T2" fmla="*/ 3722 w 4677"/>
                <a:gd name="T3" fmla="*/ 1115 h 2381"/>
                <a:gd name="T4" fmla="*/ 3550 w 4677"/>
                <a:gd name="T5" fmla="*/ 549 h 2381"/>
                <a:gd name="T6" fmla="*/ 3192 w 4677"/>
                <a:gd name="T7" fmla="*/ 463 h 2381"/>
                <a:gd name="T8" fmla="*/ 2956 w 4677"/>
                <a:gd name="T9" fmla="*/ 927 h 2381"/>
                <a:gd name="T10" fmla="*/ 2980 w 4677"/>
                <a:gd name="T11" fmla="*/ 1566 h 2381"/>
                <a:gd name="T12" fmla="*/ 3268 w 4677"/>
                <a:gd name="T13" fmla="*/ 1966 h 2381"/>
                <a:gd name="T14" fmla="*/ 3592 w 4677"/>
                <a:gd name="T15" fmla="*/ 118 h 2381"/>
                <a:gd name="T16" fmla="*/ 3866 w 4677"/>
                <a:gd name="T17" fmla="*/ 623 h 2381"/>
                <a:gd name="T18" fmla="*/ 3937 w 4677"/>
                <a:gd name="T19" fmla="*/ 1313 h 2381"/>
                <a:gd name="T20" fmla="*/ 3826 w 4677"/>
                <a:gd name="T21" fmla="*/ 1880 h 2381"/>
                <a:gd name="T22" fmla="*/ 3493 w 4677"/>
                <a:gd name="T23" fmla="*/ 2335 h 2381"/>
                <a:gd name="T24" fmla="*/ 3087 w 4677"/>
                <a:gd name="T25" fmla="*/ 2287 h 2381"/>
                <a:gd name="T26" fmla="*/ 2817 w 4677"/>
                <a:gd name="T27" fmla="*/ 1856 h 2381"/>
                <a:gd name="T28" fmla="*/ 2713 w 4677"/>
                <a:gd name="T29" fmla="*/ 1129 h 2381"/>
                <a:gd name="T30" fmla="*/ 2808 w 4677"/>
                <a:gd name="T31" fmla="*/ 549 h 2381"/>
                <a:gd name="T32" fmla="*/ 3129 w 4677"/>
                <a:gd name="T33" fmla="*/ 64 h 2381"/>
                <a:gd name="T34" fmla="*/ 3421 w 4677"/>
                <a:gd name="T35" fmla="*/ 1049 h 2381"/>
                <a:gd name="T36" fmla="*/ 3421 w 4677"/>
                <a:gd name="T37" fmla="*/ 1333 h 2381"/>
                <a:gd name="T38" fmla="*/ 3242 w 4677"/>
                <a:gd name="T39" fmla="*/ 1349 h 2381"/>
                <a:gd name="T40" fmla="*/ 3228 w 4677"/>
                <a:gd name="T41" fmla="*/ 1067 h 2381"/>
                <a:gd name="T42" fmla="*/ 555 w 4677"/>
                <a:gd name="T43" fmla="*/ 1834 h 2381"/>
                <a:gd name="T44" fmla="*/ 612 w 4677"/>
                <a:gd name="T45" fmla="*/ 2108 h 2381"/>
                <a:gd name="T46" fmla="*/ 110 w 4677"/>
                <a:gd name="T47" fmla="*/ 2246 h 2381"/>
                <a:gd name="T48" fmla="*/ 1 w 4677"/>
                <a:gd name="T49" fmla="*/ 2038 h 2381"/>
                <a:gd name="T50" fmla="*/ 71 w 4677"/>
                <a:gd name="T51" fmla="*/ 248 h 2381"/>
                <a:gd name="T52" fmla="*/ 236 w 4677"/>
                <a:gd name="T53" fmla="*/ 362 h 2381"/>
                <a:gd name="T54" fmla="*/ 1549 w 4677"/>
                <a:gd name="T55" fmla="*/ 2130 h 2381"/>
                <a:gd name="T56" fmla="*/ 1385 w 4677"/>
                <a:gd name="T57" fmla="*/ 2230 h 2381"/>
                <a:gd name="T58" fmla="*/ 1267 w 4677"/>
                <a:gd name="T59" fmla="*/ 1802 h 2381"/>
                <a:gd name="T60" fmla="*/ 870 w 4677"/>
                <a:gd name="T61" fmla="*/ 1966 h 2381"/>
                <a:gd name="T62" fmla="*/ 737 w 4677"/>
                <a:gd name="T63" fmla="*/ 2254 h 2381"/>
                <a:gd name="T64" fmla="*/ 631 w 4677"/>
                <a:gd name="T65" fmla="*/ 2036 h 2381"/>
                <a:gd name="T66" fmla="*/ 983 w 4677"/>
                <a:gd name="T67" fmla="*/ 298 h 2381"/>
                <a:gd name="T68" fmla="*/ 1183 w 4677"/>
                <a:gd name="T69" fmla="*/ 270 h 2381"/>
                <a:gd name="T70" fmla="*/ 1518 w 4677"/>
                <a:gd name="T71" fmla="*/ 1800 h 2381"/>
                <a:gd name="T72" fmla="*/ 2713 w 4677"/>
                <a:gd name="T73" fmla="*/ 1772 h 2381"/>
                <a:gd name="T74" fmla="*/ 2756 w 4677"/>
                <a:gd name="T75" fmla="*/ 2192 h 2381"/>
                <a:gd name="T76" fmla="*/ 2601 w 4677"/>
                <a:gd name="T77" fmla="*/ 2212 h 2381"/>
                <a:gd name="T78" fmla="*/ 2295 w 4677"/>
                <a:gd name="T79" fmla="*/ 2116 h 2381"/>
                <a:gd name="T80" fmla="*/ 2171 w 4677"/>
                <a:gd name="T81" fmla="*/ 2254 h 2381"/>
                <a:gd name="T82" fmla="*/ 1817 w 4677"/>
                <a:gd name="T83" fmla="*/ 1908 h 2381"/>
                <a:gd name="T84" fmla="*/ 1699 w 4677"/>
                <a:gd name="T85" fmla="*/ 2250 h 2381"/>
                <a:gd name="T86" fmla="*/ 1571 w 4677"/>
                <a:gd name="T87" fmla="*/ 2070 h 2381"/>
                <a:gd name="T88" fmla="*/ 1737 w 4677"/>
                <a:gd name="T89" fmla="*/ 342 h 2381"/>
                <a:gd name="T90" fmla="*/ 1904 w 4677"/>
                <a:gd name="T91" fmla="*/ 254 h 2381"/>
                <a:gd name="T92" fmla="*/ 2358 w 4677"/>
                <a:gd name="T93" fmla="*/ 424 h 2381"/>
                <a:gd name="T94" fmla="*/ 2539 w 4677"/>
                <a:gd name="T95" fmla="*/ 248 h 2381"/>
                <a:gd name="T96" fmla="*/ 2653 w 4677"/>
                <a:gd name="T97" fmla="*/ 479 h 2381"/>
                <a:gd name="T98" fmla="*/ 4671 w 4677"/>
                <a:gd name="T99" fmla="*/ 1960 h 2381"/>
                <a:gd name="T100" fmla="*/ 4605 w 4677"/>
                <a:gd name="T101" fmla="*/ 2234 h 2381"/>
                <a:gd name="T102" fmla="*/ 4165 w 4677"/>
                <a:gd name="T103" fmla="*/ 1432 h 2381"/>
                <a:gd name="T104" fmla="*/ 4071 w 4677"/>
                <a:gd name="T105" fmla="*/ 2250 h 2381"/>
                <a:gd name="T106" fmla="*/ 3928 w 4677"/>
                <a:gd name="T107" fmla="*/ 2112 h 2381"/>
                <a:gd name="T108" fmla="*/ 4007 w 4677"/>
                <a:gd name="T109" fmla="*/ 1279 h 2381"/>
                <a:gd name="T110" fmla="*/ 3920 w 4677"/>
                <a:gd name="T111" fmla="*/ 539 h 2381"/>
                <a:gd name="T112" fmla="*/ 4023 w 4677"/>
                <a:gd name="T113" fmla="*/ 248 h 2381"/>
                <a:gd name="T114" fmla="*/ 4515 w 4677"/>
                <a:gd name="T115" fmla="*/ 336 h 2381"/>
                <a:gd name="T116" fmla="*/ 4656 w 4677"/>
                <a:gd name="T117" fmla="*/ 695 h 2381"/>
                <a:gd name="T118" fmla="*/ 4629 w 4677"/>
                <a:gd name="T119" fmla="*/ 1161 h 2381"/>
                <a:gd name="T120" fmla="*/ 4579 w 4677"/>
                <a:gd name="T121" fmla="*/ 1722 h 2381"/>
                <a:gd name="T122" fmla="*/ 4394 w 4677"/>
                <a:gd name="T123" fmla="*/ 1025 h 2381"/>
                <a:gd name="T124" fmla="*/ 4391 w 4677"/>
                <a:gd name="T125" fmla="*/ 711 h 2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77" h="2381">
                  <a:moveTo>
                    <a:pt x="3328" y="1974"/>
                  </a:moveTo>
                  <a:lnTo>
                    <a:pt x="3348" y="1974"/>
                  </a:lnTo>
                  <a:lnTo>
                    <a:pt x="3358" y="1972"/>
                  </a:lnTo>
                  <a:lnTo>
                    <a:pt x="3368" y="1970"/>
                  </a:lnTo>
                  <a:lnTo>
                    <a:pt x="3388" y="1966"/>
                  </a:lnTo>
                  <a:lnTo>
                    <a:pt x="3408" y="1958"/>
                  </a:lnTo>
                  <a:lnTo>
                    <a:pt x="3427" y="1950"/>
                  </a:lnTo>
                  <a:lnTo>
                    <a:pt x="3445" y="1940"/>
                  </a:lnTo>
                  <a:lnTo>
                    <a:pt x="3464" y="1926"/>
                  </a:lnTo>
                  <a:lnTo>
                    <a:pt x="3482" y="1912"/>
                  </a:lnTo>
                  <a:lnTo>
                    <a:pt x="3499" y="1898"/>
                  </a:lnTo>
                  <a:lnTo>
                    <a:pt x="3517" y="1880"/>
                  </a:lnTo>
                  <a:lnTo>
                    <a:pt x="3534" y="1862"/>
                  </a:lnTo>
                  <a:lnTo>
                    <a:pt x="3550" y="1840"/>
                  </a:lnTo>
                  <a:lnTo>
                    <a:pt x="3565" y="1820"/>
                  </a:lnTo>
                  <a:lnTo>
                    <a:pt x="3580" y="1796"/>
                  </a:lnTo>
                  <a:lnTo>
                    <a:pt x="3587" y="1784"/>
                  </a:lnTo>
                  <a:lnTo>
                    <a:pt x="3595" y="1772"/>
                  </a:lnTo>
                  <a:lnTo>
                    <a:pt x="3608" y="1746"/>
                  </a:lnTo>
                  <a:lnTo>
                    <a:pt x="3621" y="1718"/>
                  </a:lnTo>
                  <a:lnTo>
                    <a:pt x="3628" y="1704"/>
                  </a:lnTo>
                  <a:lnTo>
                    <a:pt x="3634" y="1690"/>
                  </a:lnTo>
                  <a:lnTo>
                    <a:pt x="3645" y="1660"/>
                  </a:lnTo>
                  <a:lnTo>
                    <a:pt x="3657" y="1630"/>
                  </a:lnTo>
                  <a:lnTo>
                    <a:pt x="3667" y="1598"/>
                  </a:lnTo>
                  <a:lnTo>
                    <a:pt x="3676" y="1566"/>
                  </a:lnTo>
                  <a:lnTo>
                    <a:pt x="3685" y="1532"/>
                  </a:lnTo>
                  <a:lnTo>
                    <a:pt x="3693" y="1498"/>
                  </a:lnTo>
                  <a:lnTo>
                    <a:pt x="3700" y="1462"/>
                  </a:lnTo>
                  <a:lnTo>
                    <a:pt x="3706" y="1426"/>
                  </a:lnTo>
                  <a:lnTo>
                    <a:pt x="3709" y="1408"/>
                  </a:lnTo>
                  <a:lnTo>
                    <a:pt x="3712" y="1390"/>
                  </a:lnTo>
                  <a:lnTo>
                    <a:pt x="3716" y="1353"/>
                  </a:lnTo>
                  <a:lnTo>
                    <a:pt x="3719" y="1313"/>
                  </a:lnTo>
                  <a:lnTo>
                    <a:pt x="3722" y="1275"/>
                  </a:lnTo>
                  <a:lnTo>
                    <a:pt x="3723" y="1235"/>
                  </a:lnTo>
                  <a:lnTo>
                    <a:pt x="3724" y="1195"/>
                  </a:lnTo>
                  <a:lnTo>
                    <a:pt x="3723" y="1155"/>
                  </a:lnTo>
                  <a:lnTo>
                    <a:pt x="3723" y="1135"/>
                  </a:lnTo>
                  <a:lnTo>
                    <a:pt x="3722" y="1115"/>
                  </a:lnTo>
                  <a:lnTo>
                    <a:pt x="3719" y="1077"/>
                  </a:lnTo>
                  <a:lnTo>
                    <a:pt x="3716" y="1037"/>
                  </a:lnTo>
                  <a:lnTo>
                    <a:pt x="3714" y="1019"/>
                  </a:lnTo>
                  <a:lnTo>
                    <a:pt x="3712" y="1001"/>
                  </a:lnTo>
                  <a:lnTo>
                    <a:pt x="3706" y="963"/>
                  </a:lnTo>
                  <a:lnTo>
                    <a:pt x="3700" y="927"/>
                  </a:lnTo>
                  <a:lnTo>
                    <a:pt x="3693" y="891"/>
                  </a:lnTo>
                  <a:lnTo>
                    <a:pt x="3685" y="857"/>
                  </a:lnTo>
                  <a:lnTo>
                    <a:pt x="3676" y="823"/>
                  </a:lnTo>
                  <a:lnTo>
                    <a:pt x="3667" y="791"/>
                  </a:lnTo>
                  <a:lnTo>
                    <a:pt x="3657" y="759"/>
                  </a:lnTo>
                  <a:lnTo>
                    <a:pt x="3645" y="729"/>
                  </a:lnTo>
                  <a:lnTo>
                    <a:pt x="3634" y="699"/>
                  </a:lnTo>
                  <a:lnTo>
                    <a:pt x="3621" y="671"/>
                  </a:lnTo>
                  <a:lnTo>
                    <a:pt x="3615" y="657"/>
                  </a:lnTo>
                  <a:lnTo>
                    <a:pt x="3608" y="643"/>
                  </a:lnTo>
                  <a:lnTo>
                    <a:pt x="3595" y="617"/>
                  </a:lnTo>
                  <a:lnTo>
                    <a:pt x="3580" y="593"/>
                  </a:lnTo>
                  <a:lnTo>
                    <a:pt x="3565" y="569"/>
                  </a:lnTo>
                  <a:lnTo>
                    <a:pt x="3550" y="549"/>
                  </a:lnTo>
                  <a:lnTo>
                    <a:pt x="3534" y="527"/>
                  </a:lnTo>
                  <a:lnTo>
                    <a:pt x="3517" y="509"/>
                  </a:lnTo>
                  <a:lnTo>
                    <a:pt x="3499" y="491"/>
                  </a:lnTo>
                  <a:lnTo>
                    <a:pt x="3482" y="477"/>
                  </a:lnTo>
                  <a:lnTo>
                    <a:pt x="3464" y="463"/>
                  </a:lnTo>
                  <a:lnTo>
                    <a:pt x="3445" y="451"/>
                  </a:lnTo>
                  <a:lnTo>
                    <a:pt x="3427" y="440"/>
                  </a:lnTo>
                  <a:lnTo>
                    <a:pt x="3408" y="432"/>
                  </a:lnTo>
                  <a:lnTo>
                    <a:pt x="3388" y="424"/>
                  </a:lnTo>
                  <a:lnTo>
                    <a:pt x="3368" y="420"/>
                  </a:lnTo>
                  <a:lnTo>
                    <a:pt x="3348" y="418"/>
                  </a:lnTo>
                  <a:lnTo>
                    <a:pt x="3328" y="416"/>
                  </a:lnTo>
                  <a:lnTo>
                    <a:pt x="3308" y="418"/>
                  </a:lnTo>
                  <a:lnTo>
                    <a:pt x="3298" y="418"/>
                  </a:lnTo>
                  <a:lnTo>
                    <a:pt x="3288" y="420"/>
                  </a:lnTo>
                  <a:lnTo>
                    <a:pt x="3268" y="424"/>
                  </a:lnTo>
                  <a:lnTo>
                    <a:pt x="3248" y="432"/>
                  </a:lnTo>
                  <a:lnTo>
                    <a:pt x="3229" y="440"/>
                  </a:lnTo>
                  <a:lnTo>
                    <a:pt x="3211" y="451"/>
                  </a:lnTo>
                  <a:lnTo>
                    <a:pt x="3192" y="463"/>
                  </a:lnTo>
                  <a:lnTo>
                    <a:pt x="3174" y="477"/>
                  </a:lnTo>
                  <a:lnTo>
                    <a:pt x="3156" y="491"/>
                  </a:lnTo>
                  <a:lnTo>
                    <a:pt x="3139" y="509"/>
                  </a:lnTo>
                  <a:lnTo>
                    <a:pt x="3122" y="527"/>
                  </a:lnTo>
                  <a:lnTo>
                    <a:pt x="3106" y="549"/>
                  </a:lnTo>
                  <a:lnTo>
                    <a:pt x="3091" y="569"/>
                  </a:lnTo>
                  <a:lnTo>
                    <a:pt x="3076" y="593"/>
                  </a:lnTo>
                  <a:lnTo>
                    <a:pt x="3069" y="605"/>
                  </a:lnTo>
                  <a:lnTo>
                    <a:pt x="3062" y="617"/>
                  </a:lnTo>
                  <a:lnTo>
                    <a:pt x="3048" y="643"/>
                  </a:lnTo>
                  <a:lnTo>
                    <a:pt x="3035" y="671"/>
                  </a:lnTo>
                  <a:lnTo>
                    <a:pt x="3029" y="685"/>
                  </a:lnTo>
                  <a:lnTo>
                    <a:pt x="3022" y="699"/>
                  </a:lnTo>
                  <a:lnTo>
                    <a:pt x="3011" y="729"/>
                  </a:lnTo>
                  <a:lnTo>
                    <a:pt x="3000" y="759"/>
                  </a:lnTo>
                  <a:lnTo>
                    <a:pt x="2989" y="791"/>
                  </a:lnTo>
                  <a:lnTo>
                    <a:pt x="2980" y="823"/>
                  </a:lnTo>
                  <a:lnTo>
                    <a:pt x="2971" y="857"/>
                  </a:lnTo>
                  <a:lnTo>
                    <a:pt x="2963" y="891"/>
                  </a:lnTo>
                  <a:lnTo>
                    <a:pt x="2956" y="927"/>
                  </a:lnTo>
                  <a:lnTo>
                    <a:pt x="2950" y="963"/>
                  </a:lnTo>
                  <a:lnTo>
                    <a:pt x="2947" y="981"/>
                  </a:lnTo>
                  <a:lnTo>
                    <a:pt x="2945" y="1001"/>
                  </a:lnTo>
                  <a:lnTo>
                    <a:pt x="2940" y="1037"/>
                  </a:lnTo>
                  <a:lnTo>
                    <a:pt x="2937" y="1077"/>
                  </a:lnTo>
                  <a:lnTo>
                    <a:pt x="2934" y="1115"/>
                  </a:lnTo>
                  <a:lnTo>
                    <a:pt x="2933" y="1155"/>
                  </a:lnTo>
                  <a:lnTo>
                    <a:pt x="2932" y="1195"/>
                  </a:lnTo>
                  <a:lnTo>
                    <a:pt x="2933" y="1235"/>
                  </a:lnTo>
                  <a:lnTo>
                    <a:pt x="2933" y="1255"/>
                  </a:lnTo>
                  <a:lnTo>
                    <a:pt x="2934" y="1275"/>
                  </a:lnTo>
                  <a:lnTo>
                    <a:pt x="2937" y="1313"/>
                  </a:lnTo>
                  <a:lnTo>
                    <a:pt x="2940" y="1353"/>
                  </a:lnTo>
                  <a:lnTo>
                    <a:pt x="2942" y="1370"/>
                  </a:lnTo>
                  <a:lnTo>
                    <a:pt x="2945" y="1390"/>
                  </a:lnTo>
                  <a:lnTo>
                    <a:pt x="2950" y="1426"/>
                  </a:lnTo>
                  <a:lnTo>
                    <a:pt x="2956" y="1462"/>
                  </a:lnTo>
                  <a:lnTo>
                    <a:pt x="2963" y="1498"/>
                  </a:lnTo>
                  <a:lnTo>
                    <a:pt x="2971" y="1532"/>
                  </a:lnTo>
                  <a:lnTo>
                    <a:pt x="2980" y="1566"/>
                  </a:lnTo>
                  <a:lnTo>
                    <a:pt x="2989" y="1598"/>
                  </a:lnTo>
                  <a:lnTo>
                    <a:pt x="3000" y="1630"/>
                  </a:lnTo>
                  <a:lnTo>
                    <a:pt x="3011" y="1660"/>
                  </a:lnTo>
                  <a:lnTo>
                    <a:pt x="3022" y="1690"/>
                  </a:lnTo>
                  <a:lnTo>
                    <a:pt x="3035" y="1718"/>
                  </a:lnTo>
                  <a:lnTo>
                    <a:pt x="3041" y="1732"/>
                  </a:lnTo>
                  <a:lnTo>
                    <a:pt x="3048" y="1746"/>
                  </a:lnTo>
                  <a:lnTo>
                    <a:pt x="3062" y="1772"/>
                  </a:lnTo>
                  <a:lnTo>
                    <a:pt x="3076" y="1796"/>
                  </a:lnTo>
                  <a:lnTo>
                    <a:pt x="3091" y="1820"/>
                  </a:lnTo>
                  <a:lnTo>
                    <a:pt x="3106" y="1840"/>
                  </a:lnTo>
                  <a:lnTo>
                    <a:pt x="3122" y="1862"/>
                  </a:lnTo>
                  <a:lnTo>
                    <a:pt x="3139" y="1880"/>
                  </a:lnTo>
                  <a:lnTo>
                    <a:pt x="3156" y="1898"/>
                  </a:lnTo>
                  <a:lnTo>
                    <a:pt x="3174" y="1912"/>
                  </a:lnTo>
                  <a:lnTo>
                    <a:pt x="3192" y="1926"/>
                  </a:lnTo>
                  <a:lnTo>
                    <a:pt x="3211" y="1940"/>
                  </a:lnTo>
                  <a:lnTo>
                    <a:pt x="3229" y="1950"/>
                  </a:lnTo>
                  <a:lnTo>
                    <a:pt x="3248" y="1958"/>
                  </a:lnTo>
                  <a:lnTo>
                    <a:pt x="3268" y="1966"/>
                  </a:lnTo>
                  <a:lnTo>
                    <a:pt x="3288" y="1970"/>
                  </a:lnTo>
                  <a:lnTo>
                    <a:pt x="3308" y="1974"/>
                  </a:lnTo>
                  <a:lnTo>
                    <a:pt x="3328" y="1974"/>
                  </a:lnTo>
                  <a:close/>
                  <a:moveTo>
                    <a:pt x="3326" y="0"/>
                  </a:moveTo>
                  <a:lnTo>
                    <a:pt x="3357" y="2"/>
                  </a:lnTo>
                  <a:lnTo>
                    <a:pt x="3373" y="4"/>
                  </a:lnTo>
                  <a:lnTo>
                    <a:pt x="3388" y="8"/>
                  </a:lnTo>
                  <a:lnTo>
                    <a:pt x="3404" y="10"/>
                  </a:lnTo>
                  <a:lnTo>
                    <a:pt x="3419" y="14"/>
                  </a:lnTo>
                  <a:lnTo>
                    <a:pt x="3434" y="20"/>
                  </a:lnTo>
                  <a:lnTo>
                    <a:pt x="3449" y="26"/>
                  </a:lnTo>
                  <a:lnTo>
                    <a:pt x="3464" y="32"/>
                  </a:lnTo>
                  <a:lnTo>
                    <a:pt x="3479" y="38"/>
                  </a:lnTo>
                  <a:lnTo>
                    <a:pt x="3493" y="46"/>
                  </a:lnTo>
                  <a:lnTo>
                    <a:pt x="3509" y="54"/>
                  </a:lnTo>
                  <a:lnTo>
                    <a:pt x="3537" y="74"/>
                  </a:lnTo>
                  <a:lnTo>
                    <a:pt x="3551" y="84"/>
                  </a:lnTo>
                  <a:lnTo>
                    <a:pt x="3565" y="94"/>
                  </a:lnTo>
                  <a:lnTo>
                    <a:pt x="3579" y="106"/>
                  </a:lnTo>
                  <a:lnTo>
                    <a:pt x="3592" y="118"/>
                  </a:lnTo>
                  <a:lnTo>
                    <a:pt x="3605" y="132"/>
                  </a:lnTo>
                  <a:lnTo>
                    <a:pt x="3619" y="144"/>
                  </a:lnTo>
                  <a:lnTo>
                    <a:pt x="3631" y="158"/>
                  </a:lnTo>
                  <a:lnTo>
                    <a:pt x="3644" y="174"/>
                  </a:lnTo>
                  <a:lnTo>
                    <a:pt x="3669" y="204"/>
                  </a:lnTo>
                  <a:lnTo>
                    <a:pt x="3681" y="220"/>
                  </a:lnTo>
                  <a:lnTo>
                    <a:pt x="3693" y="238"/>
                  </a:lnTo>
                  <a:lnTo>
                    <a:pt x="3705" y="254"/>
                  </a:lnTo>
                  <a:lnTo>
                    <a:pt x="3716" y="272"/>
                  </a:lnTo>
                  <a:lnTo>
                    <a:pt x="3727" y="292"/>
                  </a:lnTo>
                  <a:lnTo>
                    <a:pt x="3738" y="310"/>
                  </a:lnTo>
                  <a:lnTo>
                    <a:pt x="3760" y="350"/>
                  </a:lnTo>
                  <a:lnTo>
                    <a:pt x="3770" y="370"/>
                  </a:lnTo>
                  <a:lnTo>
                    <a:pt x="3780" y="392"/>
                  </a:lnTo>
                  <a:lnTo>
                    <a:pt x="3799" y="434"/>
                  </a:lnTo>
                  <a:lnTo>
                    <a:pt x="3808" y="455"/>
                  </a:lnTo>
                  <a:lnTo>
                    <a:pt x="3817" y="479"/>
                  </a:lnTo>
                  <a:lnTo>
                    <a:pt x="3834" y="525"/>
                  </a:lnTo>
                  <a:lnTo>
                    <a:pt x="3851" y="573"/>
                  </a:lnTo>
                  <a:lnTo>
                    <a:pt x="3866" y="623"/>
                  </a:lnTo>
                  <a:lnTo>
                    <a:pt x="3873" y="649"/>
                  </a:lnTo>
                  <a:lnTo>
                    <a:pt x="3879" y="675"/>
                  </a:lnTo>
                  <a:lnTo>
                    <a:pt x="3886" y="701"/>
                  </a:lnTo>
                  <a:lnTo>
                    <a:pt x="3892" y="727"/>
                  </a:lnTo>
                  <a:lnTo>
                    <a:pt x="3903" y="781"/>
                  </a:lnTo>
                  <a:lnTo>
                    <a:pt x="3908" y="809"/>
                  </a:lnTo>
                  <a:lnTo>
                    <a:pt x="3912" y="837"/>
                  </a:lnTo>
                  <a:lnTo>
                    <a:pt x="3916" y="865"/>
                  </a:lnTo>
                  <a:lnTo>
                    <a:pt x="3920" y="893"/>
                  </a:lnTo>
                  <a:lnTo>
                    <a:pt x="3924" y="921"/>
                  </a:lnTo>
                  <a:lnTo>
                    <a:pt x="3927" y="951"/>
                  </a:lnTo>
                  <a:lnTo>
                    <a:pt x="3933" y="1009"/>
                  </a:lnTo>
                  <a:lnTo>
                    <a:pt x="3937" y="1069"/>
                  </a:lnTo>
                  <a:lnTo>
                    <a:pt x="3938" y="1099"/>
                  </a:lnTo>
                  <a:lnTo>
                    <a:pt x="3939" y="1129"/>
                  </a:lnTo>
                  <a:lnTo>
                    <a:pt x="3940" y="1161"/>
                  </a:lnTo>
                  <a:lnTo>
                    <a:pt x="3940" y="1191"/>
                  </a:lnTo>
                  <a:lnTo>
                    <a:pt x="3939" y="1253"/>
                  </a:lnTo>
                  <a:lnTo>
                    <a:pt x="3938" y="1283"/>
                  </a:lnTo>
                  <a:lnTo>
                    <a:pt x="3937" y="1313"/>
                  </a:lnTo>
                  <a:lnTo>
                    <a:pt x="3935" y="1343"/>
                  </a:lnTo>
                  <a:lnTo>
                    <a:pt x="3933" y="1372"/>
                  </a:lnTo>
                  <a:lnTo>
                    <a:pt x="3930" y="1400"/>
                  </a:lnTo>
                  <a:lnTo>
                    <a:pt x="3927" y="1430"/>
                  </a:lnTo>
                  <a:lnTo>
                    <a:pt x="3924" y="1458"/>
                  </a:lnTo>
                  <a:lnTo>
                    <a:pt x="3920" y="1488"/>
                  </a:lnTo>
                  <a:lnTo>
                    <a:pt x="3916" y="1516"/>
                  </a:lnTo>
                  <a:lnTo>
                    <a:pt x="3912" y="1544"/>
                  </a:lnTo>
                  <a:lnTo>
                    <a:pt x="3903" y="1600"/>
                  </a:lnTo>
                  <a:lnTo>
                    <a:pt x="3897" y="1626"/>
                  </a:lnTo>
                  <a:lnTo>
                    <a:pt x="3892" y="1654"/>
                  </a:lnTo>
                  <a:lnTo>
                    <a:pt x="3886" y="1680"/>
                  </a:lnTo>
                  <a:lnTo>
                    <a:pt x="3879" y="1706"/>
                  </a:lnTo>
                  <a:lnTo>
                    <a:pt x="3873" y="1732"/>
                  </a:lnTo>
                  <a:lnTo>
                    <a:pt x="3866" y="1758"/>
                  </a:lnTo>
                  <a:lnTo>
                    <a:pt x="3859" y="1782"/>
                  </a:lnTo>
                  <a:lnTo>
                    <a:pt x="3851" y="1808"/>
                  </a:lnTo>
                  <a:lnTo>
                    <a:pt x="3843" y="1832"/>
                  </a:lnTo>
                  <a:lnTo>
                    <a:pt x="3834" y="1856"/>
                  </a:lnTo>
                  <a:lnTo>
                    <a:pt x="3826" y="1880"/>
                  </a:lnTo>
                  <a:lnTo>
                    <a:pt x="3817" y="1902"/>
                  </a:lnTo>
                  <a:lnTo>
                    <a:pt x="3808" y="1926"/>
                  </a:lnTo>
                  <a:lnTo>
                    <a:pt x="3799" y="1948"/>
                  </a:lnTo>
                  <a:lnTo>
                    <a:pt x="3780" y="1990"/>
                  </a:lnTo>
                  <a:lnTo>
                    <a:pt x="3770" y="2012"/>
                  </a:lnTo>
                  <a:lnTo>
                    <a:pt x="3760" y="2032"/>
                  </a:lnTo>
                  <a:lnTo>
                    <a:pt x="3738" y="2072"/>
                  </a:lnTo>
                  <a:lnTo>
                    <a:pt x="3727" y="2090"/>
                  </a:lnTo>
                  <a:lnTo>
                    <a:pt x="3716" y="2110"/>
                  </a:lnTo>
                  <a:lnTo>
                    <a:pt x="3693" y="2144"/>
                  </a:lnTo>
                  <a:lnTo>
                    <a:pt x="3681" y="2162"/>
                  </a:lnTo>
                  <a:lnTo>
                    <a:pt x="3669" y="2178"/>
                  </a:lnTo>
                  <a:lnTo>
                    <a:pt x="3644" y="2208"/>
                  </a:lnTo>
                  <a:lnTo>
                    <a:pt x="3619" y="2238"/>
                  </a:lnTo>
                  <a:lnTo>
                    <a:pt x="3592" y="2264"/>
                  </a:lnTo>
                  <a:lnTo>
                    <a:pt x="3565" y="2287"/>
                  </a:lnTo>
                  <a:lnTo>
                    <a:pt x="3537" y="2307"/>
                  </a:lnTo>
                  <a:lnTo>
                    <a:pt x="3523" y="2317"/>
                  </a:lnTo>
                  <a:lnTo>
                    <a:pt x="3509" y="2327"/>
                  </a:lnTo>
                  <a:lnTo>
                    <a:pt x="3493" y="2335"/>
                  </a:lnTo>
                  <a:lnTo>
                    <a:pt x="3479" y="2343"/>
                  </a:lnTo>
                  <a:lnTo>
                    <a:pt x="3449" y="2355"/>
                  </a:lnTo>
                  <a:lnTo>
                    <a:pt x="3434" y="2361"/>
                  </a:lnTo>
                  <a:lnTo>
                    <a:pt x="3419" y="2367"/>
                  </a:lnTo>
                  <a:lnTo>
                    <a:pt x="3388" y="2373"/>
                  </a:lnTo>
                  <a:lnTo>
                    <a:pt x="3357" y="2379"/>
                  </a:lnTo>
                  <a:lnTo>
                    <a:pt x="3326" y="2381"/>
                  </a:lnTo>
                  <a:lnTo>
                    <a:pt x="3294" y="2379"/>
                  </a:lnTo>
                  <a:lnTo>
                    <a:pt x="3279" y="2377"/>
                  </a:lnTo>
                  <a:lnTo>
                    <a:pt x="3263" y="2373"/>
                  </a:lnTo>
                  <a:lnTo>
                    <a:pt x="3248" y="2371"/>
                  </a:lnTo>
                  <a:lnTo>
                    <a:pt x="3233" y="2367"/>
                  </a:lnTo>
                  <a:lnTo>
                    <a:pt x="3218" y="2361"/>
                  </a:lnTo>
                  <a:lnTo>
                    <a:pt x="3203" y="2355"/>
                  </a:lnTo>
                  <a:lnTo>
                    <a:pt x="3188" y="2349"/>
                  </a:lnTo>
                  <a:lnTo>
                    <a:pt x="3173" y="2343"/>
                  </a:lnTo>
                  <a:lnTo>
                    <a:pt x="3143" y="2327"/>
                  </a:lnTo>
                  <a:lnTo>
                    <a:pt x="3115" y="2307"/>
                  </a:lnTo>
                  <a:lnTo>
                    <a:pt x="3101" y="2297"/>
                  </a:lnTo>
                  <a:lnTo>
                    <a:pt x="3087" y="2287"/>
                  </a:lnTo>
                  <a:lnTo>
                    <a:pt x="3073" y="2275"/>
                  </a:lnTo>
                  <a:lnTo>
                    <a:pt x="3060" y="2264"/>
                  </a:lnTo>
                  <a:lnTo>
                    <a:pt x="3046" y="2250"/>
                  </a:lnTo>
                  <a:lnTo>
                    <a:pt x="3033" y="2238"/>
                  </a:lnTo>
                  <a:lnTo>
                    <a:pt x="3020" y="2224"/>
                  </a:lnTo>
                  <a:lnTo>
                    <a:pt x="3008" y="2208"/>
                  </a:lnTo>
                  <a:lnTo>
                    <a:pt x="2983" y="2178"/>
                  </a:lnTo>
                  <a:lnTo>
                    <a:pt x="2971" y="2162"/>
                  </a:lnTo>
                  <a:lnTo>
                    <a:pt x="2959" y="2144"/>
                  </a:lnTo>
                  <a:lnTo>
                    <a:pt x="2947" y="2126"/>
                  </a:lnTo>
                  <a:lnTo>
                    <a:pt x="2936" y="2110"/>
                  </a:lnTo>
                  <a:lnTo>
                    <a:pt x="2925" y="2090"/>
                  </a:lnTo>
                  <a:lnTo>
                    <a:pt x="2914" y="2072"/>
                  </a:lnTo>
                  <a:lnTo>
                    <a:pt x="2892" y="2032"/>
                  </a:lnTo>
                  <a:lnTo>
                    <a:pt x="2882" y="2012"/>
                  </a:lnTo>
                  <a:lnTo>
                    <a:pt x="2872" y="1990"/>
                  </a:lnTo>
                  <a:lnTo>
                    <a:pt x="2853" y="1948"/>
                  </a:lnTo>
                  <a:lnTo>
                    <a:pt x="2844" y="1926"/>
                  </a:lnTo>
                  <a:lnTo>
                    <a:pt x="2834" y="1902"/>
                  </a:lnTo>
                  <a:lnTo>
                    <a:pt x="2817" y="1856"/>
                  </a:lnTo>
                  <a:lnTo>
                    <a:pt x="2801" y="1808"/>
                  </a:lnTo>
                  <a:lnTo>
                    <a:pt x="2786" y="1758"/>
                  </a:lnTo>
                  <a:lnTo>
                    <a:pt x="2779" y="1732"/>
                  </a:lnTo>
                  <a:lnTo>
                    <a:pt x="2772" y="1706"/>
                  </a:lnTo>
                  <a:lnTo>
                    <a:pt x="2766" y="1680"/>
                  </a:lnTo>
                  <a:lnTo>
                    <a:pt x="2760" y="1654"/>
                  </a:lnTo>
                  <a:lnTo>
                    <a:pt x="2749" y="1600"/>
                  </a:lnTo>
                  <a:lnTo>
                    <a:pt x="2744" y="1572"/>
                  </a:lnTo>
                  <a:lnTo>
                    <a:pt x="2740" y="1544"/>
                  </a:lnTo>
                  <a:lnTo>
                    <a:pt x="2735" y="1516"/>
                  </a:lnTo>
                  <a:lnTo>
                    <a:pt x="2731" y="1488"/>
                  </a:lnTo>
                  <a:lnTo>
                    <a:pt x="2728" y="1458"/>
                  </a:lnTo>
                  <a:lnTo>
                    <a:pt x="2725" y="1430"/>
                  </a:lnTo>
                  <a:lnTo>
                    <a:pt x="2719" y="1372"/>
                  </a:lnTo>
                  <a:lnTo>
                    <a:pt x="2715" y="1313"/>
                  </a:lnTo>
                  <a:lnTo>
                    <a:pt x="2714" y="1283"/>
                  </a:lnTo>
                  <a:lnTo>
                    <a:pt x="2713" y="1253"/>
                  </a:lnTo>
                  <a:lnTo>
                    <a:pt x="2712" y="1221"/>
                  </a:lnTo>
                  <a:lnTo>
                    <a:pt x="2712" y="1191"/>
                  </a:lnTo>
                  <a:lnTo>
                    <a:pt x="2713" y="1129"/>
                  </a:lnTo>
                  <a:lnTo>
                    <a:pt x="2714" y="1099"/>
                  </a:lnTo>
                  <a:lnTo>
                    <a:pt x="2715" y="1069"/>
                  </a:lnTo>
                  <a:lnTo>
                    <a:pt x="2717" y="1039"/>
                  </a:lnTo>
                  <a:lnTo>
                    <a:pt x="2719" y="1009"/>
                  </a:lnTo>
                  <a:lnTo>
                    <a:pt x="2722" y="981"/>
                  </a:lnTo>
                  <a:lnTo>
                    <a:pt x="2725" y="951"/>
                  </a:lnTo>
                  <a:lnTo>
                    <a:pt x="2728" y="921"/>
                  </a:lnTo>
                  <a:lnTo>
                    <a:pt x="2731" y="893"/>
                  </a:lnTo>
                  <a:lnTo>
                    <a:pt x="2735" y="865"/>
                  </a:lnTo>
                  <a:lnTo>
                    <a:pt x="2740" y="837"/>
                  </a:lnTo>
                  <a:lnTo>
                    <a:pt x="2749" y="781"/>
                  </a:lnTo>
                  <a:lnTo>
                    <a:pt x="2755" y="755"/>
                  </a:lnTo>
                  <a:lnTo>
                    <a:pt x="2760" y="727"/>
                  </a:lnTo>
                  <a:lnTo>
                    <a:pt x="2766" y="701"/>
                  </a:lnTo>
                  <a:lnTo>
                    <a:pt x="2772" y="675"/>
                  </a:lnTo>
                  <a:lnTo>
                    <a:pt x="2779" y="649"/>
                  </a:lnTo>
                  <a:lnTo>
                    <a:pt x="2786" y="623"/>
                  </a:lnTo>
                  <a:lnTo>
                    <a:pt x="2793" y="599"/>
                  </a:lnTo>
                  <a:lnTo>
                    <a:pt x="2801" y="573"/>
                  </a:lnTo>
                  <a:lnTo>
                    <a:pt x="2808" y="549"/>
                  </a:lnTo>
                  <a:lnTo>
                    <a:pt x="2817" y="525"/>
                  </a:lnTo>
                  <a:lnTo>
                    <a:pt x="2825" y="501"/>
                  </a:lnTo>
                  <a:lnTo>
                    <a:pt x="2834" y="479"/>
                  </a:lnTo>
                  <a:lnTo>
                    <a:pt x="2844" y="455"/>
                  </a:lnTo>
                  <a:lnTo>
                    <a:pt x="2853" y="434"/>
                  </a:lnTo>
                  <a:lnTo>
                    <a:pt x="2872" y="392"/>
                  </a:lnTo>
                  <a:lnTo>
                    <a:pt x="2882" y="370"/>
                  </a:lnTo>
                  <a:lnTo>
                    <a:pt x="2892" y="350"/>
                  </a:lnTo>
                  <a:lnTo>
                    <a:pt x="2914" y="310"/>
                  </a:lnTo>
                  <a:lnTo>
                    <a:pt x="2925" y="292"/>
                  </a:lnTo>
                  <a:lnTo>
                    <a:pt x="2936" y="272"/>
                  </a:lnTo>
                  <a:lnTo>
                    <a:pt x="2959" y="238"/>
                  </a:lnTo>
                  <a:lnTo>
                    <a:pt x="2971" y="220"/>
                  </a:lnTo>
                  <a:lnTo>
                    <a:pt x="2983" y="204"/>
                  </a:lnTo>
                  <a:lnTo>
                    <a:pt x="3008" y="174"/>
                  </a:lnTo>
                  <a:lnTo>
                    <a:pt x="3033" y="144"/>
                  </a:lnTo>
                  <a:lnTo>
                    <a:pt x="3060" y="118"/>
                  </a:lnTo>
                  <a:lnTo>
                    <a:pt x="3087" y="94"/>
                  </a:lnTo>
                  <a:lnTo>
                    <a:pt x="3115" y="74"/>
                  </a:lnTo>
                  <a:lnTo>
                    <a:pt x="3129" y="64"/>
                  </a:lnTo>
                  <a:lnTo>
                    <a:pt x="3143" y="54"/>
                  </a:lnTo>
                  <a:lnTo>
                    <a:pt x="3157" y="46"/>
                  </a:lnTo>
                  <a:lnTo>
                    <a:pt x="3173" y="38"/>
                  </a:lnTo>
                  <a:lnTo>
                    <a:pt x="3203" y="26"/>
                  </a:lnTo>
                  <a:lnTo>
                    <a:pt x="3218" y="20"/>
                  </a:lnTo>
                  <a:lnTo>
                    <a:pt x="3233" y="14"/>
                  </a:lnTo>
                  <a:lnTo>
                    <a:pt x="3263" y="8"/>
                  </a:lnTo>
                  <a:lnTo>
                    <a:pt x="3294" y="2"/>
                  </a:lnTo>
                  <a:lnTo>
                    <a:pt x="3326" y="0"/>
                  </a:lnTo>
                  <a:close/>
                  <a:moveTo>
                    <a:pt x="3328" y="969"/>
                  </a:moveTo>
                  <a:lnTo>
                    <a:pt x="3340" y="969"/>
                  </a:lnTo>
                  <a:lnTo>
                    <a:pt x="3352" y="973"/>
                  </a:lnTo>
                  <a:lnTo>
                    <a:pt x="3363" y="979"/>
                  </a:lnTo>
                  <a:lnTo>
                    <a:pt x="3369" y="983"/>
                  </a:lnTo>
                  <a:lnTo>
                    <a:pt x="3375" y="987"/>
                  </a:lnTo>
                  <a:lnTo>
                    <a:pt x="3385" y="995"/>
                  </a:lnTo>
                  <a:lnTo>
                    <a:pt x="3395" y="1007"/>
                  </a:lnTo>
                  <a:lnTo>
                    <a:pt x="3404" y="1019"/>
                  </a:lnTo>
                  <a:lnTo>
                    <a:pt x="3413" y="1033"/>
                  </a:lnTo>
                  <a:lnTo>
                    <a:pt x="3421" y="1049"/>
                  </a:lnTo>
                  <a:lnTo>
                    <a:pt x="3428" y="1067"/>
                  </a:lnTo>
                  <a:lnTo>
                    <a:pt x="3431" y="1075"/>
                  </a:lnTo>
                  <a:lnTo>
                    <a:pt x="3434" y="1085"/>
                  </a:lnTo>
                  <a:lnTo>
                    <a:pt x="3439" y="1105"/>
                  </a:lnTo>
                  <a:lnTo>
                    <a:pt x="3441" y="1115"/>
                  </a:lnTo>
                  <a:lnTo>
                    <a:pt x="3443" y="1125"/>
                  </a:lnTo>
                  <a:lnTo>
                    <a:pt x="3444" y="1135"/>
                  </a:lnTo>
                  <a:lnTo>
                    <a:pt x="3446" y="1147"/>
                  </a:lnTo>
                  <a:lnTo>
                    <a:pt x="3447" y="1157"/>
                  </a:lnTo>
                  <a:lnTo>
                    <a:pt x="3447" y="1169"/>
                  </a:lnTo>
                  <a:lnTo>
                    <a:pt x="3448" y="1179"/>
                  </a:lnTo>
                  <a:lnTo>
                    <a:pt x="3448" y="1191"/>
                  </a:lnTo>
                  <a:lnTo>
                    <a:pt x="3447" y="1213"/>
                  </a:lnTo>
                  <a:lnTo>
                    <a:pt x="3446" y="1235"/>
                  </a:lnTo>
                  <a:lnTo>
                    <a:pt x="3443" y="1257"/>
                  </a:lnTo>
                  <a:lnTo>
                    <a:pt x="3439" y="1277"/>
                  </a:lnTo>
                  <a:lnTo>
                    <a:pt x="3434" y="1297"/>
                  </a:lnTo>
                  <a:lnTo>
                    <a:pt x="3431" y="1307"/>
                  </a:lnTo>
                  <a:lnTo>
                    <a:pt x="3428" y="1315"/>
                  </a:lnTo>
                  <a:lnTo>
                    <a:pt x="3421" y="1333"/>
                  </a:lnTo>
                  <a:lnTo>
                    <a:pt x="3413" y="1349"/>
                  </a:lnTo>
                  <a:lnTo>
                    <a:pt x="3404" y="1362"/>
                  </a:lnTo>
                  <a:lnTo>
                    <a:pt x="3395" y="1374"/>
                  </a:lnTo>
                  <a:lnTo>
                    <a:pt x="3385" y="1386"/>
                  </a:lnTo>
                  <a:lnTo>
                    <a:pt x="3375" y="1394"/>
                  </a:lnTo>
                  <a:lnTo>
                    <a:pt x="3369" y="1398"/>
                  </a:lnTo>
                  <a:lnTo>
                    <a:pt x="3363" y="1402"/>
                  </a:lnTo>
                  <a:lnTo>
                    <a:pt x="3352" y="1408"/>
                  </a:lnTo>
                  <a:lnTo>
                    <a:pt x="3340" y="1412"/>
                  </a:lnTo>
                  <a:lnTo>
                    <a:pt x="3334" y="1412"/>
                  </a:lnTo>
                  <a:lnTo>
                    <a:pt x="3328" y="1412"/>
                  </a:lnTo>
                  <a:lnTo>
                    <a:pt x="3315" y="1412"/>
                  </a:lnTo>
                  <a:lnTo>
                    <a:pt x="3303" y="1408"/>
                  </a:lnTo>
                  <a:lnTo>
                    <a:pt x="3292" y="1402"/>
                  </a:lnTo>
                  <a:lnTo>
                    <a:pt x="3286" y="1398"/>
                  </a:lnTo>
                  <a:lnTo>
                    <a:pt x="3281" y="1394"/>
                  </a:lnTo>
                  <a:lnTo>
                    <a:pt x="3270" y="1386"/>
                  </a:lnTo>
                  <a:lnTo>
                    <a:pt x="3260" y="1374"/>
                  </a:lnTo>
                  <a:lnTo>
                    <a:pt x="3251" y="1362"/>
                  </a:lnTo>
                  <a:lnTo>
                    <a:pt x="3242" y="1349"/>
                  </a:lnTo>
                  <a:lnTo>
                    <a:pt x="3235" y="1333"/>
                  </a:lnTo>
                  <a:lnTo>
                    <a:pt x="3228" y="1315"/>
                  </a:lnTo>
                  <a:lnTo>
                    <a:pt x="3225" y="1307"/>
                  </a:lnTo>
                  <a:lnTo>
                    <a:pt x="3222" y="1297"/>
                  </a:lnTo>
                  <a:lnTo>
                    <a:pt x="3217" y="1277"/>
                  </a:lnTo>
                  <a:lnTo>
                    <a:pt x="3215" y="1267"/>
                  </a:lnTo>
                  <a:lnTo>
                    <a:pt x="3213" y="1257"/>
                  </a:lnTo>
                  <a:lnTo>
                    <a:pt x="3211" y="1247"/>
                  </a:lnTo>
                  <a:lnTo>
                    <a:pt x="3210" y="1235"/>
                  </a:lnTo>
                  <a:lnTo>
                    <a:pt x="3209" y="1225"/>
                  </a:lnTo>
                  <a:lnTo>
                    <a:pt x="3208" y="1213"/>
                  </a:lnTo>
                  <a:lnTo>
                    <a:pt x="3207" y="1203"/>
                  </a:lnTo>
                  <a:lnTo>
                    <a:pt x="3207" y="1191"/>
                  </a:lnTo>
                  <a:lnTo>
                    <a:pt x="3208" y="1169"/>
                  </a:lnTo>
                  <a:lnTo>
                    <a:pt x="3210" y="1147"/>
                  </a:lnTo>
                  <a:lnTo>
                    <a:pt x="3213" y="1125"/>
                  </a:lnTo>
                  <a:lnTo>
                    <a:pt x="3217" y="1105"/>
                  </a:lnTo>
                  <a:lnTo>
                    <a:pt x="3222" y="1085"/>
                  </a:lnTo>
                  <a:lnTo>
                    <a:pt x="3225" y="1075"/>
                  </a:lnTo>
                  <a:lnTo>
                    <a:pt x="3228" y="1067"/>
                  </a:lnTo>
                  <a:lnTo>
                    <a:pt x="3235" y="1049"/>
                  </a:lnTo>
                  <a:lnTo>
                    <a:pt x="3242" y="1033"/>
                  </a:lnTo>
                  <a:lnTo>
                    <a:pt x="3251" y="1019"/>
                  </a:lnTo>
                  <a:lnTo>
                    <a:pt x="3260" y="1007"/>
                  </a:lnTo>
                  <a:lnTo>
                    <a:pt x="3270" y="995"/>
                  </a:lnTo>
                  <a:lnTo>
                    <a:pt x="3281" y="987"/>
                  </a:lnTo>
                  <a:lnTo>
                    <a:pt x="3286" y="983"/>
                  </a:lnTo>
                  <a:lnTo>
                    <a:pt x="3292" y="979"/>
                  </a:lnTo>
                  <a:lnTo>
                    <a:pt x="3303" y="973"/>
                  </a:lnTo>
                  <a:lnTo>
                    <a:pt x="3315" y="969"/>
                  </a:lnTo>
                  <a:lnTo>
                    <a:pt x="3321" y="969"/>
                  </a:lnTo>
                  <a:lnTo>
                    <a:pt x="3328" y="969"/>
                  </a:lnTo>
                  <a:close/>
                  <a:moveTo>
                    <a:pt x="485" y="1812"/>
                  </a:moveTo>
                  <a:lnTo>
                    <a:pt x="502" y="1814"/>
                  </a:lnTo>
                  <a:lnTo>
                    <a:pt x="517" y="1816"/>
                  </a:lnTo>
                  <a:lnTo>
                    <a:pt x="524" y="1818"/>
                  </a:lnTo>
                  <a:lnTo>
                    <a:pt x="530" y="1820"/>
                  </a:lnTo>
                  <a:lnTo>
                    <a:pt x="537" y="1824"/>
                  </a:lnTo>
                  <a:lnTo>
                    <a:pt x="543" y="1826"/>
                  </a:lnTo>
                  <a:lnTo>
                    <a:pt x="555" y="1834"/>
                  </a:lnTo>
                  <a:lnTo>
                    <a:pt x="565" y="1844"/>
                  </a:lnTo>
                  <a:lnTo>
                    <a:pt x="570" y="1850"/>
                  </a:lnTo>
                  <a:lnTo>
                    <a:pt x="575" y="1856"/>
                  </a:lnTo>
                  <a:lnTo>
                    <a:pt x="584" y="1868"/>
                  </a:lnTo>
                  <a:lnTo>
                    <a:pt x="588" y="1876"/>
                  </a:lnTo>
                  <a:lnTo>
                    <a:pt x="591" y="1884"/>
                  </a:lnTo>
                  <a:lnTo>
                    <a:pt x="598" y="1900"/>
                  </a:lnTo>
                  <a:lnTo>
                    <a:pt x="601" y="1908"/>
                  </a:lnTo>
                  <a:lnTo>
                    <a:pt x="603" y="1918"/>
                  </a:lnTo>
                  <a:lnTo>
                    <a:pt x="606" y="1928"/>
                  </a:lnTo>
                  <a:lnTo>
                    <a:pt x="608" y="1938"/>
                  </a:lnTo>
                  <a:lnTo>
                    <a:pt x="612" y="1960"/>
                  </a:lnTo>
                  <a:lnTo>
                    <a:pt x="614" y="1984"/>
                  </a:lnTo>
                  <a:lnTo>
                    <a:pt x="615" y="1996"/>
                  </a:lnTo>
                  <a:lnTo>
                    <a:pt x="616" y="2008"/>
                  </a:lnTo>
                  <a:lnTo>
                    <a:pt x="616" y="2036"/>
                  </a:lnTo>
                  <a:lnTo>
                    <a:pt x="616" y="2062"/>
                  </a:lnTo>
                  <a:lnTo>
                    <a:pt x="615" y="2074"/>
                  </a:lnTo>
                  <a:lnTo>
                    <a:pt x="614" y="2086"/>
                  </a:lnTo>
                  <a:lnTo>
                    <a:pt x="612" y="2108"/>
                  </a:lnTo>
                  <a:lnTo>
                    <a:pt x="608" y="2128"/>
                  </a:lnTo>
                  <a:lnTo>
                    <a:pt x="606" y="2138"/>
                  </a:lnTo>
                  <a:lnTo>
                    <a:pt x="603" y="2148"/>
                  </a:lnTo>
                  <a:lnTo>
                    <a:pt x="598" y="2164"/>
                  </a:lnTo>
                  <a:lnTo>
                    <a:pt x="591" y="2180"/>
                  </a:lnTo>
                  <a:lnTo>
                    <a:pt x="588" y="2188"/>
                  </a:lnTo>
                  <a:lnTo>
                    <a:pt x="584" y="2194"/>
                  </a:lnTo>
                  <a:lnTo>
                    <a:pt x="575" y="2206"/>
                  </a:lnTo>
                  <a:lnTo>
                    <a:pt x="570" y="2212"/>
                  </a:lnTo>
                  <a:lnTo>
                    <a:pt x="565" y="2218"/>
                  </a:lnTo>
                  <a:lnTo>
                    <a:pt x="560" y="2222"/>
                  </a:lnTo>
                  <a:lnTo>
                    <a:pt x="555" y="2226"/>
                  </a:lnTo>
                  <a:lnTo>
                    <a:pt x="543" y="2234"/>
                  </a:lnTo>
                  <a:lnTo>
                    <a:pt x="530" y="2240"/>
                  </a:lnTo>
                  <a:lnTo>
                    <a:pt x="517" y="2244"/>
                  </a:lnTo>
                  <a:lnTo>
                    <a:pt x="502" y="2246"/>
                  </a:lnTo>
                  <a:lnTo>
                    <a:pt x="485" y="2248"/>
                  </a:lnTo>
                  <a:lnTo>
                    <a:pt x="135" y="2248"/>
                  </a:lnTo>
                  <a:lnTo>
                    <a:pt x="118" y="2246"/>
                  </a:lnTo>
                  <a:lnTo>
                    <a:pt x="110" y="2246"/>
                  </a:lnTo>
                  <a:lnTo>
                    <a:pt x="103" y="2244"/>
                  </a:lnTo>
                  <a:lnTo>
                    <a:pt x="89" y="2238"/>
                  </a:lnTo>
                  <a:lnTo>
                    <a:pt x="76" y="2232"/>
                  </a:lnTo>
                  <a:lnTo>
                    <a:pt x="70" y="2228"/>
                  </a:lnTo>
                  <a:lnTo>
                    <a:pt x="64" y="2222"/>
                  </a:lnTo>
                  <a:lnTo>
                    <a:pt x="53" y="2212"/>
                  </a:lnTo>
                  <a:lnTo>
                    <a:pt x="43" y="2198"/>
                  </a:lnTo>
                  <a:lnTo>
                    <a:pt x="38" y="2192"/>
                  </a:lnTo>
                  <a:lnTo>
                    <a:pt x="34" y="2184"/>
                  </a:lnTo>
                  <a:lnTo>
                    <a:pt x="30" y="2176"/>
                  </a:lnTo>
                  <a:lnTo>
                    <a:pt x="26" y="2166"/>
                  </a:lnTo>
                  <a:lnTo>
                    <a:pt x="22" y="2158"/>
                  </a:lnTo>
                  <a:lnTo>
                    <a:pt x="19" y="2148"/>
                  </a:lnTo>
                  <a:lnTo>
                    <a:pt x="13" y="2126"/>
                  </a:lnTo>
                  <a:lnTo>
                    <a:pt x="9" y="2104"/>
                  </a:lnTo>
                  <a:lnTo>
                    <a:pt x="7" y="2092"/>
                  </a:lnTo>
                  <a:lnTo>
                    <a:pt x="5" y="2078"/>
                  </a:lnTo>
                  <a:lnTo>
                    <a:pt x="3" y="2066"/>
                  </a:lnTo>
                  <a:lnTo>
                    <a:pt x="2" y="2052"/>
                  </a:lnTo>
                  <a:lnTo>
                    <a:pt x="1" y="2038"/>
                  </a:lnTo>
                  <a:lnTo>
                    <a:pt x="1" y="2022"/>
                  </a:lnTo>
                  <a:lnTo>
                    <a:pt x="0" y="1992"/>
                  </a:lnTo>
                  <a:lnTo>
                    <a:pt x="0" y="479"/>
                  </a:lnTo>
                  <a:lnTo>
                    <a:pt x="1" y="450"/>
                  </a:lnTo>
                  <a:lnTo>
                    <a:pt x="1" y="436"/>
                  </a:lnTo>
                  <a:lnTo>
                    <a:pt x="2" y="422"/>
                  </a:lnTo>
                  <a:lnTo>
                    <a:pt x="5" y="398"/>
                  </a:lnTo>
                  <a:lnTo>
                    <a:pt x="8" y="374"/>
                  </a:lnTo>
                  <a:lnTo>
                    <a:pt x="10" y="362"/>
                  </a:lnTo>
                  <a:lnTo>
                    <a:pt x="13" y="352"/>
                  </a:lnTo>
                  <a:lnTo>
                    <a:pt x="18" y="332"/>
                  </a:lnTo>
                  <a:lnTo>
                    <a:pt x="25" y="312"/>
                  </a:lnTo>
                  <a:lnTo>
                    <a:pt x="28" y="304"/>
                  </a:lnTo>
                  <a:lnTo>
                    <a:pt x="32" y="296"/>
                  </a:lnTo>
                  <a:lnTo>
                    <a:pt x="36" y="288"/>
                  </a:lnTo>
                  <a:lnTo>
                    <a:pt x="41" y="280"/>
                  </a:lnTo>
                  <a:lnTo>
                    <a:pt x="50" y="268"/>
                  </a:lnTo>
                  <a:lnTo>
                    <a:pt x="60" y="256"/>
                  </a:lnTo>
                  <a:lnTo>
                    <a:pt x="65" y="252"/>
                  </a:lnTo>
                  <a:lnTo>
                    <a:pt x="71" y="248"/>
                  </a:lnTo>
                  <a:lnTo>
                    <a:pt x="83" y="240"/>
                  </a:lnTo>
                  <a:lnTo>
                    <a:pt x="96" y="236"/>
                  </a:lnTo>
                  <a:lnTo>
                    <a:pt x="109" y="232"/>
                  </a:lnTo>
                  <a:lnTo>
                    <a:pt x="124" y="232"/>
                  </a:lnTo>
                  <a:lnTo>
                    <a:pt x="138" y="232"/>
                  </a:lnTo>
                  <a:lnTo>
                    <a:pt x="144" y="234"/>
                  </a:lnTo>
                  <a:lnTo>
                    <a:pt x="151" y="236"/>
                  </a:lnTo>
                  <a:lnTo>
                    <a:pt x="163" y="240"/>
                  </a:lnTo>
                  <a:lnTo>
                    <a:pt x="176" y="248"/>
                  </a:lnTo>
                  <a:lnTo>
                    <a:pt x="181" y="252"/>
                  </a:lnTo>
                  <a:lnTo>
                    <a:pt x="187" y="256"/>
                  </a:lnTo>
                  <a:lnTo>
                    <a:pt x="197" y="268"/>
                  </a:lnTo>
                  <a:lnTo>
                    <a:pt x="206" y="280"/>
                  </a:lnTo>
                  <a:lnTo>
                    <a:pt x="210" y="288"/>
                  </a:lnTo>
                  <a:lnTo>
                    <a:pt x="214" y="296"/>
                  </a:lnTo>
                  <a:lnTo>
                    <a:pt x="218" y="304"/>
                  </a:lnTo>
                  <a:lnTo>
                    <a:pt x="222" y="312"/>
                  </a:lnTo>
                  <a:lnTo>
                    <a:pt x="228" y="332"/>
                  </a:lnTo>
                  <a:lnTo>
                    <a:pt x="234" y="352"/>
                  </a:lnTo>
                  <a:lnTo>
                    <a:pt x="236" y="362"/>
                  </a:lnTo>
                  <a:lnTo>
                    <a:pt x="238" y="374"/>
                  </a:lnTo>
                  <a:lnTo>
                    <a:pt x="242" y="398"/>
                  </a:lnTo>
                  <a:lnTo>
                    <a:pt x="244" y="422"/>
                  </a:lnTo>
                  <a:lnTo>
                    <a:pt x="246" y="450"/>
                  </a:lnTo>
                  <a:lnTo>
                    <a:pt x="246" y="479"/>
                  </a:lnTo>
                  <a:lnTo>
                    <a:pt x="246" y="1812"/>
                  </a:lnTo>
                  <a:lnTo>
                    <a:pt x="485" y="1812"/>
                  </a:lnTo>
                  <a:close/>
                  <a:moveTo>
                    <a:pt x="1526" y="1840"/>
                  </a:moveTo>
                  <a:lnTo>
                    <a:pt x="1532" y="1868"/>
                  </a:lnTo>
                  <a:lnTo>
                    <a:pt x="1537" y="1898"/>
                  </a:lnTo>
                  <a:lnTo>
                    <a:pt x="1542" y="1924"/>
                  </a:lnTo>
                  <a:lnTo>
                    <a:pt x="1546" y="1952"/>
                  </a:lnTo>
                  <a:lnTo>
                    <a:pt x="1549" y="1978"/>
                  </a:lnTo>
                  <a:lnTo>
                    <a:pt x="1552" y="2004"/>
                  </a:lnTo>
                  <a:lnTo>
                    <a:pt x="1554" y="2028"/>
                  </a:lnTo>
                  <a:lnTo>
                    <a:pt x="1555" y="2052"/>
                  </a:lnTo>
                  <a:lnTo>
                    <a:pt x="1555" y="2074"/>
                  </a:lnTo>
                  <a:lnTo>
                    <a:pt x="1554" y="2094"/>
                  </a:lnTo>
                  <a:lnTo>
                    <a:pt x="1552" y="2112"/>
                  </a:lnTo>
                  <a:lnTo>
                    <a:pt x="1549" y="2130"/>
                  </a:lnTo>
                  <a:lnTo>
                    <a:pt x="1547" y="2140"/>
                  </a:lnTo>
                  <a:lnTo>
                    <a:pt x="1545" y="2148"/>
                  </a:lnTo>
                  <a:lnTo>
                    <a:pt x="1539" y="2166"/>
                  </a:lnTo>
                  <a:lnTo>
                    <a:pt x="1532" y="2180"/>
                  </a:lnTo>
                  <a:lnTo>
                    <a:pt x="1525" y="2196"/>
                  </a:lnTo>
                  <a:lnTo>
                    <a:pt x="1516" y="2210"/>
                  </a:lnTo>
                  <a:lnTo>
                    <a:pt x="1507" y="2222"/>
                  </a:lnTo>
                  <a:lnTo>
                    <a:pt x="1496" y="2232"/>
                  </a:lnTo>
                  <a:lnTo>
                    <a:pt x="1486" y="2240"/>
                  </a:lnTo>
                  <a:lnTo>
                    <a:pt x="1476" y="2246"/>
                  </a:lnTo>
                  <a:lnTo>
                    <a:pt x="1470" y="2248"/>
                  </a:lnTo>
                  <a:lnTo>
                    <a:pt x="1465" y="2250"/>
                  </a:lnTo>
                  <a:lnTo>
                    <a:pt x="1453" y="2254"/>
                  </a:lnTo>
                  <a:lnTo>
                    <a:pt x="1441" y="2254"/>
                  </a:lnTo>
                  <a:lnTo>
                    <a:pt x="1428" y="2254"/>
                  </a:lnTo>
                  <a:lnTo>
                    <a:pt x="1417" y="2250"/>
                  </a:lnTo>
                  <a:lnTo>
                    <a:pt x="1405" y="2246"/>
                  </a:lnTo>
                  <a:lnTo>
                    <a:pt x="1395" y="2238"/>
                  </a:lnTo>
                  <a:lnTo>
                    <a:pt x="1390" y="2234"/>
                  </a:lnTo>
                  <a:lnTo>
                    <a:pt x="1385" y="2230"/>
                  </a:lnTo>
                  <a:lnTo>
                    <a:pt x="1376" y="2218"/>
                  </a:lnTo>
                  <a:lnTo>
                    <a:pt x="1372" y="2212"/>
                  </a:lnTo>
                  <a:lnTo>
                    <a:pt x="1368" y="2206"/>
                  </a:lnTo>
                  <a:lnTo>
                    <a:pt x="1364" y="2198"/>
                  </a:lnTo>
                  <a:lnTo>
                    <a:pt x="1360" y="2190"/>
                  </a:lnTo>
                  <a:lnTo>
                    <a:pt x="1353" y="2174"/>
                  </a:lnTo>
                  <a:lnTo>
                    <a:pt x="1346" y="2158"/>
                  </a:lnTo>
                  <a:lnTo>
                    <a:pt x="1340" y="2138"/>
                  </a:lnTo>
                  <a:lnTo>
                    <a:pt x="1338" y="2128"/>
                  </a:lnTo>
                  <a:lnTo>
                    <a:pt x="1335" y="2116"/>
                  </a:lnTo>
                  <a:lnTo>
                    <a:pt x="1323" y="2054"/>
                  </a:lnTo>
                  <a:lnTo>
                    <a:pt x="1307" y="1966"/>
                  </a:lnTo>
                  <a:lnTo>
                    <a:pt x="1297" y="1912"/>
                  </a:lnTo>
                  <a:lnTo>
                    <a:pt x="1284" y="1840"/>
                  </a:lnTo>
                  <a:lnTo>
                    <a:pt x="1281" y="1830"/>
                  </a:lnTo>
                  <a:lnTo>
                    <a:pt x="1279" y="1822"/>
                  </a:lnTo>
                  <a:lnTo>
                    <a:pt x="1276" y="1816"/>
                  </a:lnTo>
                  <a:lnTo>
                    <a:pt x="1273" y="1810"/>
                  </a:lnTo>
                  <a:lnTo>
                    <a:pt x="1270" y="1806"/>
                  </a:lnTo>
                  <a:lnTo>
                    <a:pt x="1267" y="1802"/>
                  </a:lnTo>
                  <a:lnTo>
                    <a:pt x="1261" y="1798"/>
                  </a:lnTo>
                  <a:lnTo>
                    <a:pt x="1255" y="1796"/>
                  </a:lnTo>
                  <a:lnTo>
                    <a:pt x="1251" y="1796"/>
                  </a:lnTo>
                  <a:lnTo>
                    <a:pt x="1247" y="1796"/>
                  </a:lnTo>
                  <a:lnTo>
                    <a:pt x="1246" y="1796"/>
                  </a:lnTo>
                  <a:lnTo>
                    <a:pt x="948" y="1796"/>
                  </a:lnTo>
                  <a:lnTo>
                    <a:pt x="940" y="1796"/>
                  </a:lnTo>
                  <a:lnTo>
                    <a:pt x="933" y="1798"/>
                  </a:lnTo>
                  <a:lnTo>
                    <a:pt x="926" y="1800"/>
                  </a:lnTo>
                  <a:lnTo>
                    <a:pt x="920" y="1802"/>
                  </a:lnTo>
                  <a:lnTo>
                    <a:pt x="915" y="1806"/>
                  </a:lnTo>
                  <a:lnTo>
                    <a:pt x="911" y="1810"/>
                  </a:lnTo>
                  <a:lnTo>
                    <a:pt x="903" y="1818"/>
                  </a:lnTo>
                  <a:lnTo>
                    <a:pt x="898" y="1826"/>
                  </a:lnTo>
                  <a:lnTo>
                    <a:pt x="895" y="1832"/>
                  </a:lnTo>
                  <a:lnTo>
                    <a:pt x="893" y="1838"/>
                  </a:lnTo>
                  <a:lnTo>
                    <a:pt x="893" y="1840"/>
                  </a:lnTo>
                  <a:lnTo>
                    <a:pt x="879" y="1912"/>
                  </a:lnTo>
                  <a:lnTo>
                    <a:pt x="874" y="1940"/>
                  </a:lnTo>
                  <a:lnTo>
                    <a:pt x="870" y="1966"/>
                  </a:lnTo>
                  <a:lnTo>
                    <a:pt x="862" y="2008"/>
                  </a:lnTo>
                  <a:lnTo>
                    <a:pt x="855" y="2046"/>
                  </a:lnTo>
                  <a:lnTo>
                    <a:pt x="841" y="2110"/>
                  </a:lnTo>
                  <a:lnTo>
                    <a:pt x="835" y="2136"/>
                  </a:lnTo>
                  <a:lnTo>
                    <a:pt x="827" y="2160"/>
                  </a:lnTo>
                  <a:lnTo>
                    <a:pt x="824" y="2172"/>
                  </a:lnTo>
                  <a:lnTo>
                    <a:pt x="820" y="2182"/>
                  </a:lnTo>
                  <a:lnTo>
                    <a:pt x="817" y="2190"/>
                  </a:lnTo>
                  <a:lnTo>
                    <a:pt x="813" y="2198"/>
                  </a:lnTo>
                  <a:lnTo>
                    <a:pt x="805" y="2214"/>
                  </a:lnTo>
                  <a:lnTo>
                    <a:pt x="802" y="2220"/>
                  </a:lnTo>
                  <a:lnTo>
                    <a:pt x="797" y="2226"/>
                  </a:lnTo>
                  <a:lnTo>
                    <a:pt x="793" y="2230"/>
                  </a:lnTo>
                  <a:lnTo>
                    <a:pt x="789" y="2236"/>
                  </a:lnTo>
                  <a:lnTo>
                    <a:pt x="785" y="2240"/>
                  </a:lnTo>
                  <a:lnTo>
                    <a:pt x="780" y="2242"/>
                  </a:lnTo>
                  <a:lnTo>
                    <a:pt x="770" y="2248"/>
                  </a:lnTo>
                  <a:lnTo>
                    <a:pt x="760" y="2252"/>
                  </a:lnTo>
                  <a:lnTo>
                    <a:pt x="749" y="2254"/>
                  </a:lnTo>
                  <a:lnTo>
                    <a:pt x="737" y="2254"/>
                  </a:lnTo>
                  <a:lnTo>
                    <a:pt x="726" y="2254"/>
                  </a:lnTo>
                  <a:lnTo>
                    <a:pt x="715" y="2250"/>
                  </a:lnTo>
                  <a:lnTo>
                    <a:pt x="710" y="2248"/>
                  </a:lnTo>
                  <a:lnTo>
                    <a:pt x="705" y="2246"/>
                  </a:lnTo>
                  <a:lnTo>
                    <a:pt x="695" y="2240"/>
                  </a:lnTo>
                  <a:lnTo>
                    <a:pt x="686" y="2232"/>
                  </a:lnTo>
                  <a:lnTo>
                    <a:pt x="681" y="2228"/>
                  </a:lnTo>
                  <a:lnTo>
                    <a:pt x="677" y="2222"/>
                  </a:lnTo>
                  <a:lnTo>
                    <a:pt x="669" y="2210"/>
                  </a:lnTo>
                  <a:lnTo>
                    <a:pt x="661" y="2198"/>
                  </a:lnTo>
                  <a:lnTo>
                    <a:pt x="654" y="2182"/>
                  </a:lnTo>
                  <a:lnTo>
                    <a:pt x="647" y="2168"/>
                  </a:lnTo>
                  <a:lnTo>
                    <a:pt x="642" y="2150"/>
                  </a:lnTo>
                  <a:lnTo>
                    <a:pt x="638" y="2134"/>
                  </a:lnTo>
                  <a:lnTo>
                    <a:pt x="636" y="2124"/>
                  </a:lnTo>
                  <a:lnTo>
                    <a:pt x="634" y="2116"/>
                  </a:lnTo>
                  <a:lnTo>
                    <a:pt x="632" y="2096"/>
                  </a:lnTo>
                  <a:lnTo>
                    <a:pt x="631" y="2076"/>
                  </a:lnTo>
                  <a:lnTo>
                    <a:pt x="630" y="2056"/>
                  </a:lnTo>
                  <a:lnTo>
                    <a:pt x="631" y="2036"/>
                  </a:lnTo>
                  <a:lnTo>
                    <a:pt x="632" y="2014"/>
                  </a:lnTo>
                  <a:lnTo>
                    <a:pt x="634" y="1988"/>
                  </a:lnTo>
                  <a:lnTo>
                    <a:pt x="638" y="1962"/>
                  </a:lnTo>
                  <a:lnTo>
                    <a:pt x="642" y="1934"/>
                  </a:lnTo>
                  <a:lnTo>
                    <a:pt x="647" y="1904"/>
                  </a:lnTo>
                  <a:lnTo>
                    <a:pt x="653" y="1872"/>
                  </a:lnTo>
                  <a:lnTo>
                    <a:pt x="659" y="1840"/>
                  </a:lnTo>
                  <a:lnTo>
                    <a:pt x="668" y="1804"/>
                  </a:lnTo>
                  <a:lnTo>
                    <a:pt x="674" y="1772"/>
                  </a:lnTo>
                  <a:lnTo>
                    <a:pt x="894" y="631"/>
                  </a:lnTo>
                  <a:lnTo>
                    <a:pt x="919" y="503"/>
                  </a:lnTo>
                  <a:lnTo>
                    <a:pt x="929" y="450"/>
                  </a:lnTo>
                  <a:lnTo>
                    <a:pt x="932" y="436"/>
                  </a:lnTo>
                  <a:lnTo>
                    <a:pt x="937" y="418"/>
                  </a:lnTo>
                  <a:lnTo>
                    <a:pt x="944" y="392"/>
                  </a:lnTo>
                  <a:lnTo>
                    <a:pt x="951" y="370"/>
                  </a:lnTo>
                  <a:lnTo>
                    <a:pt x="959" y="350"/>
                  </a:lnTo>
                  <a:lnTo>
                    <a:pt x="966" y="330"/>
                  </a:lnTo>
                  <a:lnTo>
                    <a:pt x="974" y="314"/>
                  </a:lnTo>
                  <a:lnTo>
                    <a:pt x="983" y="298"/>
                  </a:lnTo>
                  <a:lnTo>
                    <a:pt x="991" y="286"/>
                  </a:lnTo>
                  <a:lnTo>
                    <a:pt x="995" y="280"/>
                  </a:lnTo>
                  <a:lnTo>
                    <a:pt x="1000" y="274"/>
                  </a:lnTo>
                  <a:lnTo>
                    <a:pt x="1009" y="264"/>
                  </a:lnTo>
                  <a:lnTo>
                    <a:pt x="1019" y="256"/>
                  </a:lnTo>
                  <a:lnTo>
                    <a:pt x="1029" y="250"/>
                  </a:lnTo>
                  <a:lnTo>
                    <a:pt x="1041" y="244"/>
                  </a:lnTo>
                  <a:lnTo>
                    <a:pt x="1053" y="238"/>
                  </a:lnTo>
                  <a:lnTo>
                    <a:pt x="1065" y="236"/>
                  </a:lnTo>
                  <a:lnTo>
                    <a:pt x="1079" y="234"/>
                  </a:lnTo>
                  <a:lnTo>
                    <a:pt x="1093" y="234"/>
                  </a:lnTo>
                  <a:lnTo>
                    <a:pt x="1112" y="234"/>
                  </a:lnTo>
                  <a:lnTo>
                    <a:pt x="1130" y="238"/>
                  </a:lnTo>
                  <a:lnTo>
                    <a:pt x="1139" y="240"/>
                  </a:lnTo>
                  <a:lnTo>
                    <a:pt x="1147" y="244"/>
                  </a:lnTo>
                  <a:lnTo>
                    <a:pt x="1154" y="248"/>
                  </a:lnTo>
                  <a:lnTo>
                    <a:pt x="1162" y="252"/>
                  </a:lnTo>
                  <a:lnTo>
                    <a:pt x="1170" y="258"/>
                  </a:lnTo>
                  <a:lnTo>
                    <a:pt x="1177" y="262"/>
                  </a:lnTo>
                  <a:lnTo>
                    <a:pt x="1183" y="270"/>
                  </a:lnTo>
                  <a:lnTo>
                    <a:pt x="1189" y="276"/>
                  </a:lnTo>
                  <a:lnTo>
                    <a:pt x="1195" y="284"/>
                  </a:lnTo>
                  <a:lnTo>
                    <a:pt x="1200" y="292"/>
                  </a:lnTo>
                  <a:lnTo>
                    <a:pt x="1205" y="300"/>
                  </a:lnTo>
                  <a:lnTo>
                    <a:pt x="1210" y="310"/>
                  </a:lnTo>
                  <a:lnTo>
                    <a:pt x="1218" y="326"/>
                  </a:lnTo>
                  <a:lnTo>
                    <a:pt x="1226" y="344"/>
                  </a:lnTo>
                  <a:lnTo>
                    <a:pt x="1230" y="354"/>
                  </a:lnTo>
                  <a:lnTo>
                    <a:pt x="1233" y="364"/>
                  </a:lnTo>
                  <a:lnTo>
                    <a:pt x="1240" y="384"/>
                  </a:lnTo>
                  <a:lnTo>
                    <a:pt x="1246" y="406"/>
                  </a:lnTo>
                  <a:lnTo>
                    <a:pt x="1252" y="428"/>
                  </a:lnTo>
                  <a:lnTo>
                    <a:pt x="1257" y="451"/>
                  </a:lnTo>
                  <a:lnTo>
                    <a:pt x="1262" y="475"/>
                  </a:lnTo>
                  <a:lnTo>
                    <a:pt x="1271" y="527"/>
                  </a:lnTo>
                  <a:lnTo>
                    <a:pt x="1282" y="579"/>
                  </a:lnTo>
                  <a:lnTo>
                    <a:pt x="1293" y="631"/>
                  </a:lnTo>
                  <a:lnTo>
                    <a:pt x="1512" y="1772"/>
                  </a:lnTo>
                  <a:lnTo>
                    <a:pt x="1515" y="1786"/>
                  </a:lnTo>
                  <a:lnTo>
                    <a:pt x="1518" y="1800"/>
                  </a:lnTo>
                  <a:lnTo>
                    <a:pt x="1526" y="1840"/>
                  </a:lnTo>
                  <a:close/>
                  <a:moveTo>
                    <a:pt x="966" y="1428"/>
                  </a:moveTo>
                  <a:lnTo>
                    <a:pt x="1213" y="1428"/>
                  </a:lnTo>
                  <a:lnTo>
                    <a:pt x="1091" y="731"/>
                  </a:lnTo>
                  <a:lnTo>
                    <a:pt x="966" y="1428"/>
                  </a:lnTo>
                  <a:close/>
                  <a:moveTo>
                    <a:pt x="2643" y="1191"/>
                  </a:moveTo>
                  <a:lnTo>
                    <a:pt x="2644" y="1247"/>
                  </a:lnTo>
                  <a:lnTo>
                    <a:pt x="2645" y="1275"/>
                  </a:lnTo>
                  <a:lnTo>
                    <a:pt x="2646" y="1303"/>
                  </a:lnTo>
                  <a:lnTo>
                    <a:pt x="2649" y="1358"/>
                  </a:lnTo>
                  <a:lnTo>
                    <a:pt x="2653" y="1414"/>
                  </a:lnTo>
                  <a:lnTo>
                    <a:pt x="2658" y="1468"/>
                  </a:lnTo>
                  <a:lnTo>
                    <a:pt x="2665" y="1520"/>
                  </a:lnTo>
                  <a:lnTo>
                    <a:pt x="2672" y="1572"/>
                  </a:lnTo>
                  <a:lnTo>
                    <a:pt x="2677" y="1598"/>
                  </a:lnTo>
                  <a:lnTo>
                    <a:pt x="2681" y="1624"/>
                  </a:lnTo>
                  <a:lnTo>
                    <a:pt x="2686" y="1650"/>
                  </a:lnTo>
                  <a:lnTo>
                    <a:pt x="2691" y="1674"/>
                  </a:lnTo>
                  <a:lnTo>
                    <a:pt x="2701" y="1724"/>
                  </a:lnTo>
                  <a:lnTo>
                    <a:pt x="2713" y="1772"/>
                  </a:lnTo>
                  <a:lnTo>
                    <a:pt x="2719" y="1796"/>
                  </a:lnTo>
                  <a:lnTo>
                    <a:pt x="2726" y="1820"/>
                  </a:lnTo>
                  <a:lnTo>
                    <a:pt x="2739" y="1866"/>
                  </a:lnTo>
                  <a:lnTo>
                    <a:pt x="2754" y="1912"/>
                  </a:lnTo>
                  <a:lnTo>
                    <a:pt x="2769" y="1956"/>
                  </a:lnTo>
                  <a:lnTo>
                    <a:pt x="2786" y="1998"/>
                  </a:lnTo>
                  <a:lnTo>
                    <a:pt x="2786" y="2014"/>
                  </a:lnTo>
                  <a:lnTo>
                    <a:pt x="2786" y="2026"/>
                  </a:lnTo>
                  <a:lnTo>
                    <a:pt x="2786" y="2052"/>
                  </a:lnTo>
                  <a:lnTo>
                    <a:pt x="2785" y="2064"/>
                  </a:lnTo>
                  <a:lnTo>
                    <a:pt x="2784" y="2076"/>
                  </a:lnTo>
                  <a:lnTo>
                    <a:pt x="2783" y="2088"/>
                  </a:lnTo>
                  <a:lnTo>
                    <a:pt x="2782" y="2100"/>
                  </a:lnTo>
                  <a:lnTo>
                    <a:pt x="2779" y="2122"/>
                  </a:lnTo>
                  <a:lnTo>
                    <a:pt x="2775" y="2142"/>
                  </a:lnTo>
                  <a:lnTo>
                    <a:pt x="2772" y="2150"/>
                  </a:lnTo>
                  <a:lnTo>
                    <a:pt x="2769" y="2160"/>
                  </a:lnTo>
                  <a:lnTo>
                    <a:pt x="2767" y="2168"/>
                  </a:lnTo>
                  <a:lnTo>
                    <a:pt x="2763" y="2176"/>
                  </a:lnTo>
                  <a:lnTo>
                    <a:pt x="2756" y="2192"/>
                  </a:lnTo>
                  <a:lnTo>
                    <a:pt x="2753" y="2198"/>
                  </a:lnTo>
                  <a:lnTo>
                    <a:pt x="2749" y="2206"/>
                  </a:lnTo>
                  <a:lnTo>
                    <a:pt x="2740" y="2218"/>
                  </a:lnTo>
                  <a:lnTo>
                    <a:pt x="2731" y="2228"/>
                  </a:lnTo>
                  <a:lnTo>
                    <a:pt x="2726" y="2232"/>
                  </a:lnTo>
                  <a:lnTo>
                    <a:pt x="2721" y="2236"/>
                  </a:lnTo>
                  <a:lnTo>
                    <a:pt x="2710" y="2242"/>
                  </a:lnTo>
                  <a:lnTo>
                    <a:pt x="2704" y="2244"/>
                  </a:lnTo>
                  <a:lnTo>
                    <a:pt x="2698" y="2246"/>
                  </a:lnTo>
                  <a:lnTo>
                    <a:pt x="2686" y="2250"/>
                  </a:lnTo>
                  <a:lnTo>
                    <a:pt x="2673" y="2250"/>
                  </a:lnTo>
                  <a:lnTo>
                    <a:pt x="2658" y="2250"/>
                  </a:lnTo>
                  <a:lnTo>
                    <a:pt x="2651" y="2248"/>
                  </a:lnTo>
                  <a:lnTo>
                    <a:pt x="2645" y="2246"/>
                  </a:lnTo>
                  <a:lnTo>
                    <a:pt x="2632" y="2242"/>
                  </a:lnTo>
                  <a:lnTo>
                    <a:pt x="2621" y="2234"/>
                  </a:lnTo>
                  <a:lnTo>
                    <a:pt x="2616" y="2230"/>
                  </a:lnTo>
                  <a:lnTo>
                    <a:pt x="2611" y="2224"/>
                  </a:lnTo>
                  <a:lnTo>
                    <a:pt x="2606" y="2218"/>
                  </a:lnTo>
                  <a:lnTo>
                    <a:pt x="2601" y="2212"/>
                  </a:lnTo>
                  <a:lnTo>
                    <a:pt x="2597" y="2204"/>
                  </a:lnTo>
                  <a:lnTo>
                    <a:pt x="2592" y="2196"/>
                  </a:lnTo>
                  <a:lnTo>
                    <a:pt x="2588" y="2188"/>
                  </a:lnTo>
                  <a:lnTo>
                    <a:pt x="2584" y="2178"/>
                  </a:lnTo>
                  <a:lnTo>
                    <a:pt x="2581" y="2168"/>
                  </a:lnTo>
                  <a:lnTo>
                    <a:pt x="2577" y="2158"/>
                  </a:lnTo>
                  <a:lnTo>
                    <a:pt x="2570" y="2132"/>
                  </a:lnTo>
                  <a:lnTo>
                    <a:pt x="2565" y="2104"/>
                  </a:lnTo>
                  <a:lnTo>
                    <a:pt x="2562" y="2090"/>
                  </a:lnTo>
                  <a:lnTo>
                    <a:pt x="2559" y="2074"/>
                  </a:lnTo>
                  <a:lnTo>
                    <a:pt x="2554" y="2038"/>
                  </a:lnTo>
                  <a:lnTo>
                    <a:pt x="2549" y="2000"/>
                  </a:lnTo>
                  <a:lnTo>
                    <a:pt x="2545" y="1956"/>
                  </a:lnTo>
                  <a:lnTo>
                    <a:pt x="2540" y="1908"/>
                  </a:lnTo>
                  <a:lnTo>
                    <a:pt x="2469" y="1063"/>
                  </a:lnTo>
                  <a:lnTo>
                    <a:pt x="2322" y="1978"/>
                  </a:lnTo>
                  <a:lnTo>
                    <a:pt x="2315" y="2020"/>
                  </a:lnTo>
                  <a:lnTo>
                    <a:pt x="2308" y="2056"/>
                  </a:lnTo>
                  <a:lnTo>
                    <a:pt x="2302" y="2088"/>
                  </a:lnTo>
                  <a:lnTo>
                    <a:pt x="2295" y="2116"/>
                  </a:lnTo>
                  <a:lnTo>
                    <a:pt x="2288" y="2140"/>
                  </a:lnTo>
                  <a:lnTo>
                    <a:pt x="2285" y="2152"/>
                  </a:lnTo>
                  <a:lnTo>
                    <a:pt x="2281" y="2164"/>
                  </a:lnTo>
                  <a:lnTo>
                    <a:pt x="2277" y="2174"/>
                  </a:lnTo>
                  <a:lnTo>
                    <a:pt x="2274" y="2182"/>
                  </a:lnTo>
                  <a:lnTo>
                    <a:pt x="2270" y="2192"/>
                  </a:lnTo>
                  <a:lnTo>
                    <a:pt x="2265" y="2200"/>
                  </a:lnTo>
                  <a:lnTo>
                    <a:pt x="2261" y="2206"/>
                  </a:lnTo>
                  <a:lnTo>
                    <a:pt x="2257" y="2214"/>
                  </a:lnTo>
                  <a:lnTo>
                    <a:pt x="2254" y="2216"/>
                  </a:lnTo>
                  <a:lnTo>
                    <a:pt x="2252" y="2220"/>
                  </a:lnTo>
                  <a:lnTo>
                    <a:pt x="2247" y="2226"/>
                  </a:lnTo>
                  <a:lnTo>
                    <a:pt x="2242" y="2230"/>
                  </a:lnTo>
                  <a:lnTo>
                    <a:pt x="2237" y="2234"/>
                  </a:lnTo>
                  <a:lnTo>
                    <a:pt x="2231" y="2238"/>
                  </a:lnTo>
                  <a:lnTo>
                    <a:pt x="2226" y="2242"/>
                  </a:lnTo>
                  <a:lnTo>
                    <a:pt x="2214" y="2248"/>
                  </a:lnTo>
                  <a:lnTo>
                    <a:pt x="2200" y="2252"/>
                  </a:lnTo>
                  <a:lnTo>
                    <a:pt x="2186" y="2254"/>
                  </a:lnTo>
                  <a:lnTo>
                    <a:pt x="2171" y="2254"/>
                  </a:lnTo>
                  <a:lnTo>
                    <a:pt x="2157" y="2254"/>
                  </a:lnTo>
                  <a:lnTo>
                    <a:pt x="2150" y="2252"/>
                  </a:lnTo>
                  <a:lnTo>
                    <a:pt x="2144" y="2250"/>
                  </a:lnTo>
                  <a:lnTo>
                    <a:pt x="2133" y="2246"/>
                  </a:lnTo>
                  <a:lnTo>
                    <a:pt x="2122" y="2240"/>
                  </a:lnTo>
                  <a:lnTo>
                    <a:pt x="2112" y="2230"/>
                  </a:lnTo>
                  <a:lnTo>
                    <a:pt x="2108" y="2226"/>
                  </a:lnTo>
                  <a:lnTo>
                    <a:pt x="2103" y="2220"/>
                  </a:lnTo>
                  <a:lnTo>
                    <a:pt x="2095" y="2208"/>
                  </a:lnTo>
                  <a:lnTo>
                    <a:pt x="2087" y="2194"/>
                  </a:lnTo>
                  <a:lnTo>
                    <a:pt x="2080" y="2178"/>
                  </a:lnTo>
                  <a:lnTo>
                    <a:pt x="2073" y="2158"/>
                  </a:lnTo>
                  <a:lnTo>
                    <a:pt x="2066" y="2136"/>
                  </a:lnTo>
                  <a:lnTo>
                    <a:pt x="2059" y="2110"/>
                  </a:lnTo>
                  <a:lnTo>
                    <a:pt x="2053" y="2082"/>
                  </a:lnTo>
                  <a:lnTo>
                    <a:pt x="2046" y="2050"/>
                  </a:lnTo>
                  <a:lnTo>
                    <a:pt x="2040" y="2016"/>
                  </a:lnTo>
                  <a:lnTo>
                    <a:pt x="2033" y="1978"/>
                  </a:lnTo>
                  <a:lnTo>
                    <a:pt x="1888" y="1063"/>
                  </a:lnTo>
                  <a:lnTo>
                    <a:pt x="1817" y="1908"/>
                  </a:lnTo>
                  <a:lnTo>
                    <a:pt x="1812" y="1956"/>
                  </a:lnTo>
                  <a:lnTo>
                    <a:pt x="1808" y="2000"/>
                  </a:lnTo>
                  <a:lnTo>
                    <a:pt x="1803" y="2038"/>
                  </a:lnTo>
                  <a:lnTo>
                    <a:pt x="1798" y="2074"/>
                  </a:lnTo>
                  <a:lnTo>
                    <a:pt x="1793" y="2104"/>
                  </a:lnTo>
                  <a:lnTo>
                    <a:pt x="1787" y="2132"/>
                  </a:lnTo>
                  <a:lnTo>
                    <a:pt x="1783" y="2146"/>
                  </a:lnTo>
                  <a:lnTo>
                    <a:pt x="1780" y="2158"/>
                  </a:lnTo>
                  <a:lnTo>
                    <a:pt x="1773" y="2178"/>
                  </a:lnTo>
                  <a:lnTo>
                    <a:pt x="1769" y="2188"/>
                  </a:lnTo>
                  <a:lnTo>
                    <a:pt x="1765" y="2196"/>
                  </a:lnTo>
                  <a:lnTo>
                    <a:pt x="1756" y="2212"/>
                  </a:lnTo>
                  <a:lnTo>
                    <a:pt x="1751" y="2218"/>
                  </a:lnTo>
                  <a:lnTo>
                    <a:pt x="1746" y="2224"/>
                  </a:lnTo>
                  <a:lnTo>
                    <a:pt x="1741" y="2230"/>
                  </a:lnTo>
                  <a:lnTo>
                    <a:pt x="1736" y="2234"/>
                  </a:lnTo>
                  <a:lnTo>
                    <a:pt x="1725" y="2242"/>
                  </a:lnTo>
                  <a:lnTo>
                    <a:pt x="1712" y="2246"/>
                  </a:lnTo>
                  <a:lnTo>
                    <a:pt x="1706" y="2248"/>
                  </a:lnTo>
                  <a:lnTo>
                    <a:pt x="1699" y="2250"/>
                  </a:lnTo>
                  <a:lnTo>
                    <a:pt x="1684" y="2250"/>
                  </a:lnTo>
                  <a:lnTo>
                    <a:pt x="1671" y="2250"/>
                  </a:lnTo>
                  <a:lnTo>
                    <a:pt x="1658" y="2246"/>
                  </a:lnTo>
                  <a:lnTo>
                    <a:pt x="1646" y="2242"/>
                  </a:lnTo>
                  <a:lnTo>
                    <a:pt x="1640" y="2238"/>
                  </a:lnTo>
                  <a:lnTo>
                    <a:pt x="1635" y="2234"/>
                  </a:lnTo>
                  <a:lnTo>
                    <a:pt x="1630" y="2230"/>
                  </a:lnTo>
                  <a:lnTo>
                    <a:pt x="1625" y="2226"/>
                  </a:lnTo>
                  <a:lnTo>
                    <a:pt x="1615" y="2216"/>
                  </a:lnTo>
                  <a:lnTo>
                    <a:pt x="1606" y="2202"/>
                  </a:lnTo>
                  <a:lnTo>
                    <a:pt x="1598" y="2188"/>
                  </a:lnTo>
                  <a:lnTo>
                    <a:pt x="1595" y="2180"/>
                  </a:lnTo>
                  <a:lnTo>
                    <a:pt x="1591" y="2172"/>
                  </a:lnTo>
                  <a:lnTo>
                    <a:pt x="1588" y="2162"/>
                  </a:lnTo>
                  <a:lnTo>
                    <a:pt x="1585" y="2154"/>
                  </a:lnTo>
                  <a:lnTo>
                    <a:pt x="1580" y="2134"/>
                  </a:lnTo>
                  <a:lnTo>
                    <a:pt x="1576" y="2114"/>
                  </a:lnTo>
                  <a:lnTo>
                    <a:pt x="1573" y="2092"/>
                  </a:lnTo>
                  <a:lnTo>
                    <a:pt x="1572" y="2082"/>
                  </a:lnTo>
                  <a:lnTo>
                    <a:pt x="1571" y="2070"/>
                  </a:lnTo>
                  <a:lnTo>
                    <a:pt x="1571" y="2058"/>
                  </a:lnTo>
                  <a:lnTo>
                    <a:pt x="1570" y="2046"/>
                  </a:lnTo>
                  <a:lnTo>
                    <a:pt x="1571" y="2020"/>
                  </a:lnTo>
                  <a:lnTo>
                    <a:pt x="1575" y="1940"/>
                  </a:lnTo>
                  <a:lnTo>
                    <a:pt x="1579" y="1888"/>
                  </a:lnTo>
                  <a:lnTo>
                    <a:pt x="1583" y="1830"/>
                  </a:lnTo>
                  <a:lnTo>
                    <a:pt x="1586" y="1786"/>
                  </a:lnTo>
                  <a:lnTo>
                    <a:pt x="1591" y="1742"/>
                  </a:lnTo>
                  <a:lnTo>
                    <a:pt x="1594" y="1702"/>
                  </a:lnTo>
                  <a:lnTo>
                    <a:pt x="1696" y="555"/>
                  </a:lnTo>
                  <a:lnTo>
                    <a:pt x="1700" y="515"/>
                  </a:lnTo>
                  <a:lnTo>
                    <a:pt x="1704" y="479"/>
                  </a:lnTo>
                  <a:lnTo>
                    <a:pt x="1707" y="451"/>
                  </a:lnTo>
                  <a:lnTo>
                    <a:pt x="1709" y="440"/>
                  </a:lnTo>
                  <a:lnTo>
                    <a:pt x="1711" y="430"/>
                  </a:lnTo>
                  <a:lnTo>
                    <a:pt x="1715" y="412"/>
                  </a:lnTo>
                  <a:lnTo>
                    <a:pt x="1719" y="392"/>
                  </a:lnTo>
                  <a:lnTo>
                    <a:pt x="1725" y="374"/>
                  </a:lnTo>
                  <a:lnTo>
                    <a:pt x="1731" y="354"/>
                  </a:lnTo>
                  <a:lnTo>
                    <a:pt x="1737" y="342"/>
                  </a:lnTo>
                  <a:lnTo>
                    <a:pt x="1743" y="328"/>
                  </a:lnTo>
                  <a:lnTo>
                    <a:pt x="1749" y="316"/>
                  </a:lnTo>
                  <a:lnTo>
                    <a:pt x="1755" y="306"/>
                  </a:lnTo>
                  <a:lnTo>
                    <a:pt x="1762" y="296"/>
                  </a:lnTo>
                  <a:lnTo>
                    <a:pt x="1769" y="286"/>
                  </a:lnTo>
                  <a:lnTo>
                    <a:pt x="1777" y="278"/>
                  </a:lnTo>
                  <a:lnTo>
                    <a:pt x="1785" y="270"/>
                  </a:lnTo>
                  <a:lnTo>
                    <a:pt x="1793" y="264"/>
                  </a:lnTo>
                  <a:lnTo>
                    <a:pt x="1801" y="258"/>
                  </a:lnTo>
                  <a:lnTo>
                    <a:pt x="1810" y="252"/>
                  </a:lnTo>
                  <a:lnTo>
                    <a:pt x="1818" y="248"/>
                  </a:lnTo>
                  <a:lnTo>
                    <a:pt x="1827" y="244"/>
                  </a:lnTo>
                  <a:lnTo>
                    <a:pt x="1837" y="242"/>
                  </a:lnTo>
                  <a:lnTo>
                    <a:pt x="1846" y="242"/>
                  </a:lnTo>
                  <a:lnTo>
                    <a:pt x="1855" y="240"/>
                  </a:lnTo>
                  <a:lnTo>
                    <a:pt x="1869" y="242"/>
                  </a:lnTo>
                  <a:lnTo>
                    <a:pt x="1877" y="244"/>
                  </a:lnTo>
                  <a:lnTo>
                    <a:pt x="1884" y="246"/>
                  </a:lnTo>
                  <a:lnTo>
                    <a:pt x="1897" y="250"/>
                  </a:lnTo>
                  <a:lnTo>
                    <a:pt x="1904" y="254"/>
                  </a:lnTo>
                  <a:lnTo>
                    <a:pt x="1910" y="258"/>
                  </a:lnTo>
                  <a:lnTo>
                    <a:pt x="1916" y="262"/>
                  </a:lnTo>
                  <a:lnTo>
                    <a:pt x="1923" y="268"/>
                  </a:lnTo>
                  <a:lnTo>
                    <a:pt x="1928" y="274"/>
                  </a:lnTo>
                  <a:lnTo>
                    <a:pt x="1934" y="280"/>
                  </a:lnTo>
                  <a:lnTo>
                    <a:pt x="1945" y="294"/>
                  </a:lnTo>
                  <a:lnTo>
                    <a:pt x="1956" y="310"/>
                  </a:lnTo>
                  <a:lnTo>
                    <a:pt x="1966" y="328"/>
                  </a:lnTo>
                  <a:lnTo>
                    <a:pt x="1975" y="350"/>
                  </a:lnTo>
                  <a:lnTo>
                    <a:pt x="1984" y="372"/>
                  </a:lnTo>
                  <a:lnTo>
                    <a:pt x="1992" y="396"/>
                  </a:lnTo>
                  <a:lnTo>
                    <a:pt x="1999" y="424"/>
                  </a:lnTo>
                  <a:lnTo>
                    <a:pt x="2006" y="453"/>
                  </a:lnTo>
                  <a:lnTo>
                    <a:pt x="2013" y="483"/>
                  </a:lnTo>
                  <a:lnTo>
                    <a:pt x="2018" y="517"/>
                  </a:lnTo>
                  <a:lnTo>
                    <a:pt x="2180" y="1526"/>
                  </a:lnTo>
                  <a:lnTo>
                    <a:pt x="2339" y="517"/>
                  </a:lnTo>
                  <a:lnTo>
                    <a:pt x="2344" y="483"/>
                  </a:lnTo>
                  <a:lnTo>
                    <a:pt x="2351" y="453"/>
                  </a:lnTo>
                  <a:lnTo>
                    <a:pt x="2358" y="424"/>
                  </a:lnTo>
                  <a:lnTo>
                    <a:pt x="2365" y="396"/>
                  </a:lnTo>
                  <a:lnTo>
                    <a:pt x="2373" y="372"/>
                  </a:lnTo>
                  <a:lnTo>
                    <a:pt x="2382" y="350"/>
                  </a:lnTo>
                  <a:lnTo>
                    <a:pt x="2391" y="328"/>
                  </a:lnTo>
                  <a:lnTo>
                    <a:pt x="2401" y="310"/>
                  </a:lnTo>
                  <a:lnTo>
                    <a:pt x="2412" y="294"/>
                  </a:lnTo>
                  <a:lnTo>
                    <a:pt x="2417" y="286"/>
                  </a:lnTo>
                  <a:lnTo>
                    <a:pt x="2423" y="280"/>
                  </a:lnTo>
                  <a:lnTo>
                    <a:pt x="2429" y="274"/>
                  </a:lnTo>
                  <a:lnTo>
                    <a:pt x="2435" y="268"/>
                  </a:lnTo>
                  <a:lnTo>
                    <a:pt x="2447" y="258"/>
                  </a:lnTo>
                  <a:lnTo>
                    <a:pt x="2453" y="254"/>
                  </a:lnTo>
                  <a:lnTo>
                    <a:pt x="2460" y="250"/>
                  </a:lnTo>
                  <a:lnTo>
                    <a:pt x="2473" y="246"/>
                  </a:lnTo>
                  <a:lnTo>
                    <a:pt x="2488" y="242"/>
                  </a:lnTo>
                  <a:lnTo>
                    <a:pt x="2503" y="240"/>
                  </a:lnTo>
                  <a:lnTo>
                    <a:pt x="2512" y="242"/>
                  </a:lnTo>
                  <a:lnTo>
                    <a:pt x="2521" y="242"/>
                  </a:lnTo>
                  <a:lnTo>
                    <a:pt x="2530" y="244"/>
                  </a:lnTo>
                  <a:lnTo>
                    <a:pt x="2539" y="248"/>
                  </a:lnTo>
                  <a:lnTo>
                    <a:pt x="2547" y="252"/>
                  </a:lnTo>
                  <a:lnTo>
                    <a:pt x="2556" y="258"/>
                  </a:lnTo>
                  <a:lnTo>
                    <a:pt x="2564" y="264"/>
                  </a:lnTo>
                  <a:lnTo>
                    <a:pt x="2572" y="270"/>
                  </a:lnTo>
                  <a:lnTo>
                    <a:pt x="2580" y="278"/>
                  </a:lnTo>
                  <a:lnTo>
                    <a:pt x="2588" y="286"/>
                  </a:lnTo>
                  <a:lnTo>
                    <a:pt x="2595" y="296"/>
                  </a:lnTo>
                  <a:lnTo>
                    <a:pt x="2602" y="306"/>
                  </a:lnTo>
                  <a:lnTo>
                    <a:pt x="2608" y="316"/>
                  </a:lnTo>
                  <a:lnTo>
                    <a:pt x="2614" y="328"/>
                  </a:lnTo>
                  <a:lnTo>
                    <a:pt x="2620" y="342"/>
                  </a:lnTo>
                  <a:lnTo>
                    <a:pt x="2626" y="354"/>
                  </a:lnTo>
                  <a:lnTo>
                    <a:pt x="2632" y="374"/>
                  </a:lnTo>
                  <a:lnTo>
                    <a:pt x="2635" y="384"/>
                  </a:lnTo>
                  <a:lnTo>
                    <a:pt x="2638" y="392"/>
                  </a:lnTo>
                  <a:lnTo>
                    <a:pt x="2642" y="412"/>
                  </a:lnTo>
                  <a:lnTo>
                    <a:pt x="2646" y="430"/>
                  </a:lnTo>
                  <a:lnTo>
                    <a:pt x="2650" y="451"/>
                  </a:lnTo>
                  <a:lnTo>
                    <a:pt x="2652" y="465"/>
                  </a:lnTo>
                  <a:lnTo>
                    <a:pt x="2653" y="479"/>
                  </a:lnTo>
                  <a:lnTo>
                    <a:pt x="2657" y="515"/>
                  </a:lnTo>
                  <a:lnTo>
                    <a:pt x="2661" y="555"/>
                  </a:lnTo>
                  <a:lnTo>
                    <a:pt x="2680" y="765"/>
                  </a:lnTo>
                  <a:lnTo>
                    <a:pt x="2675" y="791"/>
                  </a:lnTo>
                  <a:lnTo>
                    <a:pt x="2671" y="815"/>
                  </a:lnTo>
                  <a:lnTo>
                    <a:pt x="2664" y="867"/>
                  </a:lnTo>
                  <a:lnTo>
                    <a:pt x="2658" y="919"/>
                  </a:lnTo>
                  <a:lnTo>
                    <a:pt x="2655" y="945"/>
                  </a:lnTo>
                  <a:lnTo>
                    <a:pt x="2653" y="973"/>
                  </a:lnTo>
                  <a:lnTo>
                    <a:pt x="2651" y="999"/>
                  </a:lnTo>
                  <a:lnTo>
                    <a:pt x="2649" y="1027"/>
                  </a:lnTo>
                  <a:lnTo>
                    <a:pt x="2647" y="1053"/>
                  </a:lnTo>
                  <a:lnTo>
                    <a:pt x="2646" y="1081"/>
                  </a:lnTo>
                  <a:lnTo>
                    <a:pt x="2645" y="1107"/>
                  </a:lnTo>
                  <a:lnTo>
                    <a:pt x="2644" y="1135"/>
                  </a:lnTo>
                  <a:lnTo>
                    <a:pt x="2643" y="1191"/>
                  </a:lnTo>
                  <a:close/>
                  <a:moveTo>
                    <a:pt x="4662" y="1920"/>
                  </a:moveTo>
                  <a:lnTo>
                    <a:pt x="4666" y="1934"/>
                  </a:lnTo>
                  <a:lnTo>
                    <a:pt x="4669" y="1946"/>
                  </a:lnTo>
                  <a:lnTo>
                    <a:pt x="4671" y="1960"/>
                  </a:lnTo>
                  <a:lnTo>
                    <a:pt x="4673" y="1972"/>
                  </a:lnTo>
                  <a:lnTo>
                    <a:pt x="4675" y="1986"/>
                  </a:lnTo>
                  <a:lnTo>
                    <a:pt x="4676" y="1998"/>
                  </a:lnTo>
                  <a:lnTo>
                    <a:pt x="4677" y="2012"/>
                  </a:lnTo>
                  <a:lnTo>
                    <a:pt x="4677" y="2024"/>
                  </a:lnTo>
                  <a:lnTo>
                    <a:pt x="4676" y="2048"/>
                  </a:lnTo>
                  <a:lnTo>
                    <a:pt x="4676" y="2060"/>
                  </a:lnTo>
                  <a:lnTo>
                    <a:pt x="4675" y="2072"/>
                  </a:lnTo>
                  <a:lnTo>
                    <a:pt x="4672" y="2094"/>
                  </a:lnTo>
                  <a:lnTo>
                    <a:pt x="4668" y="2114"/>
                  </a:lnTo>
                  <a:lnTo>
                    <a:pt x="4664" y="2134"/>
                  </a:lnTo>
                  <a:lnTo>
                    <a:pt x="4658" y="2152"/>
                  </a:lnTo>
                  <a:lnTo>
                    <a:pt x="4655" y="2162"/>
                  </a:lnTo>
                  <a:lnTo>
                    <a:pt x="4651" y="2170"/>
                  </a:lnTo>
                  <a:lnTo>
                    <a:pt x="4643" y="2186"/>
                  </a:lnTo>
                  <a:lnTo>
                    <a:pt x="4639" y="2194"/>
                  </a:lnTo>
                  <a:lnTo>
                    <a:pt x="4635" y="2202"/>
                  </a:lnTo>
                  <a:lnTo>
                    <a:pt x="4625" y="2214"/>
                  </a:lnTo>
                  <a:lnTo>
                    <a:pt x="4616" y="2226"/>
                  </a:lnTo>
                  <a:lnTo>
                    <a:pt x="4605" y="2234"/>
                  </a:lnTo>
                  <a:lnTo>
                    <a:pt x="4594" y="2242"/>
                  </a:lnTo>
                  <a:lnTo>
                    <a:pt x="4582" y="2246"/>
                  </a:lnTo>
                  <a:lnTo>
                    <a:pt x="4576" y="2248"/>
                  </a:lnTo>
                  <a:lnTo>
                    <a:pt x="4570" y="2250"/>
                  </a:lnTo>
                  <a:lnTo>
                    <a:pt x="4557" y="2250"/>
                  </a:lnTo>
                  <a:lnTo>
                    <a:pt x="4549" y="2250"/>
                  </a:lnTo>
                  <a:lnTo>
                    <a:pt x="4542" y="2248"/>
                  </a:lnTo>
                  <a:lnTo>
                    <a:pt x="4534" y="2246"/>
                  </a:lnTo>
                  <a:lnTo>
                    <a:pt x="4527" y="2242"/>
                  </a:lnTo>
                  <a:lnTo>
                    <a:pt x="4520" y="2236"/>
                  </a:lnTo>
                  <a:lnTo>
                    <a:pt x="4513" y="2230"/>
                  </a:lnTo>
                  <a:lnTo>
                    <a:pt x="4506" y="2222"/>
                  </a:lnTo>
                  <a:lnTo>
                    <a:pt x="4498" y="2214"/>
                  </a:lnTo>
                  <a:lnTo>
                    <a:pt x="4492" y="2204"/>
                  </a:lnTo>
                  <a:lnTo>
                    <a:pt x="4484" y="2192"/>
                  </a:lnTo>
                  <a:lnTo>
                    <a:pt x="4468" y="2162"/>
                  </a:lnTo>
                  <a:lnTo>
                    <a:pt x="4459" y="2144"/>
                  </a:lnTo>
                  <a:lnTo>
                    <a:pt x="4450" y="2122"/>
                  </a:lnTo>
                  <a:lnTo>
                    <a:pt x="4430" y="2074"/>
                  </a:lnTo>
                  <a:lnTo>
                    <a:pt x="4165" y="1432"/>
                  </a:lnTo>
                  <a:lnTo>
                    <a:pt x="4165" y="2008"/>
                  </a:lnTo>
                  <a:lnTo>
                    <a:pt x="4164" y="2036"/>
                  </a:lnTo>
                  <a:lnTo>
                    <a:pt x="4164" y="2050"/>
                  </a:lnTo>
                  <a:lnTo>
                    <a:pt x="4163" y="2064"/>
                  </a:lnTo>
                  <a:lnTo>
                    <a:pt x="4160" y="2088"/>
                  </a:lnTo>
                  <a:lnTo>
                    <a:pt x="4157" y="2112"/>
                  </a:lnTo>
                  <a:lnTo>
                    <a:pt x="4155" y="2124"/>
                  </a:lnTo>
                  <a:lnTo>
                    <a:pt x="4152" y="2134"/>
                  </a:lnTo>
                  <a:lnTo>
                    <a:pt x="4147" y="2154"/>
                  </a:lnTo>
                  <a:lnTo>
                    <a:pt x="4140" y="2174"/>
                  </a:lnTo>
                  <a:lnTo>
                    <a:pt x="4137" y="2182"/>
                  </a:lnTo>
                  <a:lnTo>
                    <a:pt x="4133" y="2190"/>
                  </a:lnTo>
                  <a:lnTo>
                    <a:pt x="4129" y="2198"/>
                  </a:lnTo>
                  <a:lnTo>
                    <a:pt x="4125" y="2206"/>
                  </a:lnTo>
                  <a:lnTo>
                    <a:pt x="4115" y="2218"/>
                  </a:lnTo>
                  <a:lnTo>
                    <a:pt x="4105" y="2230"/>
                  </a:lnTo>
                  <a:lnTo>
                    <a:pt x="4100" y="2234"/>
                  </a:lnTo>
                  <a:lnTo>
                    <a:pt x="4095" y="2238"/>
                  </a:lnTo>
                  <a:lnTo>
                    <a:pt x="4083" y="2246"/>
                  </a:lnTo>
                  <a:lnTo>
                    <a:pt x="4071" y="2250"/>
                  </a:lnTo>
                  <a:lnTo>
                    <a:pt x="4064" y="2252"/>
                  </a:lnTo>
                  <a:lnTo>
                    <a:pt x="4057" y="2254"/>
                  </a:lnTo>
                  <a:lnTo>
                    <a:pt x="4043" y="2254"/>
                  </a:lnTo>
                  <a:lnTo>
                    <a:pt x="4029" y="2254"/>
                  </a:lnTo>
                  <a:lnTo>
                    <a:pt x="4022" y="2252"/>
                  </a:lnTo>
                  <a:lnTo>
                    <a:pt x="4015" y="2250"/>
                  </a:lnTo>
                  <a:lnTo>
                    <a:pt x="4003" y="2246"/>
                  </a:lnTo>
                  <a:lnTo>
                    <a:pt x="3991" y="2238"/>
                  </a:lnTo>
                  <a:lnTo>
                    <a:pt x="3985" y="2234"/>
                  </a:lnTo>
                  <a:lnTo>
                    <a:pt x="3980" y="2230"/>
                  </a:lnTo>
                  <a:lnTo>
                    <a:pt x="3970" y="2218"/>
                  </a:lnTo>
                  <a:lnTo>
                    <a:pt x="3960" y="2206"/>
                  </a:lnTo>
                  <a:lnTo>
                    <a:pt x="3956" y="2198"/>
                  </a:lnTo>
                  <a:lnTo>
                    <a:pt x="3952" y="2190"/>
                  </a:lnTo>
                  <a:lnTo>
                    <a:pt x="3948" y="2182"/>
                  </a:lnTo>
                  <a:lnTo>
                    <a:pt x="3944" y="2174"/>
                  </a:lnTo>
                  <a:lnTo>
                    <a:pt x="3938" y="2154"/>
                  </a:lnTo>
                  <a:lnTo>
                    <a:pt x="3933" y="2134"/>
                  </a:lnTo>
                  <a:lnTo>
                    <a:pt x="3930" y="2124"/>
                  </a:lnTo>
                  <a:lnTo>
                    <a:pt x="3928" y="2112"/>
                  </a:lnTo>
                  <a:lnTo>
                    <a:pt x="3925" y="2088"/>
                  </a:lnTo>
                  <a:lnTo>
                    <a:pt x="3922" y="2064"/>
                  </a:lnTo>
                  <a:lnTo>
                    <a:pt x="3921" y="2036"/>
                  </a:lnTo>
                  <a:lnTo>
                    <a:pt x="3920" y="2008"/>
                  </a:lnTo>
                  <a:lnTo>
                    <a:pt x="3920" y="1842"/>
                  </a:lnTo>
                  <a:lnTo>
                    <a:pt x="3930" y="1804"/>
                  </a:lnTo>
                  <a:lnTo>
                    <a:pt x="3940" y="1768"/>
                  </a:lnTo>
                  <a:lnTo>
                    <a:pt x="3945" y="1748"/>
                  </a:lnTo>
                  <a:lnTo>
                    <a:pt x="3949" y="1730"/>
                  </a:lnTo>
                  <a:lnTo>
                    <a:pt x="3958" y="1692"/>
                  </a:lnTo>
                  <a:lnTo>
                    <a:pt x="3965" y="1652"/>
                  </a:lnTo>
                  <a:lnTo>
                    <a:pt x="3973" y="1612"/>
                  </a:lnTo>
                  <a:lnTo>
                    <a:pt x="3979" y="1572"/>
                  </a:lnTo>
                  <a:lnTo>
                    <a:pt x="3985" y="1532"/>
                  </a:lnTo>
                  <a:lnTo>
                    <a:pt x="3991" y="1490"/>
                  </a:lnTo>
                  <a:lnTo>
                    <a:pt x="3995" y="1450"/>
                  </a:lnTo>
                  <a:lnTo>
                    <a:pt x="3999" y="1408"/>
                  </a:lnTo>
                  <a:lnTo>
                    <a:pt x="4003" y="1364"/>
                  </a:lnTo>
                  <a:lnTo>
                    <a:pt x="4005" y="1323"/>
                  </a:lnTo>
                  <a:lnTo>
                    <a:pt x="4007" y="1279"/>
                  </a:lnTo>
                  <a:lnTo>
                    <a:pt x="4008" y="1235"/>
                  </a:lnTo>
                  <a:lnTo>
                    <a:pt x="4009" y="1191"/>
                  </a:lnTo>
                  <a:lnTo>
                    <a:pt x="4008" y="1147"/>
                  </a:lnTo>
                  <a:lnTo>
                    <a:pt x="4007" y="1103"/>
                  </a:lnTo>
                  <a:lnTo>
                    <a:pt x="4005" y="1059"/>
                  </a:lnTo>
                  <a:lnTo>
                    <a:pt x="4003" y="1017"/>
                  </a:lnTo>
                  <a:lnTo>
                    <a:pt x="3999" y="973"/>
                  </a:lnTo>
                  <a:lnTo>
                    <a:pt x="3995" y="931"/>
                  </a:lnTo>
                  <a:lnTo>
                    <a:pt x="3991" y="889"/>
                  </a:lnTo>
                  <a:lnTo>
                    <a:pt x="3985" y="849"/>
                  </a:lnTo>
                  <a:lnTo>
                    <a:pt x="3979" y="809"/>
                  </a:lnTo>
                  <a:lnTo>
                    <a:pt x="3976" y="787"/>
                  </a:lnTo>
                  <a:lnTo>
                    <a:pt x="3973" y="767"/>
                  </a:lnTo>
                  <a:lnTo>
                    <a:pt x="3965" y="729"/>
                  </a:lnTo>
                  <a:lnTo>
                    <a:pt x="3958" y="689"/>
                  </a:lnTo>
                  <a:lnTo>
                    <a:pt x="3949" y="651"/>
                  </a:lnTo>
                  <a:lnTo>
                    <a:pt x="3940" y="613"/>
                  </a:lnTo>
                  <a:lnTo>
                    <a:pt x="3935" y="595"/>
                  </a:lnTo>
                  <a:lnTo>
                    <a:pt x="3930" y="577"/>
                  </a:lnTo>
                  <a:lnTo>
                    <a:pt x="3920" y="539"/>
                  </a:lnTo>
                  <a:lnTo>
                    <a:pt x="3920" y="499"/>
                  </a:lnTo>
                  <a:lnTo>
                    <a:pt x="3921" y="467"/>
                  </a:lnTo>
                  <a:lnTo>
                    <a:pt x="3921" y="453"/>
                  </a:lnTo>
                  <a:lnTo>
                    <a:pt x="3922" y="440"/>
                  </a:lnTo>
                  <a:lnTo>
                    <a:pt x="3925" y="412"/>
                  </a:lnTo>
                  <a:lnTo>
                    <a:pt x="3926" y="400"/>
                  </a:lnTo>
                  <a:lnTo>
                    <a:pt x="3928" y="388"/>
                  </a:lnTo>
                  <a:lnTo>
                    <a:pt x="3933" y="364"/>
                  </a:lnTo>
                  <a:lnTo>
                    <a:pt x="3939" y="344"/>
                  </a:lnTo>
                  <a:lnTo>
                    <a:pt x="3942" y="334"/>
                  </a:lnTo>
                  <a:lnTo>
                    <a:pt x="3946" y="324"/>
                  </a:lnTo>
                  <a:lnTo>
                    <a:pt x="3953" y="308"/>
                  </a:lnTo>
                  <a:lnTo>
                    <a:pt x="3958" y="300"/>
                  </a:lnTo>
                  <a:lnTo>
                    <a:pt x="3962" y="292"/>
                  </a:lnTo>
                  <a:lnTo>
                    <a:pt x="3972" y="280"/>
                  </a:lnTo>
                  <a:lnTo>
                    <a:pt x="3983" y="268"/>
                  </a:lnTo>
                  <a:lnTo>
                    <a:pt x="3989" y="264"/>
                  </a:lnTo>
                  <a:lnTo>
                    <a:pt x="3995" y="260"/>
                  </a:lnTo>
                  <a:lnTo>
                    <a:pt x="4008" y="254"/>
                  </a:lnTo>
                  <a:lnTo>
                    <a:pt x="4023" y="248"/>
                  </a:lnTo>
                  <a:lnTo>
                    <a:pt x="4030" y="246"/>
                  </a:lnTo>
                  <a:lnTo>
                    <a:pt x="4038" y="246"/>
                  </a:lnTo>
                  <a:lnTo>
                    <a:pt x="4054" y="244"/>
                  </a:lnTo>
                  <a:lnTo>
                    <a:pt x="4257" y="244"/>
                  </a:lnTo>
                  <a:lnTo>
                    <a:pt x="4280" y="244"/>
                  </a:lnTo>
                  <a:lnTo>
                    <a:pt x="4302" y="246"/>
                  </a:lnTo>
                  <a:lnTo>
                    <a:pt x="4323" y="246"/>
                  </a:lnTo>
                  <a:lnTo>
                    <a:pt x="4342" y="250"/>
                  </a:lnTo>
                  <a:lnTo>
                    <a:pt x="4361" y="252"/>
                  </a:lnTo>
                  <a:lnTo>
                    <a:pt x="4379" y="256"/>
                  </a:lnTo>
                  <a:lnTo>
                    <a:pt x="4395" y="260"/>
                  </a:lnTo>
                  <a:lnTo>
                    <a:pt x="4411" y="264"/>
                  </a:lnTo>
                  <a:lnTo>
                    <a:pt x="4425" y="270"/>
                  </a:lnTo>
                  <a:lnTo>
                    <a:pt x="4440" y="278"/>
                  </a:lnTo>
                  <a:lnTo>
                    <a:pt x="4453" y="284"/>
                  </a:lnTo>
                  <a:lnTo>
                    <a:pt x="4466" y="294"/>
                  </a:lnTo>
                  <a:lnTo>
                    <a:pt x="4479" y="302"/>
                  </a:lnTo>
                  <a:lnTo>
                    <a:pt x="4491" y="312"/>
                  </a:lnTo>
                  <a:lnTo>
                    <a:pt x="4504" y="324"/>
                  </a:lnTo>
                  <a:lnTo>
                    <a:pt x="4515" y="336"/>
                  </a:lnTo>
                  <a:lnTo>
                    <a:pt x="4524" y="346"/>
                  </a:lnTo>
                  <a:lnTo>
                    <a:pt x="4533" y="358"/>
                  </a:lnTo>
                  <a:lnTo>
                    <a:pt x="4549" y="380"/>
                  </a:lnTo>
                  <a:lnTo>
                    <a:pt x="4564" y="404"/>
                  </a:lnTo>
                  <a:lnTo>
                    <a:pt x="4579" y="430"/>
                  </a:lnTo>
                  <a:lnTo>
                    <a:pt x="4586" y="444"/>
                  </a:lnTo>
                  <a:lnTo>
                    <a:pt x="4592" y="457"/>
                  </a:lnTo>
                  <a:lnTo>
                    <a:pt x="4605" y="487"/>
                  </a:lnTo>
                  <a:lnTo>
                    <a:pt x="4610" y="503"/>
                  </a:lnTo>
                  <a:lnTo>
                    <a:pt x="4616" y="519"/>
                  </a:lnTo>
                  <a:lnTo>
                    <a:pt x="4621" y="535"/>
                  </a:lnTo>
                  <a:lnTo>
                    <a:pt x="4626" y="551"/>
                  </a:lnTo>
                  <a:lnTo>
                    <a:pt x="4631" y="569"/>
                  </a:lnTo>
                  <a:lnTo>
                    <a:pt x="4636" y="585"/>
                  </a:lnTo>
                  <a:lnTo>
                    <a:pt x="4640" y="603"/>
                  </a:lnTo>
                  <a:lnTo>
                    <a:pt x="4644" y="621"/>
                  </a:lnTo>
                  <a:lnTo>
                    <a:pt x="4647" y="639"/>
                  </a:lnTo>
                  <a:lnTo>
                    <a:pt x="4651" y="657"/>
                  </a:lnTo>
                  <a:lnTo>
                    <a:pt x="4654" y="675"/>
                  </a:lnTo>
                  <a:lnTo>
                    <a:pt x="4656" y="695"/>
                  </a:lnTo>
                  <a:lnTo>
                    <a:pt x="4659" y="713"/>
                  </a:lnTo>
                  <a:lnTo>
                    <a:pt x="4661" y="733"/>
                  </a:lnTo>
                  <a:lnTo>
                    <a:pt x="4664" y="771"/>
                  </a:lnTo>
                  <a:lnTo>
                    <a:pt x="4665" y="791"/>
                  </a:lnTo>
                  <a:lnTo>
                    <a:pt x="4666" y="813"/>
                  </a:lnTo>
                  <a:lnTo>
                    <a:pt x="4666" y="833"/>
                  </a:lnTo>
                  <a:lnTo>
                    <a:pt x="4666" y="853"/>
                  </a:lnTo>
                  <a:lnTo>
                    <a:pt x="4666" y="881"/>
                  </a:lnTo>
                  <a:lnTo>
                    <a:pt x="4665" y="909"/>
                  </a:lnTo>
                  <a:lnTo>
                    <a:pt x="4664" y="935"/>
                  </a:lnTo>
                  <a:lnTo>
                    <a:pt x="4663" y="961"/>
                  </a:lnTo>
                  <a:lnTo>
                    <a:pt x="4661" y="987"/>
                  </a:lnTo>
                  <a:lnTo>
                    <a:pt x="4658" y="1011"/>
                  </a:lnTo>
                  <a:lnTo>
                    <a:pt x="4655" y="1035"/>
                  </a:lnTo>
                  <a:lnTo>
                    <a:pt x="4652" y="1059"/>
                  </a:lnTo>
                  <a:lnTo>
                    <a:pt x="4648" y="1081"/>
                  </a:lnTo>
                  <a:lnTo>
                    <a:pt x="4644" y="1101"/>
                  </a:lnTo>
                  <a:lnTo>
                    <a:pt x="4640" y="1123"/>
                  </a:lnTo>
                  <a:lnTo>
                    <a:pt x="4635" y="1143"/>
                  </a:lnTo>
                  <a:lnTo>
                    <a:pt x="4629" y="1161"/>
                  </a:lnTo>
                  <a:lnTo>
                    <a:pt x="4623" y="1181"/>
                  </a:lnTo>
                  <a:lnTo>
                    <a:pt x="4617" y="1197"/>
                  </a:lnTo>
                  <a:lnTo>
                    <a:pt x="4610" y="1215"/>
                  </a:lnTo>
                  <a:lnTo>
                    <a:pt x="4603" y="1231"/>
                  </a:lnTo>
                  <a:lnTo>
                    <a:pt x="4595" y="1247"/>
                  </a:lnTo>
                  <a:lnTo>
                    <a:pt x="4587" y="1261"/>
                  </a:lnTo>
                  <a:lnTo>
                    <a:pt x="4578" y="1275"/>
                  </a:lnTo>
                  <a:lnTo>
                    <a:pt x="4569" y="1289"/>
                  </a:lnTo>
                  <a:lnTo>
                    <a:pt x="4560" y="1303"/>
                  </a:lnTo>
                  <a:lnTo>
                    <a:pt x="4549" y="1315"/>
                  </a:lnTo>
                  <a:lnTo>
                    <a:pt x="4539" y="1327"/>
                  </a:lnTo>
                  <a:lnTo>
                    <a:pt x="4528" y="1337"/>
                  </a:lnTo>
                  <a:lnTo>
                    <a:pt x="4516" y="1349"/>
                  </a:lnTo>
                  <a:lnTo>
                    <a:pt x="4504" y="1358"/>
                  </a:lnTo>
                  <a:lnTo>
                    <a:pt x="4491" y="1366"/>
                  </a:lnTo>
                  <a:lnTo>
                    <a:pt x="4478" y="1374"/>
                  </a:lnTo>
                  <a:lnTo>
                    <a:pt x="4465" y="1382"/>
                  </a:lnTo>
                  <a:lnTo>
                    <a:pt x="4436" y="1396"/>
                  </a:lnTo>
                  <a:lnTo>
                    <a:pt x="4571" y="1700"/>
                  </a:lnTo>
                  <a:lnTo>
                    <a:pt x="4579" y="1722"/>
                  </a:lnTo>
                  <a:lnTo>
                    <a:pt x="4589" y="1744"/>
                  </a:lnTo>
                  <a:lnTo>
                    <a:pt x="4612" y="1792"/>
                  </a:lnTo>
                  <a:lnTo>
                    <a:pt x="4628" y="1828"/>
                  </a:lnTo>
                  <a:lnTo>
                    <a:pt x="4642" y="1862"/>
                  </a:lnTo>
                  <a:lnTo>
                    <a:pt x="4648" y="1878"/>
                  </a:lnTo>
                  <a:lnTo>
                    <a:pt x="4653" y="1892"/>
                  </a:lnTo>
                  <a:lnTo>
                    <a:pt x="4662" y="1920"/>
                  </a:lnTo>
                  <a:close/>
                  <a:moveTo>
                    <a:pt x="4276" y="1091"/>
                  </a:moveTo>
                  <a:lnTo>
                    <a:pt x="4294" y="1089"/>
                  </a:lnTo>
                  <a:lnTo>
                    <a:pt x="4311" y="1087"/>
                  </a:lnTo>
                  <a:lnTo>
                    <a:pt x="4320" y="1085"/>
                  </a:lnTo>
                  <a:lnTo>
                    <a:pt x="4327" y="1081"/>
                  </a:lnTo>
                  <a:lnTo>
                    <a:pt x="4342" y="1075"/>
                  </a:lnTo>
                  <a:lnTo>
                    <a:pt x="4356" y="1067"/>
                  </a:lnTo>
                  <a:lnTo>
                    <a:pt x="4368" y="1057"/>
                  </a:lnTo>
                  <a:lnTo>
                    <a:pt x="4374" y="1051"/>
                  </a:lnTo>
                  <a:lnTo>
                    <a:pt x="4379" y="1045"/>
                  </a:lnTo>
                  <a:lnTo>
                    <a:pt x="4384" y="1039"/>
                  </a:lnTo>
                  <a:lnTo>
                    <a:pt x="4389" y="1033"/>
                  </a:lnTo>
                  <a:lnTo>
                    <a:pt x="4394" y="1025"/>
                  </a:lnTo>
                  <a:lnTo>
                    <a:pt x="4398" y="1017"/>
                  </a:lnTo>
                  <a:lnTo>
                    <a:pt x="4406" y="999"/>
                  </a:lnTo>
                  <a:lnTo>
                    <a:pt x="4412" y="981"/>
                  </a:lnTo>
                  <a:lnTo>
                    <a:pt x="4415" y="971"/>
                  </a:lnTo>
                  <a:lnTo>
                    <a:pt x="4417" y="959"/>
                  </a:lnTo>
                  <a:lnTo>
                    <a:pt x="4420" y="949"/>
                  </a:lnTo>
                  <a:lnTo>
                    <a:pt x="4421" y="937"/>
                  </a:lnTo>
                  <a:lnTo>
                    <a:pt x="4423" y="925"/>
                  </a:lnTo>
                  <a:lnTo>
                    <a:pt x="4424" y="913"/>
                  </a:lnTo>
                  <a:lnTo>
                    <a:pt x="4426" y="887"/>
                  </a:lnTo>
                  <a:lnTo>
                    <a:pt x="4427" y="873"/>
                  </a:lnTo>
                  <a:lnTo>
                    <a:pt x="4427" y="859"/>
                  </a:lnTo>
                  <a:lnTo>
                    <a:pt x="4426" y="835"/>
                  </a:lnTo>
                  <a:lnTo>
                    <a:pt x="4424" y="813"/>
                  </a:lnTo>
                  <a:lnTo>
                    <a:pt x="4422" y="791"/>
                  </a:lnTo>
                  <a:lnTo>
                    <a:pt x="4418" y="773"/>
                  </a:lnTo>
                  <a:lnTo>
                    <a:pt x="4413" y="755"/>
                  </a:lnTo>
                  <a:lnTo>
                    <a:pt x="4406" y="739"/>
                  </a:lnTo>
                  <a:lnTo>
                    <a:pt x="4399" y="723"/>
                  </a:lnTo>
                  <a:lnTo>
                    <a:pt x="4391" y="711"/>
                  </a:lnTo>
                  <a:lnTo>
                    <a:pt x="4381" y="699"/>
                  </a:lnTo>
                  <a:lnTo>
                    <a:pt x="4370" y="689"/>
                  </a:lnTo>
                  <a:lnTo>
                    <a:pt x="4358" y="681"/>
                  </a:lnTo>
                  <a:lnTo>
                    <a:pt x="4346" y="673"/>
                  </a:lnTo>
                  <a:lnTo>
                    <a:pt x="4331" y="669"/>
                  </a:lnTo>
                  <a:lnTo>
                    <a:pt x="4316" y="665"/>
                  </a:lnTo>
                  <a:lnTo>
                    <a:pt x="4300" y="663"/>
                  </a:lnTo>
                  <a:lnTo>
                    <a:pt x="4282" y="661"/>
                  </a:lnTo>
                  <a:lnTo>
                    <a:pt x="4165" y="661"/>
                  </a:lnTo>
                  <a:lnTo>
                    <a:pt x="4165" y="1091"/>
                  </a:lnTo>
                  <a:lnTo>
                    <a:pt x="4276" y="10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00"/>
            </a:p>
          </p:txBody>
        </p:sp>
      </p:grp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B7E675F-CD0B-B380-9D74-9F6A984A5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AB7F0D16-6570-4B11-96A4-FB2417B83C5A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E7AE93F-C253-84DC-4405-57A3849C3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4AE54CC-4485-00F8-6865-9D4B1BB59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141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919D8-4647-F6A6-4F8F-664F998F80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991" y="1412876"/>
            <a:ext cx="4157997" cy="3024238"/>
          </a:xfrm>
        </p:spPr>
        <p:txBody>
          <a:bodyPr anchor="t" anchorCtr="0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thank you message.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2A9CFB3-2DB2-039B-17A5-C50A5777B96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5991" y="4581128"/>
            <a:ext cx="4157997" cy="144026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50"/>
              </a:spcBef>
              <a:buNone/>
              <a:defRPr sz="135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Contact details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5294374-980A-7525-7E71-40EF6F0AF9B3}"/>
              </a:ext>
            </a:extLst>
          </p:cNvPr>
          <p:cNvGrpSpPr>
            <a:grpSpLocks noChangeAspect="1"/>
          </p:cNvGrpSpPr>
          <p:nvPr/>
        </p:nvGrpSpPr>
        <p:grpSpPr>
          <a:xfrm>
            <a:off x="305991" y="576001"/>
            <a:ext cx="847800" cy="437949"/>
            <a:chOff x="2389188" y="1992313"/>
            <a:chExt cx="7424738" cy="2876551"/>
          </a:xfrm>
          <a:solidFill>
            <a:schemeClr val="bg1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C0324067-CF15-5490-4558-F90AFFF0CB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24113" y="4270376"/>
              <a:ext cx="7361238" cy="598488"/>
            </a:xfrm>
            <a:custGeom>
              <a:avLst/>
              <a:gdLst>
                <a:gd name="T0" fmla="*/ 4474 w 4637"/>
                <a:gd name="T1" fmla="*/ 613 h 753"/>
                <a:gd name="T2" fmla="*/ 4500 w 4637"/>
                <a:gd name="T3" fmla="*/ 735 h 753"/>
                <a:gd name="T4" fmla="*/ 4506 w 4637"/>
                <a:gd name="T5" fmla="*/ 214 h 753"/>
                <a:gd name="T6" fmla="*/ 61 w 4637"/>
                <a:gd name="T7" fmla="*/ 747 h 753"/>
                <a:gd name="T8" fmla="*/ 22 w 4637"/>
                <a:gd name="T9" fmla="*/ 20 h 753"/>
                <a:gd name="T10" fmla="*/ 263 w 4637"/>
                <a:gd name="T11" fmla="*/ 487 h 753"/>
                <a:gd name="T12" fmla="*/ 437 w 4637"/>
                <a:gd name="T13" fmla="*/ 699 h 753"/>
                <a:gd name="T14" fmla="*/ 246 w 4637"/>
                <a:gd name="T15" fmla="*/ 601 h 753"/>
                <a:gd name="T16" fmla="*/ 378 w 4637"/>
                <a:gd name="T17" fmla="*/ 212 h 753"/>
                <a:gd name="T18" fmla="*/ 409 w 4637"/>
                <a:gd name="T19" fmla="*/ 315 h 753"/>
                <a:gd name="T20" fmla="*/ 264 w 4637"/>
                <a:gd name="T21" fmla="*/ 399 h 753"/>
                <a:gd name="T22" fmla="*/ 506 w 4637"/>
                <a:gd name="T23" fmla="*/ 232 h 753"/>
                <a:gd name="T24" fmla="*/ 657 w 4637"/>
                <a:gd name="T25" fmla="*/ 220 h 753"/>
                <a:gd name="T26" fmla="*/ 657 w 4637"/>
                <a:gd name="T27" fmla="*/ 737 h 753"/>
                <a:gd name="T28" fmla="*/ 768 w 4637"/>
                <a:gd name="T29" fmla="*/ 14 h 753"/>
                <a:gd name="T30" fmla="*/ 918 w 4637"/>
                <a:gd name="T31" fmla="*/ 711 h 753"/>
                <a:gd name="T32" fmla="*/ 837 w 4637"/>
                <a:gd name="T33" fmla="*/ 415 h 753"/>
                <a:gd name="T34" fmla="*/ 973 w 4637"/>
                <a:gd name="T35" fmla="*/ 216 h 753"/>
                <a:gd name="T36" fmla="*/ 838 w 4637"/>
                <a:gd name="T37" fmla="*/ 325 h 753"/>
                <a:gd name="T38" fmla="*/ 982 w 4637"/>
                <a:gd name="T39" fmla="*/ 659 h 753"/>
                <a:gd name="T40" fmla="*/ 1245 w 4637"/>
                <a:gd name="T41" fmla="*/ 729 h 753"/>
                <a:gd name="T42" fmla="*/ 1265 w 4637"/>
                <a:gd name="T43" fmla="*/ 210 h 753"/>
                <a:gd name="T44" fmla="*/ 1267 w 4637"/>
                <a:gd name="T45" fmla="*/ 250 h 753"/>
                <a:gd name="T46" fmla="*/ 1276 w 4637"/>
                <a:gd name="T47" fmla="*/ 711 h 753"/>
                <a:gd name="T48" fmla="*/ 1456 w 4637"/>
                <a:gd name="T49" fmla="*/ 6 h 753"/>
                <a:gd name="T50" fmla="*/ 1617 w 4637"/>
                <a:gd name="T51" fmla="*/ 675 h 753"/>
                <a:gd name="T52" fmla="*/ 1700 w 4637"/>
                <a:gd name="T53" fmla="*/ 751 h 753"/>
                <a:gd name="T54" fmla="*/ 1581 w 4637"/>
                <a:gd name="T55" fmla="*/ 315 h 753"/>
                <a:gd name="T56" fmla="*/ 1767 w 4637"/>
                <a:gd name="T57" fmla="*/ 365 h 753"/>
                <a:gd name="T58" fmla="*/ 1681 w 4637"/>
                <a:gd name="T59" fmla="*/ 242 h 753"/>
                <a:gd name="T60" fmla="*/ 2012 w 4637"/>
                <a:gd name="T61" fmla="*/ 731 h 753"/>
                <a:gd name="T62" fmla="*/ 1849 w 4637"/>
                <a:gd name="T63" fmla="*/ 591 h 753"/>
                <a:gd name="T64" fmla="*/ 1999 w 4637"/>
                <a:gd name="T65" fmla="*/ 276 h 753"/>
                <a:gd name="T66" fmla="*/ 1926 w 4637"/>
                <a:gd name="T67" fmla="*/ 204 h 753"/>
                <a:gd name="T68" fmla="*/ 2031 w 4637"/>
                <a:gd name="T69" fmla="*/ 741 h 753"/>
                <a:gd name="T70" fmla="*/ 1881 w 4637"/>
                <a:gd name="T71" fmla="*/ 671 h 753"/>
                <a:gd name="T72" fmla="*/ 2299 w 4637"/>
                <a:gd name="T73" fmla="*/ 355 h 753"/>
                <a:gd name="T74" fmla="*/ 2139 w 4637"/>
                <a:gd name="T75" fmla="*/ 747 h 753"/>
                <a:gd name="T76" fmla="*/ 2224 w 4637"/>
                <a:gd name="T77" fmla="*/ 204 h 753"/>
                <a:gd name="T78" fmla="*/ 2652 w 4637"/>
                <a:gd name="T79" fmla="*/ 753 h 753"/>
                <a:gd name="T80" fmla="*/ 2541 w 4637"/>
                <a:gd name="T81" fmla="*/ 208 h 753"/>
                <a:gd name="T82" fmla="*/ 2681 w 4637"/>
                <a:gd name="T83" fmla="*/ 248 h 753"/>
                <a:gd name="T84" fmla="*/ 2937 w 4637"/>
                <a:gd name="T85" fmla="*/ 751 h 753"/>
                <a:gd name="T86" fmla="*/ 2789 w 4637"/>
                <a:gd name="T87" fmla="*/ 737 h 753"/>
                <a:gd name="T88" fmla="*/ 2882 w 4637"/>
                <a:gd name="T89" fmla="*/ 206 h 753"/>
                <a:gd name="T90" fmla="*/ 3232 w 4637"/>
                <a:gd name="T91" fmla="*/ 487 h 753"/>
                <a:gd name="T92" fmla="*/ 3235 w 4637"/>
                <a:gd name="T93" fmla="*/ 697 h 753"/>
                <a:gd name="T94" fmla="*/ 3046 w 4637"/>
                <a:gd name="T95" fmla="*/ 615 h 753"/>
                <a:gd name="T96" fmla="*/ 3166 w 4637"/>
                <a:gd name="T97" fmla="*/ 206 h 753"/>
                <a:gd name="T98" fmla="*/ 3210 w 4637"/>
                <a:gd name="T99" fmla="*/ 321 h 753"/>
                <a:gd name="T100" fmla="*/ 3064 w 4637"/>
                <a:gd name="T101" fmla="*/ 379 h 753"/>
                <a:gd name="T102" fmla="*/ 3618 w 4637"/>
                <a:gd name="T103" fmla="*/ 305 h 753"/>
                <a:gd name="T104" fmla="*/ 3458 w 4637"/>
                <a:gd name="T105" fmla="*/ 208 h 753"/>
                <a:gd name="T106" fmla="*/ 3634 w 4637"/>
                <a:gd name="T107" fmla="*/ 282 h 753"/>
                <a:gd name="T108" fmla="*/ 3781 w 4637"/>
                <a:gd name="T109" fmla="*/ 232 h 753"/>
                <a:gd name="T110" fmla="*/ 3859 w 4637"/>
                <a:gd name="T111" fmla="*/ 319 h 753"/>
                <a:gd name="T112" fmla="*/ 4039 w 4637"/>
                <a:gd name="T113" fmla="*/ 290 h 753"/>
                <a:gd name="T114" fmla="*/ 3965 w 4637"/>
                <a:gd name="T115" fmla="*/ 753 h 753"/>
                <a:gd name="T116" fmla="*/ 3901 w 4637"/>
                <a:gd name="T117" fmla="*/ 272 h 753"/>
                <a:gd name="T118" fmla="*/ 3919 w 4637"/>
                <a:gd name="T119" fmla="*/ 703 h 753"/>
                <a:gd name="T120" fmla="*/ 4206 w 4637"/>
                <a:gd name="T121" fmla="*/ 250 h 753"/>
                <a:gd name="T122" fmla="*/ 4166 w 4637"/>
                <a:gd name="T123" fmla="*/ 216 h 753"/>
                <a:gd name="T124" fmla="*/ 4339 w 4637"/>
                <a:gd name="T125" fmla="*/ 753 h 7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37" h="753">
                  <a:moveTo>
                    <a:pt x="4615" y="254"/>
                  </a:moveTo>
                  <a:lnTo>
                    <a:pt x="4599" y="250"/>
                  </a:lnTo>
                  <a:lnTo>
                    <a:pt x="4580" y="246"/>
                  </a:lnTo>
                  <a:lnTo>
                    <a:pt x="4561" y="242"/>
                  </a:lnTo>
                  <a:lnTo>
                    <a:pt x="4545" y="242"/>
                  </a:lnTo>
                  <a:lnTo>
                    <a:pt x="4535" y="242"/>
                  </a:lnTo>
                  <a:lnTo>
                    <a:pt x="4526" y="244"/>
                  </a:lnTo>
                  <a:lnTo>
                    <a:pt x="4517" y="248"/>
                  </a:lnTo>
                  <a:lnTo>
                    <a:pt x="4509" y="254"/>
                  </a:lnTo>
                  <a:lnTo>
                    <a:pt x="4503" y="262"/>
                  </a:lnTo>
                  <a:lnTo>
                    <a:pt x="4496" y="270"/>
                  </a:lnTo>
                  <a:lnTo>
                    <a:pt x="4493" y="276"/>
                  </a:lnTo>
                  <a:lnTo>
                    <a:pt x="4491" y="280"/>
                  </a:lnTo>
                  <a:lnTo>
                    <a:pt x="4488" y="286"/>
                  </a:lnTo>
                  <a:lnTo>
                    <a:pt x="4486" y="292"/>
                  </a:lnTo>
                  <a:lnTo>
                    <a:pt x="4482" y="305"/>
                  </a:lnTo>
                  <a:lnTo>
                    <a:pt x="4477" y="319"/>
                  </a:lnTo>
                  <a:lnTo>
                    <a:pt x="4474" y="337"/>
                  </a:lnTo>
                  <a:lnTo>
                    <a:pt x="4471" y="355"/>
                  </a:lnTo>
                  <a:lnTo>
                    <a:pt x="4470" y="375"/>
                  </a:lnTo>
                  <a:lnTo>
                    <a:pt x="4468" y="395"/>
                  </a:lnTo>
                  <a:lnTo>
                    <a:pt x="4468" y="417"/>
                  </a:lnTo>
                  <a:lnTo>
                    <a:pt x="4467" y="443"/>
                  </a:lnTo>
                  <a:lnTo>
                    <a:pt x="4467" y="509"/>
                  </a:lnTo>
                  <a:lnTo>
                    <a:pt x="4468" y="533"/>
                  </a:lnTo>
                  <a:lnTo>
                    <a:pt x="4468" y="555"/>
                  </a:lnTo>
                  <a:lnTo>
                    <a:pt x="4470" y="575"/>
                  </a:lnTo>
                  <a:lnTo>
                    <a:pt x="4471" y="595"/>
                  </a:lnTo>
                  <a:lnTo>
                    <a:pt x="4474" y="613"/>
                  </a:lnTo>
                  <a:lnTo>
                    <a:pt x="4477" y="631"/>
                  </a:lnTo>
                  <a:lnTo>
                    <a:pt x="4480" y="647"/>
                  </a:lnTo>
                  <a:lnTo>
                    <a:pt x="4485" y="659"/>
                  </a:lnTo>
                  <a:lnTo>
                    <a:pt x="4490" y="673"/>
                  </a:lnTo>
                  <a:lnTo>
                    <a:pt x="4496" y="683"/>
                  </a:lnTo>
                  <a:lnTo>
                    <a:pt x="4502" y="693"/>
                  </a:lnTo>
                  <a:lnTo>
                    <a:pt x="4505" y="697"/>
                  </a:lnTo>
                  <a:lnTo>
                    <a:pt x="4509" y="701"/>
                  </a:lnTo>
                  <a:lnTo>
                    <a:pt x="4513" y="703"/>
                  </a:lnTo>
                  <a:lnTo>
                    <a:pt x="4517" y="707"/>
                  </a:lnTo>
                  <a:lnTo>
                    <a:pt x="4525" y="711"/>
                  </a:lnTo>
                  <a:lnTo>
                    <a:pt x="4535" y="713"/>
                  </a:lnTo>
                  <a:lnTo>
                    <a:pt x="4545" y="713"/>
                  </a:lnTo>
                  <a:lnTo>
                    <a:pt x="4563" y="713"/>
                  </a:lnTo>
                  <a:lnTo>
                    <a:pt x="4582" y="709"/>
                  </a:lnTo>
                  <a:lnTo>
                    <a:pt x="4600" y="705"/>
                  </a:lnTo>
                  <a:lnTo>
                    <a:pt x="4615" y="701"/>
                  </a:lnTo>
                  <a:lnTo>
                    <a:pt x="4615" y="254"/>
                  </a:lnTo>
                  <a:close/>
                  <a:moveTo>
                    <a:pt x="4629" y="735"/>
                  </a:moveTo>
                  <a:lnTo>
                    <a:pt x="4611" y="741"/>
                  </a:lnTo>
                  <a:lnTo>
                    <a:pt x="4600" y="745"/>
                  </a:lnTo>
                  <a:lnTo>
                    <a:pt x="4590" y="747"/>
                  </a:lnTo>
                  <a:lnTo>
                    <a:pt x="4567" y="751"/>
                  </a:lnTo>
                  <a:lnTo>
                    <a:pt x="4545" y="753"/>
                  </a:lnTo>
                  <a:lnTo>
                    <a:pt x="4532" y="753"/>
                  </a:lnTo>
                  <a:lnTo>
                    <a:pt x="4521" y="749"/>
                  </a:lnTo>
                  <a:lnTo>
                    <a:pt x="4510" y="743"/>
                  </a:lnTo>
                  <a:lnTo>
                    <a:pt x="4505" y="739"/>
                  </a:lnTo>
                  <a:lnTo>
                    <a:pt x="4500" y="735"/>
                  </a:lnTo>
                  <a:lnTo>
                    <a:pt x="4491" y="725"/>
                  </a:lnTo>
                  <a:lnTo>
                    <a:pt x="4483" y="715"/>
                  </a:lnTo>
                  <a:lnTo>
                    <a:pt x="4478" y="707"/>
                  </a:lnTo>
                  <a:lnTo>
                    <a:pt x="4475" y="701"/>
                  </a:lnTo>
                  <a:lnTo>
                    <a:pt x="4468" y="685"/>
                  </a:lnTo>
                  <a:lnTo>
                    <a:pt x="4463" y="669"/>
                  </a:lnTo>
                  <a:lnTo>
                    <a:pt x="4458" y="649"/>
                  </a:lnTo>
                  <a:lnTo>
                    <a:pt x="4454" y="629"/>
                  </a:lnTo>
                  <a:lnTo>
                    <a:pt x="4451" y="607"/>
                  </a:lnTo>
                  <a:lnTo>
                    <a:pt x="4448" y="585"/>
                  </a:lnTo>
                  <a:lnTo>
                    <a:pt x="4447" y="561"/>
                  </a:lnTo>
                  <a:lnTo>
                    <a:pt x="4445" y="535"/>
                  </a:lnTo>
                  <a:lnTo>
                    <a:pt x="4445" y="509"/>
                  </a:lnTo>
                  <a:lnTo>
                    <a:pt x="4445" y="443"/>
                  </a:lnTo>
                  <a:lnTo>
                    <a:pt x="4446" y="413"/>
                  </a:lnTo>
                  <a:lnTo>
                    <a:pt x="4447" y="387"/>
                  </a:lnTo>
                  <a:lnTo>
                    <a:pt x="4449" y="361"/>
                  </a:lnTo>
                  <a:lnTo>
                    <a:pt x="4451" y="337"/>
                  </a:lnTo>
                  <a:lnTo>
                    <a:pt x="4455" y="315"/>
                  </a:lnTo>
                  <a:lnTo>
                    <a:pt x="4459" y="298"/>
                  </a:lnTo>
                  <a:lnTo>
                    <a:pt x="4464" y="280"/>
                  </a:lnTo>
                  <a:lnTo>
                    <a:pt x="4470" y="264"/>
                  </a:lnTo>
                  <a:lnTo>
                    <a:pt x="4473" y="256"/>
                  </a:lnTo>
                  <a:lnTo>
                    <a:pt x="4476" y="248"/>
                  </a:lnTo>
                  <a:lnTo>
                    <a:pt x="4485" y="236"/>
                  </a:lnTo>
                  <a:lnTo>
                    <a:pt x="4489" y="232"/>
                  </a:lnTo>
                  <a:lnTo>
                    <a:pt x="4493" y="226"/>
                  </a:lnTo>
                  <a:lnTo>
                    <a:pt x="4502" y="218"/>
                  </a:lnTo>
                  <a:lnTo>
                    <a:pt x="4506" y="214"/>
                  </a:lnTo>
                  <a:lnTo>
                    <a:pt x="4511" y="212"/>
                  </a:lnTo>
                  <a:lnTo>
                    <a:pt x="4522" y="206"/>
                  </a:lnTo>
                  <a:lnTo>
                    <a:pt x="4527" y="204"/>
                  </a:lnTo>
                  <a:lnTo>
                    <a:pt x="4533" y="204"/>
                  </a:lnTo>
                  <a:lnTo>
                    <a:pt x="4545" y="202"/>
                  </a:lnTo>
                  <a:lnTo>
                    <a:pt x="4561" y="204"/>
                  </a:lnTo>
                  <a:lnTo>
                    <a:pt x="4580" y="206"/>
                  </a:lnTo>
                  <a:lnTo>
                    <a:pt x="4598" y="212"/>
                  </a:lnTo>
                  <a:lnTo>
                    <a:pt x="4615" y="218"/>
                  </a:lnTo>
                  <a:lnTo>
                    <a:pt x="4615" y="20"/>
                  </a:lnTo>
                  <a:lnTo>
                    <a:pt x="4615" y="16"/>
                  </a:lnTo>
                  <a:lnTo>
                    <a:pt x="4615" y="12"/>
                  </a:lnTo>
                  <a:lnTo>
                    <a:pt x="4617" y="6"/>
                  </a:lnTo>
                  <a:lnTo>
                    <a:pt x="4618" y="4"/>
                  </a:lnTo>
                  <a:lnTo>
                    <a:pt x="4620" y="2"/>
                  </a:lnTo>
                  <a:lnTo>
                    <a:pt x="4623" y="0"/>
                  </a:lnTo>
                  <a:lnTo>
                    <a:pt x="4628" y="0"/>
                  </a:lnTo>
                  <a:lnTo>
                    <a:pt x="4632" y="2"/>
                  </a:lnTo>
                  <a:lnTo>
                    <a:pt x="4635" y="6"/>
                  </a:lnTo>
                  <a:lnTo>
                    <a:pt x="4636" y="12"/>
                  </a:lnTo>
                  <a:lnTo>
                    <a:pt x="4637" y="20"/>
                  </a:lnTo>
                  <a:lnTo>
                    <a:pt x="4637" y="715"/>
                  </a:lnTo>
                  <a:lnTo>
                    <a:pt x="4637" y="723"/>
                  </a:lnTo>
                  <a:lnTo>
                    <a:pt x="4636" y="725"/>
                  </a:lnTo>
                  <a:lnTo>
                    <a:pt x="4635" y="727"/>
                  </a:lnTo>
                  <a:lnTo>
                    <a:pt x="4633" y="731"/>
                  </a:lnTo>
                  <a:lnTo>
                    <a:pt x="4629" y="735"/>
                  </a:lnTo>
                  <a:close/>
                  <a:moveTo>
                    <a:pt x="177" y="747"/>
                  </a:moveTo>
                  <a:lnTo>
                    <a:pt x="61" y="747"/>
                  </a:lnTo>
                  <a:lnTo>
                    <a:pt x="54" y="747"/>
                  </a:lnTo>
                  <a:lnTo>
                    <a:pt x="48" y="745"/>
                  </a:lnTo>
                  <a:lnTo>
                    <a:pt x="41" y="745"/>
                  </a:lnTo>
                  <a:lnTo>
                    <a:pt x="36" y="741"/>
                  </a:lnTo>
                  <a:lnTo>
                    <a:pt x="30" y="739"/>
                  </a:lnTo>
                  <a:lnTo>
                    <a:pt x="28" y="737"/>
                  </a:lnTo>
                  <a:lnTo>
                    <a:pt x="25" y="733"/>
                  </a:lnTo>
                  <a:lnTo>
                    <a:pt x="21" y="729"/>
                  </a:lnTo>
                  <a:lnTo>
                    <a:pt x="16" y="723"/>
                  </a:lnTo>
                  <a:lnTo>
                    <a:pt x="13" y="715"/>
                  </a:lnTo>
                  <a:lnTo>
                    <a:pt x="9" y="707"/>
                  </a:lnTo>
                  <a:lnTo>
                    <a:pt x="7" y="699"/>
                  </a:lnTo>
                  <a:lnTo>
                    <a:pt x="4" y="687"/>
                  </a:lnTo>
                  <a:lnTo>
                    <a:pt x="3" y="677"/>
                  </a:lnTo>
                  <a:lnTo>
                    <a:pt x="1" y="663"/>
                  </a:lnTo>
                  <a:lnTo>
                    <a:pt x="1" y="649"/>
                  </a:lnTo>
                  <a:lnTo>
                    <a:pt x="0" y="635"/>
                  </a:lnTo>
                  <a:lnTo>
                    <a:pt x="0" y="20"/>
                  </a:lnTo>
                  <a:lnTo>
                    <a:pt x="0" y="16"/>
                  </a:lnTo>
                  <a:lnTo>
                    <a:pt x="1" y="12"/>
                  </a:lnTo>
                  <a:lnTo>
                    <a:pt x="3" y="6"/>
                  </a:lnTo>
                  <a:lnTo>
                    <a:pt x="4" y="4"/>
                  </a:lnTo>
                  <a:lnTo>
                    <a:pt x="5" y="2"/>
                  </a:lnTo>
                  <a:lnTo>
                    <a:pt x="9" y="0"/>
                  </a:lnTo>
                  <a:lnTo>
                    <a:pt x="14" y="0"/>
                  </a:lnTo>
                  <a:lnTo>
                    <a:pt x="17" y="2"/>
                  </a:lnTo>
                  <a:lnTo>
                    <a:pt x="20" y="6"/>
                  </a:lnTo>
                  <a:lnTo>
                    <a:pt x="22" y="12"/>
                  </a:lnTo>
                  <a:lnTo>
                    <a:pt x="22" y="20"/>
                  </a:lnTo>
                  <a:lnTo>
                    <a:pt x="22" y="635"/>
                  </a:lnTo>
                  <a:lnTo>
                    <a:pt x="23" y="645"/>
                  </a:lnTo>
                  <a:lnTo>
                    <a:pt x="23" y="655"/>
                  </a:lnTo>
                  <a:lnTo>
                    <a:pt x="24" y="665"/>
                  </a:lnTo>
                  <a:lnTo>
                    <a:pt x="25" y="671"/>
                  </a:lnTo>
                  <a:lnTo>
                    <a:pt x="27" y="679"/>
                  </a:lnTo>
                  <a:lnTo>
                    <a:pt x="28" y="685"/>
                  </a:lnTo>
                  <a:lnTo>
                    <a:pt x="30" y="689"/>
                  </a:lnTo>
                  <a:lnTo>
                    <a:pt x="33" y="693"/>
                  </a:lnTo>
                  <a:lnTo>
                    <a:pt x="35" y="697"/>
                  </a:lnTo>
                  <a:lnTo>
                    <a:pt x="38" y="699"/>
                  </a:lnTo>
                  <a:lnTo>
                    <a:pt x="45" y="703"/>
                  </a:lnTo>
                  <a:lnTo>
                    <a:pt x="53" y="705"/>
                  </a:lnTo>
                  <a:lnTo>
                    <a:pt x="61" y="705"/>
                  </a:lnTo>
                  <a:lnTo>
                    <a:pt x="177" y="705"/>
                  </a:lnTo>
                  <a:lnTo>
                    <a:pt x="181" y="707"/>
                  </a:lnTo>
                  <a:lnTo>
                    <a:pt x="182" y="709"/>
                  </a:lnTo>
                  <a:lnTo>
                    <a:pt x="184" y="711"/>
                  </a:lnTo>
                  <a:lnTo>
                    <a:pt x="186" y="715"/>
                  </a:lnTo>
                  <a:lnTo>
                    <a:pt x="186" y="719"/>
                  </a:lnTo>
                  <a:lnTo>
                    <a:pt x="187" y="723"/>
                  </a:lnTo>
                  <a:lnTo>
                    <a:pt x="187" y="731"/>
                  </a:lnTo>
                  <a:lnTo>
                    <a:pt x="186" y="733"/>
                  </a:lnTo>
                  <a:lnTo>
                    <a:pt x="186" y="737"/>
                  </a:lnTo>
                  <a:lnTo>
                    <a:pt x="184" y="743"/>
                  </a:lnTo>
                  <a:lnTo>
                    <a:pt x="181" y="745"/>
                  </a:lnTo>
                  <a:lnTo>
                    <a:pt x="177" y="747"/>
                  </a:lnTo>
                  <a:close/>
                  <a:moveTo>
                    <a:pt x="433" y="487"/>
                  </a:moveTo>
                  <a:lnTo>
                    <a:pt x="263" y="487"/>
                  </a:lnTo>
                  <a:lnTo>
                    <a:pt x="263" y="509"/>
                  </a:lnTo>
                  <a:lnTo>
                    <a:pt x="263" y="539"/>
                  </a:lnTo>
                  <a:lnTo>
                    <a:pt x="264" y="553"/>
                  </a:lnTo>
                  <a:lnTo>
                    <a:pt x="265" y="565"/>
                  </a:lnTo>
                  <a:lnTo>
                    <a:pt x="266" y="579"/>
                  </a:lnTo>
                  <a:lnTo>
                    <a:pt x="267" y="591"/>
                  </a:lnTo>
                  <a:lnTo>
                    <a:pt x="270" y="613"/>
                  </a:lnTo>
                  <a:lnTo>
                    <a:pt x="274" y="631"/>
                  </a:lnTo>
                  <a:lnTo>
                    <a:pt x="279" y="647"/>
                  </a:lnTo>
                  <a:lnTo>
                    <a:pt x="284" y="663"/>
                  </a:lnTo>
                  <a:lnTo>
                    <a:pt x="287" y="669"/>
                  </a:lnTo>
                  <a:lnTo>
                    <a:pt x="290" y="675"/>
                  </a:lnTo>
                  <a:lnTo>
                    <a:pt x="293" y="681"/>
                  </a:lnTo>
                  <a:lnTo>
                    <a:pt x="296" y="685"/>
                  </a:lnTo>
                  <a:lnTo>
                    <a:pt x="303" y="693"/>
                  </a:lnTo>
                  <a:lnTo>
                    <a:pt x="311" y="701"/>
                  </a:lnTo>
                  <a:lnTo>
                    <a:pt x="319" y="705"/>
                  </a:lnTo>
                  <a:lnTo>
                    <a:pt x="327" y="709"/>
                  </a:lnTo>
                  <a:lnTo>
                    <a:pt x="336" y="713"/>
                  </a:lnTo>
                  <a:lnTo>
                    <a:pt x="345" y="713"/>
                  </a:lnTo>
                  <a:lnTo>
                    <a:pt x="354" y="713"/>
                  </a:lnTo>
                  <a:lnTo>
                    <a:pt x="372" y="713"/>
                  </a:lnTo>
                  <a:lnTo>
                    <a:pt x="390" y="709"/>
                  </a:lnTo>
                  <a:lnTo>
                    <a:pt x="410" y="703"/>
                  </a:lnTo>
                  <a:lnTo>
                    <a:pt x="429" y="697"/>
                  </a:lnTo>
                  <a:lnTo>
                    <a:pt x="431" y="697"/>
                  </a:lnTo>
                  <a:lnTo>
                    <a:pt x="432" y="697"/>
                  </a:lnTo>
                  <a:lnTo>
                    <a:pt x="436" y="697"/>
                  </a:lnTo>
                  <a:lnTo>
                    <a:pt x="437" y="699"/>
                  </a:lnTo>
                  <a:lnTo>
                    <a:pt x="438" y="703"/>
                  </a:lnTo>
                  <a:lnTo>
                    <a:pt x="439" y="705"/>
                  </a:lnTo>
                  <a:lnTo>
                    <a:pt x="439" y="709"/>
                  </a:lnTo>
                  <a:lnTo>
                    <a:pt x="439" y="721"/>
                  </a:lnTo>
                  <a:lnTo>
                    <a:pt x="438" y="725"/>
                  </a:lnTo>
                  <a:lnTo>
                    <a:pt x="437" y="729"/>
                  </a:lnTo>
                  <a:lnTo>
                    <a:pt x="436" y="731"/>
                  </a:lnTo>
                  <a:lnTo>
                    <a:pt x="434" y="733"/>
                  </a:lnTo>
                  <a:lnTo>
                    <a:pt x="430" y="737"/>
                  </a:lnTo>
                  <a:lnTo>
                    <a:pt x="411" y="743"/>
                  </a:lnTo>
                  <a:lnTo>
                    <a:pt x="391" y="749"/>
                  </a:lnTo>
                  <a:lnTo>
                    <a:pt x="372" y="751"/>
                  </a:lnTo>
                  <a:lnTo>
                    <a:pt x="354" y="753"/>
                  </a:lnTo>
                  <a:lnTo>
                    <a:pt x="343" y="753"/>
                  </a:lnTo>
                  <a:lnTo>
                    <a:pt x="331" y="751"/>
                  </a:lnTo>
                  <a:lnTo>
                    <a:pt x="320" y="747"/>
                  </a:lnTo>
                  <a:lnTo>
                    <a:pt x="310" y="741"/>
                  </a:lnTo>
                  <a:lnTo>
                    <a:pt x="300" y="735"/>
                  </a:lnTo>
                  <a:lnTo>
                    <a:pt x="295" y="731"/>
                  </a:lnTo>
                  <a:lnTo>
                    <a:pt x="291" y="727"/>
                  </a:lnTo>
                  <a:lnTo>
                    <a:pt x="282" y="715"/>
                  </a:lnTo>
                  <a:lnTo>
                    <a:pt x="274" y="703"/>
                  </a:lnTo>
                  <a:lnTo>
                    <a:pt x="270" y="695"/>
                  </a:lnTo>
                  <a:lnTo>
                    <a:pt x="267" y="687"/>
                  </a:lnTo>
                  <a:lnTo>
                    <a:pt x="260" y="669"/>
                  </a:lnTo>
                  <a:lnTo>
                    <a:pt x="255" y="649"/>
                  </a:lnTo>
                  <a:lnTo>
                    <a:pt x="250" y="627"/>
                  </a:lnTo>
                  <a:lnTo>
                    <a:pt x="248" y="615"/>
                  </a:lnTo>
                  <a:lnTo>
                    <a:pt x="246" y="601"/>
                  </a:lnTo>
                  <a:lnTo>
                    <a:pt x="243" y="573"/>
                  </a:lnTo>
                  <a:lnTo>
                    <a:pt x="241" y="543"/>
                  </a:lnTo>
                  <a:lnTo>
                    <a:pt x="241" y="527"/>
                  </a:lnTo>
                  <a:lnTo>
                    <a:pt x="241" y="509"/>
                  </a:lnTo>
                  <a:lnTo>
                    <a:pt x="241" y="443"/>
                  </a:lnTo>
                  <a:lnTo>
                    <a:pt x="241" y="417"/>
                  </a:lnTo>
                  <a:lnTo>
                    <a:pt x="242" y="391"/>
                  </a:lnTo>
                  <a:lnTo>
                    <a:pt x="245" y="369"/>
                  </a:lnTo>
                  <a:lnTo>
                    <a:pt x="247" y="345"/>
                  </a:lnTo>
                  <a:lnTo>
                    <a:pt x="249" y="335"/>
                  </a:lnTo>
                  <a:lnTo>
                    <a:pt x="251" y="325"/>
                  </a:lnTo>
                  <a:lnTo>
                    <a:pt x="253" y="315"/>
                  </a:lnTo>
                  <a:lnTo>
                    <a:pt x="255" y="305"/>
                  </a:lnTo>
                  <a:lnTo>
                    <a:pt x="258" y="296"/>
                  </a:lnTo>
                  <a:lnTo>
                    <a:pt x="261" y="288"/>
                  </a:lnTo>
                  <a:lnTo>
                    <a:pt x="267" y="270"/>
                  </a:lnTo>
                  <a:lnTo>
                    <a:pt x="274" y="256"/>
                  </a:lnTo>
                  <a:lnTo>
                    <a:pt x="281" y="242"/>
                  </a:lnTo>
                  <a:lnTo>
                    <a:pt x="289" y="230"/>
                  </a:lnTo>
                  <a:lnTo>
                    <a:pt x="299" y="220"/>
                  </a:lnTo>
                  <a:lnTo>
                    <a:pt x="308" y="212"/>
                  </a:lnTo>
                  <a:lnTo>
                    <a:pt x="319" y="208"/>
                  </a:lnTo>
                  <a:lnTo>
                    <a:pt x="330" y="204"/>
                  </a:lnTo>
                  <a:lnTo>
                    <a:pt x="336" y="202"/>
                  </a:lnTo>
                  <a:lnTo>
                    <a:pt x="343" y="202"/>
                  </a:lnTo>
                  <a:lnTo>
                    <a:pt x="355" y="204"/>
                  </a:lnTo>
                  <a:lnTo>
                    <a:pt x="361" y="204"/>
                  </a:lnTo>
                  <a:lnTo>
                    <a:pt x="367" y="206"/>
                  </a:lnTo>
                  <a:lnTo>
                    <a:pt x="378" y="212"/>
                  </a:lnTo>
                  <a:lnTo>
                    <a:pt x="383" y="216"/>
                  </a:lnTo>
                  <a:lnTo>
                    <a:pt x="387" y="220"/>
                  </a:lnTo>
                  <a:lnTo>
                    <a:pt x="397" y="230"/>
                  </a:lnTo>
                  <a:lnTo>
                    <a:pt x="405" y="240"/>
                  </a:lnTo>
                  <a:lnTo>
                    <a:pt x="412" y="254"/>
                  </a:lnTo>
                  <a:lnTo>
                    <a:pt x="416" y="260"/>
                  </a:lnTo>
                  <a:lnTo>
                    <a:pt x="419" y="268"/>
                  </a:lnTo>
                  <a:lnTo>
                    <a:pt x="424" y="286"/>
                  </a:lnTo>
                  <a:lnTo>
                    <a:pt x="429" y="303"/>
                  </a:lnTo>
                  <a:lnTo>
                    <a:pt x="433" y="323"/>
                  </a:lnTo>
                  <a:lnTo>
                    <a:pt x="437" y="343"/>
                  </a:lnTo>
                  <a:lnTo>
                    <a:pt x="439" y="365"/>
                  </a:lnTo>
                  <a:lnTo>
                    <a:pt x="441" y="389"/>
                  </a:lnTo>
                  <a:lnTo>
                    <a:pt x="442" y="415"/>
                  </a:lnTo>
                  <a:lnTo>
                    <a:pt x="443" y="441"/>
                  </a:lnTo>
                  <a:lnTo>
                    <a:pt x="443" y="469"/>
                  </a:lnTo>
                  <a:lnTo>
                    <a:pt x="443" y="473"/>
                  </a:lnTo>
                  <a:lnTo>
                    <a:pt x="442" y="475"/>
                  </a:lnTo>
                  <a:lnTo>
                    <a:pt x="440" y="483"/>
                  </a:lnTo>
                  <a:lnTo>
                    <a:pt x="437" y="487"/>
                  </a:lnTo>
                  <a:lnTo>
                    <a:pt x="433" y="487"/>
                  </a:lnTo>
                  <a:close/>
                  <a:moveTo>
                    <a:pt x="421" y="441"/>
                  </a:moveTo>
                  <a:lnTo>
                    <a:pt x="420" y="417"/>
                  </a:lnTo>
                  <a:lnTo>
                    <a:pt x="420" y="397"/>
                  </a:lnTo>
                  <a:lnTo>
                    <a:pt x="418" y="375"/>
                  </a:lnTo>
                  <a:lnTo>
                    <a:pt x="416" y="357"/>
                  </a:lnTo>
                  <a:lnTo>
                    <a:pt x="414" y="339"/>
                  </a:lnTo>
                  <a:lnTo>
                    <a:pt x="411" y="321"/>
                  </a:lnTo>
                  <a:lnTo>
                    <a:pt x="409" y="315"/>
                  </a:lnTo>
                  <a:lnTo>
                    <a:pt x="407" y="307"/>
                  </a:lnTo>
                  <a:lnTo>
                    <a:pt x="403" y="294"/>
                  </a:lnTo>
                  <a:lnTo>
                    <a:pt x="400" y="288"/>
                  </a:lnTo>
                  <a:lnTo>
                    <a:pt x="398" y="282"/>
                  </a:lnTo>
                  <a:lnTo>
                    <a:pt x="395" y="276"/>
                  </a:lnTo>
                  <a:lnTo>
                    <a:pt x="392" y="272"/>
                  </a:lnTo>
                  <a:lnTo>
                    <a:pt x="389" y="266"/>
                  </a:lnTo>
                  <a:lnTo>
                    <a:pt x="386" y="262"/>
                  </a:lnTo>
                  <a:lnTo>
                    <a:pt x="379" y="256"/>
                  </a:lnTo>
                  <a:lnTo>
                    <a:pt x="371" y="250"/>
                  </a:lnTo>
                  <a:lnTo>
                    <a:pt x="362" y="246"/>
                  </a:lnTo>
                  <a:lnTo>
                    <a:pt x="353" y="242"/>
                  </a:lnTo>
                  <a:lnTo>
                    <a:pt x="343" y="242"/>
                  </a:lnTo>
                  <a:lnTo>
                    <a:pt x="332" y="242"/>
                  </a:lnTo>
                  <a:lnTo>
                    <a:pt x="328" y="244"/>
                  </a:lnTo>
                  <a:lnTo>
                    <a:pt x="323" y="246"/>
                  </a:lnTo>
                  <a:lnTo>
                    <a:pt x="314" y="250"/>
                  </a:lnTo>
                  <a:lnTo>
                    <a:pt x="307" y="256"/>
                  </a:lnTo>
                  <a:lnTo>
                    <a:pt x="299" y="264"/>
                  </a:lnTo>
                  <a:lnTo>
                    <a:pt x="293" y="274"/>
                  </a:lnTo>
                  <a:lnTo>
                    <a:pt x="287" y="284"/>
                  </a:lnTo>
                  <a:lnTo>
                    <a:pt x="282" y="298"/>
                  </a:lnTo>
                  <a:lnTo>
                    <a:pt x="277" y="311"/>
                  </a:lnTo>
                  <a:lnTo>
                    <a:pt x="275" y="317"/>
                  </a:lnTo>
                  <a:lnTo>
                    <a:pt x="273" y="325"/>
                  </a:lnTo>
                  <a:lnTo>
                    <a:pt x="270" y="343"/>
                  </a:lnTo>
                  <a:lnTo>
                    <a:pt x="268" y="361"/>
                  </a:lnTo>
                  <a:lnTo>
                    <a:pt x="266" y="379"/>
                  </a:lnTo>
                  <a:lnTo>
                    <a:pt x="264" y="399"/>
                  </a:lnTo>
                  <a:lnTo>
                    <a:pt x="263" y="421"/>
                  </a:lnTo>
                  <a:lnTo>
                    <a:pt x="263" y="443"/>
                  </a:lnTo>
                  <a:lnTo>
                    <a:pt x="421" y="447"/>
                  </a:lnTo>
                  <a:lnTo>
                    <a:pt x="421" y="441"/>
                  </a:lnTo>
                  <a:close/>
                  <a:moveTo>
                    <a:pt x="649" y="751"/>
                  </a:moveTo>
                  <a:lnTo>
                    <a:pt x="636" y="753"/>
                  </a:lnTo>
                  <a:lnTo>
                    <a:pt x="622" y="753"/>
                  </a:lnTo>
                  <a:lnTo>
                    <a:pt x="610" y="753"/>
                  </a:lnTo>
                  <a:lnTo>
                    <a:pt x="598" y="749"/>
                  </a:lnTo>
                  <a:lnTo>
                    <a:pt x="593" y="745"/>
                  </a:lnTo>
                  <a:lnTo>
                    <a:pt x="589" y="741"/>
                  </a:lnTo>
                  <a:lnTo>
                    <a:pt x="584" y="737"/>
                  </a:lnTo>
                  <a:lnTo>
                    <a:pt x="581" y="731"/>
                  </a:lnTo>
                  <a:lnTo>
                    <a:pt x="577" y="725"/>
                  </a:lnTo>
                  <a:lnTo>
                    <a:pt x="574" y="717"/>
                  </a:lnTo>
                  <a:lnTo>
                    <a:pt x="571" y="709"/>
                  </a:lnTo>
                  <a:lnTo>
                    <a:pt x="569" y="699"/>
                  </a:lnTo>
                  <a:lnTo>
                    <a:pt x="568" y="687"/>
                  </a:lnTo>
                  <a:lnTo>
                    <a:pt x="566" y="675"/>
                  </a:lnTo>
                  <a:lnTo>
                    <a:pt x="566" y="659"/>
                  </a:lnTo>
                  <a:lnTo>
                    <a:pt x="565" y="645"/>
                  </a:lnTo>
                  <a:lnTo>
                    <a:pt x="565" y="248"/>
                  </a:lnTo>
                  <a:lnTo>
                    <a:pt x="516" y="248"/>
                  </a:lnTo>
                  <a:lnTo>
                    <a:pt x="512" y="248"/>
                  </a:lnTo>
                  <a:lnTo>
                    <a:pt x="510" y="246"/>
                  </a:lnTo>
                  <a:lnTo>
                    <a:pt x="509" y="244"/>
                  </a:lnTo>
                  <a:lnTo>
                    <a:pt x="507" y="240"/>
                  </a:lnTo>
                  <a:lnTo>
                    <a:pt x="506" y="236"/>
                  </a:lnTo>
                  <a:lnTo>
                    <a:pt x="506" y="232"/>
                  </a:lnTo>
                  <a:lnTo>
                    <a:pt x="506" y="222"/>
                  </a:lnTo>
                  <a:lnTo>
                    <a:pt x="506" y="220"/>
                  </a:lnTo>
                  <a:lnTo>
                    <a:pt x="507" y="216"/>
                  </a:lnTo>
                  <a:lnTo>
                    <a:pt x="508" y="214"/>
                  </a:lnTo>
                  <a:lnTo>
                    <a:pt x="509" y="212"/>
                  </a:lnTo>
                  <a:lnTo>
                    <a:pt x="510" y="210"/>
                  </a:lnTo>
                  <a:lnTo>
                    <a:pt x="512" y="208"/>
                  </a:lnTo>
                  <a:lnTo>
                    <a:pt x="516" y="208"/>
                  </a:lnTo>
                  <a:lnTo>
                    <a:pt x="565" y="208"/>
                  </a:lnTo>
                  <a:lnTo>
                    <a:pt x="565" y="104"/>
                  </a:lnTo>
                  <a:lnTo>
                    <a:pt x="566" y="96"/>
                  </a:lnTo>
                  <a:lnTo>
                    <a:pt x="567" y="94"/>
                  </a:lnTo>
                  <a:lnTo>
                    <a:pt x="568" y="90"/>
                  </a:lnTo>
                  <a:lnTo>
                    <a:pt x="569" y="88"/>
                  </a:lnTo>
                  <a:lnTo>
                    <a:pt x="570" y="86"/>
                  </a:lnTo>
                  <a:lnTo>
                    <a:pt x="572" y="86"/>
                  </a:lnTo>
                  <a:lnTo>
                    <a:pt x="574" y="84"/>
                  </a:lnTo>
                  <a:lnTo>
                    <a:pt x="580" y="84"/>
                  </a:lnTo>
                  <a:lnTo>
                    <a:pt x="583" y="86"/>
                  </a:lnTo>
                  <a:lnTo>
                    <a:pt x="585" y="90"/>
                  </a:lnTo>
                  <a:lnTo>
                    <a:pt x="587" y="96"/>
                  </a:lnTo>
                  <a:lnTo>
                    <a:pt x="588" y="104"/>
                  </a:lnTo>
                  <a:lnTo>
                    <a:pt x="588" y="208"/>
                  </a:lnTo>
                  <a:lnTo>
                    <a:pt x="648" y="208"/>
                  </a:lnTo>
                  <a:lnTo>
                    <a:pt x="651" y="208"/>
                  </a:lnTo>
                  <a:lnTo>
                    <a:pt x="653" y="210"/>
                  </a:lnTo>
                  <a:lnTo>
                    <a:pt x="654" y="212"/>
                  </a:lnTo>
                  <a:lnTo>
                    <a:pt x="656" y="216"/>
                  </a:lnTo>
                  <a:lnTo>
                    <a:pt x="657" y="220"/>
                  </a:lnTo>
                  <a:lnTo>
                    <a:pt x="657" y="222"/>
                  </a:lnTo>
                  <a:lnTo>
                    <a:pt x="657" y="232"/>
                  </a:lnTo>
                  <a:lnTo>
                    <a:pt x="657" y="236"/>
                  </a:lnTo>
                  <a:lnTo>
                    <a:pt x="656" y="240"/>
                  </a:lnTo>
                  <a:lnTo>
                    <a:pt x="654" y="244"/>
                  </a:lnTo>
                  <a:lnTo>
                    <a:pt x="653" y="246"/>
                  </a:lnTo>
                  <a:lnTo>
                    <a:pt x="651" y="248"/>
                  </a:lnTo>
                  <a:lnTo>
                    <a:pt x="648" y="248"/>
                  </a:lnTo>
                  <a:lnTo>
                    <a:pt x="588" y="248"/>
                  </a:lnTo>
                  <a:lnTo>
                    <a:pt x="588" y="645"/>
                  </a:lnTo>
                  <a:lnTo>
                    <a:pt x="588" y="665"/>
                  </a:lnTo>
                  <a:lnTo>
                    <a:pt x="590" y="681"/>
                  </a:lnTo>
                  <a:lnTo>
                    <a:pt x="593" y="693"/>
                  </a:lnTo>
                  <a:lnTo>
                    <a:pt x="595" y="697"/>
                  </a:lnTo>
                  <a:lnTo>
                    <a:pt x="597" y="701"/>
                  </a:lnTo>
                  <a:lnTo>
                    <a:pt x="599" y="705"/>
                  </a:lnTo>
                  <a:lnTo>
                    <a:pt x="602" y="707"/>
                  </a:lnTo>
                  <a:lnTo>
                    <a:pt x="605" y="711"/>
                  </a:lnTo>
                  <a:lnTo>
                    <a:pt x="608" y="711"/>
                  </a:lnTo>
                  <a:lnTo>
                    <a:pt x="615" y="713"/>
                  </a:lnTo>
                  <a:lnTo>
                    <a:pt x="622" y="713"/>
                  </a:lnTo>
                  <a:lnTo>
                    <a:pt x="647" y="713"/>
                  </a:lnTo>
                  <a:lnTo>
                    <a:pt x="651" y="715"/>
                  </a:lnTo>
                  <a:lnTo>
                    <a:pt x="655" y="717"/>
                  </a:lnTo>
                  <a:lnTo>
                    <a:pt x="656" y="719"/>
                  </a:lnTo>
                  <a:lnTo>
                    <a:pt x="657" y="723"/>
                  </a:lnTo>
                  <a:lnTo>
                    <a:pt x="657" y="725"/>
                  </a:lnTo>
                  <a:lnTo>
                    <a:pt x="657" y="729"/>
                  </a:lnTo>
                  <a:lnTo>
                    <a:pt x="657" y="737"/>
                  </a:lnTo>
                  <a:lnTo>
                    <a:pt x="655" y="743"/>
                  </a:lnTo>
                  <a:lnTo>
                    <a:pt x="654" y="747"/>
                  </a:lnTo>
                  <a:lnTo>
                    <a:pt x="653" y="747"/>
                  </a:lnTo>
                  <a:lnTo>
                    <a:pt x="649" y="751"/>
                  </a:lnTo>
                  <a:close/>
                  <a:moveTo>
                    <a:pt x="767" y="20"/>
                  </a:moveTo>
                  <a:lnTo>
                    <a:pt x="743" y="192"/>
                  </a:lnTo>
                  <a:lnTo>
                    <a:pt x="742" y="202"/>
                  </a:lnTo>
                  <a:lnTo>
                    <a:pt x="740" y="208"/>
                  </a:lnTo>
                  <a:lnTo>
                    <a:pt x="737" y="210"/>
                  </a:lnTo>
                  <a:lnTo>
                    <a:pt x="734" y="212"/>
                  </a:lnTo>
                  <a:lnTo>
                    <a:pt x="726" y="212"/>
                  </a:lnTo>
                  <a:lnTo>
                    <a:pt x="724" y="210"/>
                  </a:lnTo>
                  <a:lnTo>
                    <a:pt x="722" y="208"/>
                  </a:lnTo>
                  <a:lnTo>
                    <a:pt x="722" y="206"/>
                  </a:lnTo>
                  <a:lnTo>
                    <a:pt x="722" y="202"/>
                  </a:lnTo>
                  <a:lnTo>
                    <a:pt x="722" y="198"/>
                  </a:lnTo>
                  <a:lnTo>
                    <a:pt x="722" y="192"/>
                  </a:lnTo>
                  <a:lnTo>
                    <a:pt x="743" y="20"/>
                  </a:lnTo>
                  <a:lnTo>
                    <a:pt x="744" y="10"/>
                  </a:lnTo>
                  <a:lnTo>
                    <a:pt x="745" y="6"/>
                  </a:lnTo>
                  <a:lnTo>
                    <a:pt x="746" y="4"/>
                  </a:lnTo>
                  <a:lnTo>
                    <a:pt x="749" y="2"/>
                  </a:lnTo>
                  <a:lnTo>
                    <a:pt x="753" y="0"/>
                  </a:lnTo>
                  <a:lnTo>
                    <a:pt x="762" y="0"/>
                  </a:lnTo>
                  <a:lnTo>
                    <a:pt x="765" y="0"/>
                  </a:lnTo>
                  <a:lnTo>
                    <a:pt x="767" y="2"/>
                  </a:lnTo>
                  <a:lnTo>
                    <a:pt x="768" y="6"/>
                  </a:lnTo>
                  <a:lnTo>
                    <a:pt x="768" y="12"/>
                  </a:lnTo>
                  <a:lnTo>
                    <a:pt x="768" y="14"/>
                  </a:lnTo>
                  <a:lnTo>
                    <a:pt x="767" y="20"/>
                  </a:lnTo>
                  <a:close/>
                  <a:moveTo>
                    <a:pt x="898" y="753"/>
                  </a:moveTo>
                  <a:lnTo>
                    <a:pt x="879" y="753"/>
                  </a:lnTo>
                  <a:lnTo>
                    <a:pt x="859" y="749"/>
                  </a:lnTo>
                  <a:lnTo>
                    <a:pt x="841" y="745"/>
                  </a:lnTo>
                  <a:lnTo>
                    <a:pt x="825" y="739"/>
                  </a:lnTo>
                  <a:lnTo>
                    <a:pt x="820" y="737"/>
                  </a:lnTo>
                  <a:lnTo>
                    <a:pt x="818" y="735"/>
                  </a:lnTo>
                  <a:lnTo>
                    <a:pt x="817" y="735"/>
                  </a:lnTo>
                  <a:lnTo>
                    <a:pt x="815" y="733"/>
                  </a:lnTo>
                  <a:lnTo>
                    <a:pt x="814" y="729"/>
                  </a:lnTo>
                  <a:lnTo>
                    <a:pt x="814" y="727"/>
                  </a:lnTo>
                  <a:lnTo>
                    <a:pt x="814" y="723"/>
                  </a:lnTo>
                  <a:lnTo>
                    <a:pt x="814" y="711"/>
                  </a:lnTo>
                  <a:lnTo>
                    <a:pt x="814" y="707"/>
                  </a:lnTo>
                  <a:lnTo>
                    <a:pt x="814" y="705"/>
                  </a:lnTo>
                  <a:lnTo>
                    <a:pt x="816" y="701"/>
                  </a:lnTo>
                  <a:lnTo>
                    <a:pt x="817" y="699"/>
                  </a:lnTo>
                  <a:lnTo>
                    <a:pt x="819" y="699"/>
                  </a:lnTo>
                  <a:lnTo>
                    <a:pt x="820" y="697"/>
                  </a:lnTo>
                  <a:lnTo>
                    <a:pt x="822" y="697"/>
                  </a:lnTo>
                  <a:lnTo>
                    <a:pt x="825" y="697"/>
                  </a:lnTo>
                  <a:lnTo>
                    <a:pt x="844" y="703"/>
                  </a:lnTo>
                  <a:lnTo>
                    <a:pt x="863" y="709"/>
                  </a:lnTo>
                  <a:lnTo>
                    <a:pt x="873" y="711"/>
                  </a:lnTo>
                  <a:lnTo>
                    <a:pt x="882" y="713"/>
                  </a:lnTo>
                  <a:lnTo>
                    <a:pt x="899" y="713"/>
                  </a:lnTo>
                  <a:lnTo>
                    <a:pt x="912" y="713"/>
                  </a:lnTo>
                  <a:lnTo>
                    <a:pt x="918" y="711"/>
                  </a:lnTo>
                  <a:lnTo>
                    <a:pt x="924" y="709"/>
                  </a:lnTo>
                  <a:lnTo>
                    <a:pt x="930" y="707"/>
                  </a:lnTo>
                  <a:lnTo>
                    <a:pt x="935" y="703"/>
                  </a:lnTo>
                  <a:lnTo>
                    <a:pt x="940" y="699"/>
                  </a:lnTo>
                  <a:lnTo>
                    <a:pt x="944" y="695"/>
                  </a:lnTo>
                  <a:lnTo>
                    <a:pt x="948" y="689"/>
                  </a:lnTo>
                  <a:lnTo>
                    <a:pt x="952" y="681"/>
                  </a:lnTo>
                  <a:lnTo>
                    <a:pt x="955" y="673"/>
                  </a:lnTo>
                  <a:lnTo>
                    <a:pt x="958" y="663"/>
                  </a:lnTo>
                  <a:lnTo>
                    <a:pt x="960" y="653"/>
                  </a:lnTo>
                  <a:lnTo>
                    <a:pt x="961" y="641"/>
                  </a:lnTo>
                  <a:lnTo>
                    <a:pt x="962" y="627"/>
                  </a:lnTo>
                  <a:lnTo>
                    <a:pt x="963" y="613"/>
                  </a:lnTo>
                  <a:lnTo>
                    <a:pt x="962" y="599"/>
                  </a:lnTo>
                  <a:lnTo>
                    <a:pt x="960" y="585"/>
                  </a:lnTo>
                  <a:lnTo>
                    <a:pt x="959" y="579"/>
                  </a:lnTo>
                  <a:lnTo>
                    <a:pt x="957" y="573"/>
                  </a:lnTo>
                  <a:lnTo>
                    <a:pt x="952" y="561"/>
                  </a:lnTo>
                  <a:lnTo>
                    <a:pt x="949" y="555"/>
                  </a:lnTo>
                  <a:lnTo>
                    <a:pt x="945" y="547"/>
                  </a:lnTo>
                  <a:lnTo>
                    <a:pt x="935" y="535"/>
                  </a:lnTo>
                  <a:lnTo>
                    <a:pt x="924" y="519"/>
                  </a:lnTo>
                  <a:lnTo>
                    <a:pt x="909" y="503"/>
                  </a:lnTo>
                  <a:lnTo>
                    <a:pt x="877" y="469"/>
                  </a:lnTo>
                  <a:lnTo>
                    <a:pt x="864" y="453"/>
                  </a:lnTo>
                  <a:lnTo>
                    <a:pt x="852" y="439"/>
                  </a:lnTo>
                  <a:lnTo>
                    <a:pt x="841" y="423"/>
                  </a:lnTo>
                  <a:lnTo>
                    <a:pt x="839" y="419"/>
                  </a:lnTo>
                  <a:lnTo>
                    <a:pt x="837" y="415"/>
                  </a:lnTo>
                  <a:lnTo>
                    <a:pt x="832" y="407"/>
                  </a:lnTo>
                  <a:lnTo>
                    <a:pt x="829" y="399"/>
                  </a:lnTo>
                  <a:lnTo>
                    <a:pt x="825" y="389"/>
                  </a:lnTo>
                  <a:lnTo>
                    <a:pt x="823" y="381"/>
                  </a:lnTo>
                  <a:lnTo>
                    <a:pt x="820" y="371"/>
                  </a:lnTo>
                  <a:lnTo>
                    <a:pt x="819" y="361"/>
                  </a:lnTo>
                  <a:lnTo>
                    <a:pt x="817" y="349"/>
                  </a:lnTo>
                  <a:lnTo>
                    <a:pt x="816" y="337"/>
                  </a:lnTo>
                  <a:lnTo>
                    <a:pt x="816" y="325"/>
                  </a:lnTo>
                  <a:lnTo>
                    <a:pt x="817" y="309"/>
                  </a:lnTo>
                  <a:lnTo>
                    <a:pt x="818" y="294"/>
                  </a:lnTo>
                  <a:lnTo>
                    <a:pt x="820" y="280"/>
                  </a:lnTo>
                  <a:lnTo>
                    <a:pt x="823" y="268"/>
                  </a:lnTo>
                  <a:lnTo>
                    <a:pt x="826" y="256"/>
                  </a:lnTo>
                  <a:lnTo>
                    <a:pt x="830" y="246"/>
                  </a:lnTo>
                  <a:lnTo>
                    <a:pt x="835" y="238"/>
                  </a:lnTo>
                  <a:lnTo>
                    <a:pt x="840" y="230"/>
                  </a:lnTo>
                  <a:lnTo>
                    <a:pt x="845" y="222"/>
                  </a:lnTo>
                  <a:lnTo>
                    <a:pt x="851" y="216"/>
                  </a:lnTo>
                  <a:lnTo>
                    <a:pt x="858" y="212"/>
                  </a:lnTo>
                  <a:lnTo>
                    <a:pt x="864" y="208"/>
                  </a:lnTo>
                  <a:lnTo>
                    <a:pt x="871" y="206"/>
                  </a:lnTo>
                  <a:lnTo>
                    <a:pt x="878" y="204"/>
                  </a:lnTo>
                  <a:lnTo>
                    <a:pt x="893" y="202"/>
                  </a:lnTo>
                  <a:lnTo>
                    <a:pt x="917" y="204"/>
                  </a:lnTo>
                  <a:lnTo>
                    <a:pt x="936" y="206"/>
                  </a:lnTo>
                  <a:lnTo>
                    <a:pt x="965" y="212"/>
                  </a:lnTo>
                  <a:lnTo>
                    <a:pt x="970" y="214"/>
                  </a:lnTo>
                  <a:lnTo>
                    <a:pt x="973" y="216"/>
                  </a:lnTo>
                  <a:lnTo>
                    <a:pt x="974" y="218"/>
                  </a:lnTo>
                  <a:lnTo>
                    <a:pt x="975" y="220"/>
                  </a:lnTo>
                  <a:lnTo>
                    <a:pt x="976" y="224"/>
                  </a:lnTo>
                  <a:lnTo>
                    <a:pt x="976" y="228"/>
                  </a:lnTo>
                  <a:lnTo>
                    <a:pt x="976" y="236"/>
                  </a:lnTo>
                  <a:lnTo>
                    <a:pt x="975" y="246"/>
                  </a:lnTo>
                  <a:lnTo>
                    <a:pt x="973" y="252"/>
                  </a:lnTo>
                  <a:lnTo>
                    <a:pt x="970" y="254"/>
                  </a:lnTo>
                  <a:lnTo>
                    <a:pt x="965" y="252"/>
                  </a:lnTo>
                  <a:lnTo>
                    <a:pt x="953" y="250"/>
                  </a:lnTo>
                  <a:lnTo>
                    <a:pt x="936" y="246"/>
                  </a:lnTo>
                  <a:lnTo>
                    <a:pt x="926" y="244"/>
                  </a:lnTo>
                  <a:lnTo>
                    <a:pt x="916" y="244"/>
                  </a:lnTo>
                  <a:lnTo>
                    <a:pt x="895" y="242"/>
                  </a:lnTo>
                  <a:lnTo>
                    <a:pt x="883" y="242"/>
                  </a:lnTo>
                  <a:lnTo>
                    <a:pt x="873" y="244"/>
                  </a:lnTo>
                  <a:lnTo>
                    <a:pt x="868" y="246"/>
                  </a:lnTo>
                  <a:lnTo>
                    <a:pt x="863" y="250"/>
                  </a:lnTo>
                  <a:lnTo>
                    <a:pt x="859" y="254"/>
                  </a:lnTo>
                  <a:lnTo>
                    <a:pt x="855" y="258"/>
                  </a:lnTo>
                  <a:lnTo>
                    <a:pt x="851" y="262"/>
                  </a:lnTo>
                  <a:lnTo>
                    <a:pt x="848" y="268"/>
                  </a:lnTo>
                  <a:lnTo>
                    <a:pt x="845" y="276"/>
                  </a:lnTo>
                  <a:lnTo>
                    <a:pt x="844" y="278"/>
                  </a:lnTo>
                  <a:lnTo>
                    <a:pt x="843" y="282"/>
                  </a:lnTo>
                  <a:lnTo>
                    <a:pt x="841" y="292"/>
                  </a:lnTo>
                  <a:lnTo>
                    <a:pt x="839" y="301"/>
                  </a:lnTo>
                  <a:lnTo>
                    <a:pt x="839" y="313"/>
                  </a:lnTo>
                  <a:lnTo>
                    <a:pt x="838" y="325"/>
                  </a:lnTo>
                  <a:lnTo>
                    <a:pt x="838" y="333"/>
                  </a:lnTo>
                  <a:lnTo>
                    <a:pt x="839" y="341"/>
                  </a:lnTo>
                  <a:lnTo>
                    <a:pt x="840" y="349"/>
                  </a:lnTo>
                  <a:lnTo>
                    <a:pt x="842" y="355"/>
                  </a:lnTo>
                  <a:lnTo>
                    <a:pt x="843" y="363"/>
                  </a:lnTo>
                  <a:lnTo>
                    <a:pt x="846" y="369"/>
                  </a:lnTo>
                  <a:lnTo>
                    <a:pt x="848" y="375"/>
                  </a:lnTo>
                  <a:lnTo>
                    <a:pt x="851" y="381"/>
                  </a:lnTo>
                  <a:lnTo>
                    <a:pt x="858" y="393"/>
                  </a:lnTo>
                  <a:lnTo>
                    <a:pt x="867" y="405"/>
                  </a:lnTo>
                  <a:lnTo>
                    <a:pt x="876" y="417"/>
                  </a:lnTo>
                  <a:lnTo>
                    <a:pt x="887" y="431"/>
                  </a:lnTo>
                  <a:lnTo>
                    <a:pt x="921" y="467"/>
                  </a:lnTo>
                  <a:lnTo>
                    <a:pt x="936" y="485"/>
                  </a:lnTo>
                  <a:lnTo>
                    <a:pt x="948" y="501"/>
                  </a:lnTo>
                  <a:lnTo>
                    <a:pt x="954" y="509"/>
                  </a:lnTo>
                  <a:lnTo>
                    <a:pt x="959" y="517"/>
                  </a:lnTo>
                  <a:lnTo>
                    <a:pt x="968" y="533"/>
                  </a:lnTo>
                  <a:lnTo>
                    <a:pt x="972" y="541"/>
                  </a:lnTo>
                  <a:lnTo>
                    <a:pt x="976" y="551"/>
                  </a:lnTo>
                  <a:lnTo>
                    <a:pt x="978" y="559"/>
                  </a:lnTo>
                  <a:lnTo>
                    <a:pt x="981" y="569"/>
                  </a:lnTo>
                  <a:lnTo>
                    <a:pt x="982" y="579"/>
                  </a:lnTo>
                  <a:lnTo>
                    <a:pt x="984" y="589"/>
                  </a:lnTo>
                  <a:lnTo>
                    <a:pt x="985" y="601"/>
                  </a:lnTo>
                  <a:lnTo>
                    <a:pt x="985" y="613"/>
                  </a:lnTo>
                  <a:lnTo>
                    <a:pt x="984" y="633"/>
                  </a:lnTo>
                  <a:lnTo>
                    <a:pt x="983" y="651"/>
                  </a:lnTo>
                  <a:lnTo>
                    <a:pt x="982" y="659"/>
                  </a:lnTo>
                  <a:lnTo>
                    <a:pt x="981" y="667"/>
                  </a:lnTo>
                  <a:lnTo>
                    <a:pt x="979" y="673"/>
                  </a:lnTo>
                  <a:lnTo>
                    <a:pt x="978" y="681"/>
                  </a:lnTo>
                  <a:lnTo>
                    <a:pt x="974" y="693"/>
                  </a:lnTo>
                  <a:lnTo>
                    <a:pt x="972" y="699"/>
                  </a:lnTo>
                  <a:lnTo>
                    <a:pt x="970" y="705"/>
                  </a:lnTo>
                  <a:lnTo>
                    <a:pt x="964" y="715"/>
                  </a:lnTo>
                  <a:lnTo>
                    <a:pt x="959" y="723"/>
                  </a:lnTo>
                  <a:lnTo>
                    <a:pt x="953" y="731"/>
                  </a:lnTo>
                  <a:lnTo>
                    <a:pt x="946" y="737"/>
                  </a:lnTo>
                  <a:lnTo>
                    <a:pt x="939" y="743"/>
                  </a:lnTo>
                  <a:lnTo>
                    <a:pt x="931" y="747"/>
                  </a:lnTo>
                  <a:lnTo>
                    <a:pt x="923" y="749"/>
                  </a:lnTo>
                  <a:lnTo>
                    <a:pt x="915" y="751"/>
                  </a:lnTo>
                  <a:lnTo>
                    <a:pt x="906" y="753"/>
                  </a:lnTo>
                  <a:lnTo>
                    <a:pt x="898" y="753"/>
                  </a:lnTo>
                  <a:close/>
                  <a:moveTo>
                    <a:pt x="1357" y="745"/>
                  </a:moveTo>
                  <a:lnTo>
                    <a:pt x="1341" y="747"/>
                  </a:lnTo>
                  <a:lnTo>
                    <a:pt x="1324" y="751"/>
                  </a:lnTo>
                  <a:lnTo>
                    <a:pt x="1309" y="753"/>
                  </a:lnTo>
                  <a:lnTo>
                    <a:pt x="1296" y="753"/>
                  </a:lnTo>
                  <a:lnTo>
                    <a:pt x="1283" y="751"/>
                  </a:lnTo>
                  <a:lnTo>
                    <a:pt x="1277" y="751"/>
                  </a:lnTo>
                  <a:lnTo>
                    <a:pt x="1271" y="749"/>
                  </a:lnTo>
                  <a:lnTo>
                    <a:pt x="1265" y="745"/>
                  </a:lnTo>
                  <a:lnTo>
                    <a:pt x="1260" y="743"/>
                  </a:lnTo>
                  <a:lnTo>
                    <a:pt x="1255" y="739"/>
                  </a:lnTo>
                  <a:lnTo>
                    <a:pt x="1250" y="733"/>
                  </a:lnTo>
                  <a:lnTo>
                    <a:pt x="1245" y="729"/>
                  </a:lnTo>
                  <a:lnTo>
                    <a:pt x="1241" y="723"/>
                  </a:lnTo>
                  <a:lnTo>
                    <a:pt x="1233" y="711"/>
                  </a:lnTo>
                  <a:lnTo>
                    <a:pt x="1225" y="697"/>
                  </a:lnTo>
                  <a:lnTo>
                    <a:pt x="1219" y="681"/>
                  </a:lnTo>
                  <a:lnTo>
                    <a:pt x="1213" y="663"/>
                  </a:lnTo>
                  <a:lnTo>
                    <a:pt x="1209" y="645"/>
                  </a:lnTo>
                  <a:lnTo>
                    <a:pt x="1205" y="625"/>
                  </a:lnTo>
                  <a:lnTo>
                    <a:pt x="1202" y="603"/>
                  </a:lnTo>
                  <a:lnTo>
                    <a:pt x="1199" y="581"/>
                  </a:lnTo>
                  <a:lnTo>
                    <a:pt x="1197" y="557"/>
                  </a:lnTo>
                  <a:lnTo>
                    <a:pt x="1196" y="535"/>
                  </a:lnTo>
                  <a:lnTo>
                    <a:pt x="1196" y="509"/>
                  </a:lnTo>
                  <a:lnTo>
                    <a:pt x="1196" y="443"/>
                  </a:lnTo>
                  <a:lnTo>
                    <a:pt x="1196" y="417"/>
                  </a:lnTo>
                  <a:lnTo>
                    <a:pt x="1197" y="393"/>
                  </a:lnTo>
                  <a:lnTo>
                    <a:pt x="1199" y="371"/>
                  </a:lnTo>
                  <a:lnTo>
                    <a:pt x="1202" y="349"/>
                  </a:lnTo>
                  <a:lnTo>
                    <a:pt x="1205" y="327"/>
                  </a:lnTo>
                  <a:lnTo>
                    <a:pt x="1209" y="307"/>
                  </a:lnTo>
                  <a:lnTo>
                    <a:pt x="1213" y="290"/>
                  </a:lnTo>
                  <a:lnTo>
                    <a:pt x="1219" y="272"/>
                  </a:lnTo>
                  <a:lnTo>
                    <a:pt x="1222" y="264"/>
                  </a:lnTo>
                  <a:lnTo>
                    <a:pt x="1225" y="258"/>
                  </a:lnTo>
                  <a:lnTo>
                    <a:pt x="1233" y="244"/>
                  </a:lnTo>
                  <a:lnTo>
                    <a:pt x="1237" y="238"/>
                  </a:lnTo>
                  <a:lnTo>
                    <a:pt x="1241" y="232"/>
                  </a:lnTo>
                  <a:lnTo>
                    <a:pt x="1250" y="222"/>
                  </a:lnTo>
                  <a:lnTo>
                    <a:pt x="1260" y="214"/>
                  </a:lnTo>
                  <a:lnTo>
                    <a:pt x="1265" y="210"/>
                  </a:lnTo>
                  <a:lnTo>
                    <a:pt x="1271" y="208"/>
                  </a:lnTo>
                  <a:lnTo>
                    <a:pt x="1277" y="206"/>
                  </a:lnTo>
                  <a:lnTo>
                    <a:pt x="1283" y="204"/>
                  </a:lnTo>
                  <a:lnTo>
                    <a:pt x="1289" y="202"/>
                  </a:lnTo>
                  <a:lnTo>
                    <a:pt x="1296" y="202"/>
                  </a:lnTo>
                  <a:lnTo>
                    <a:pt x="1309" y="204"/>
                  </a:lnTo>
                  <a:lnTo>
                    <a:pt x="1324" y="206"/>
                  </a:lnTo>
                  <a:lnTo>
                    <a:pt x="1341" y="208"/>
                  </a:lnTo>
                  <a:lnTo>
                    <a:pt x="1357" y="212"/>
                  </a:lnTo>
                  <a:lnTo>
                    <a:pt x="1361" y="214"/>
                  </a:lnTo>
                  <a:lnTo>
                    <a:pt x="1364" y="218"/>
                  </a:lnTo>
                  <a:lnTo>
                    <a:pt x="1365" y="220"/>
                  </a:lnTo>
                  <a:lnTo>
                    <a:pt x="1366" y="222"/>
                  </a:lnTo>
                  <a:lnTo>
                    <a:pt x="1366" y="230"/>
                  </a:lnTo>
                  <a:lnTo>
                    <a:pt x="1366" y="236"/>
                  </a:lnTo>
                  <a:lnTo>
                    <a:pt x="1365" y="240"/>
                  </a:lnTo>
                  <a:lnTo>
                    <a:pt x="1365" y="244"/>
                  </a:lnTo>
                  <a:lnTo>
                    <a:pt x="1363" y="248"/>
                  </a:lnTo>
                  <a:lnTo>
                    <a:pt x="1362" y="250"/>
                  </a:lnTo>
                  <a:lnTo>
                    <a:pt x="1360" y="250"/>
                  </a:lnTo>
                  <a:lnTo>
                    <a:pt x="1356" y="250"/>
                  </a:lnTo>
                  <a:lnTo>
                    <a:pt x="1339" y="246"/>
                  </a:lnTo>
                  <a:lnTo>
                    <a:pt x="1323" y="244"/>
                  </a:lnTo>
                  <a:lnTo>
                    <a:pt x="1309" y="242"/>
                  </a:lnTo>
                  <a:lnTo>
                    <a:pt x="1296" y="242"/>
                  </a:lnTo>
                  <a:lnTo>
                    <a:pt x="1285" y="242"/>
                  </a:lnTo>
                  <a:lnTo>
                    <a:pt x="1276" y="246"/>
                  </a:lnTo>
                  <a:lnTo>
                    <a:pt x="1272" y="248"/>
                  </a:lnTo>
                  <a:lnTo>
                    <a:pt x="1267" y="250"/>
                  </a:lnTo>
                  <a:lnTo>
                    <a:pt x="1259" y="256"/>
                  </a:lnTo>
                  <a:lnTo>
                    <a:pt x="1252" y="264"/>
                  </a:lnTo>
                  <a:lnTo>
                    <a:pt x="1246" y="274"/>
                  </a:lnTo>
                  <a:lnTo>
                    <a:pt x="1240" y="284"/>
                  </a:lnTo>
                  <a:lnTo>
                    <a:pt x="1236" y="296"/>
                  </a:lnTo>
                  <a:lnTo>
                    <a:pt x="1231" y="309"/>
                  </a:lnTo>
                  <a:lnTo>
                    <a:pt x="1228" y="325"/>
                  </a:lnTo>
                  <a:lnTo>
                    <a:pt x="1225" y="341"/>
                  </a:lnTo>
                  <a:lnTo>
                    <a:pt x="1222" y="359"/>
                  </a:lnTo>
                  <a:lnTo>
                    <a:pt x="1221" y="379"/>
                  </a:lnTo>
                  <a:lnTo>
                    <a:pt x="1219" y="399"/>
                  </a:lnTo>
                  <a:lnTo>
                    <a:pt x="1219" y="419"/>
                  </a:lnTo>
                  <a:lnTo>
                    <a:pt x="1218" y="443"/>
                  </a:lnTo>
                  <a:lnTo>
                    <a:pt x="1218" y="509"/>
                  </a:lnTo>
                  <a:lnTo>
                    <a:pt x="1219" y="531"/>
                  </a:lnTo>
                  <a:lnTo>
                    <a:pt x="1219" y="553"/>
                  </a:lnTo>
                  <a:lnTo>
                    <a:pt x="1221" y="573"/>
                  </a:lnTo>
                  <a:lnTo>
                    <a:pt x="1222" y="593"/>
                  </a:lnTo>
                  <a:lnTo>
                    <a:pt x="1225" y="611"/>
                  </a:lnTo>
                  <a:lnTo>
                    <a:pt x="1228" y="627"/>
                  </a:lnTo>
                  <a:lnTo>
                    <a:pt x="1231" y="643"/>
                  </a:lnTo>
                  <a:lnTo>
                    <a:pt x="1236" y="657"/>
                  </a:lnTo>
                  <a:lnTo>
                    <a:pt x="1240" y="671"/>
                  </a:lnTo>
                  <a:lnTo>
                    <a:pt x="1246" y="681"/>
                  </a:lnTo>
                  <a:lnTo>
                    <a:pt x="1252" y="691"/>
                  </a:lnTo>
                  <a:lnTo>
                    <a:pt x="1259" y="699"/>
                  </a:lnTo>
                  <a:lnTo>
                    <a:pt x="1267" y="705"/>
                  </a:lnTo>
                  <a:lnTo>
                    <a:pt x="1272" y="709"/>
                  </a:lnTo>
                  <a:lnTo>
                    <a:pt x="1276" y="711"/>
                  </a:lnTo>
                  <a:lnTo>
                    <a:pt x="1285" y="713"/>
                  </a:lnTo>
                  <a:lnTo>
                    <a:pt x="1296" y="713"/>
                  </a:lnTo>
                  <a:lnTo>
                    <a:pt x="1309" y="713"/>
                  </a:lnTo>
                  <a:lnTo>
                    <a:pt x="1323" y="711"/>
                  </a:lnTo>
                  <a:lnTo>
                    <a:pt x="1339" y="709"/>
                  </a:lnTo>
                  <a:lnTo>
                    <a:pt x="1356" y="705"/>
                  </a:lnTo>
                  <a:lnTo>
                    <a:pt x="1360" y="705"/>
                  </a:lnTo>
                  <a:lnTo>
                    <a:pt x="1362" y="705"/>
                  </a:lnTo>
                  <a:lnTo>
                    <a:pt x="1363" y="707"/>
                  </a:lnTo>
                  <a:lnTo>
                    <a:pt x="1365" y="709"/>
                  </a:lnTo>
                  <a:lnTo>
                    <a:pt x="1365" y="711"/>
                  </a:lnTo>
                  <a:lnTo>
                    <a:pt x="1366" y="715"/>
                  </a:lnTo>
                  <a:lnTo>
                    <a:pt x="1366" y="719"/>
                  </a:lnTo>
                  <a:lnTo>
                    <a:pt x="1366" y="731"/>
                  </a:lnTo>
                  <a:lnTo>
                    <a:pt x="1365" y="735"/>
                  </a:lnTo>
                  <a:lnTo>
                    <a:pt x="1364" y="737"/>
                  </a:lnTo>
                  <a:lnTo>
                    <a:pt x="1363" y="741"/>
                  </a:lnTo>
                  <a:lnTo>
                    <a:pt x="1361" y="741"/>
                  </a:lnTo>
                  <a:lnTo>
                    <a:pt x="1357" y="745"/>
                  </a:lnTo>
                  <a:close/>
                  <a:moveTo>
                    <a:pt x="1467" y="753"/>
                  </a:moveTo>
                  <a:lnTo>
                    <a:pt x="1462" y="753"/>
                  </a:lnTo>
                  <a:lnTo>
                    <a:pt x="1458" y="751"/>
                  </a:lnTo>
                  <a:lnTo>
                    <a:pt x="1456" y="747"/>
                  </a:lnTo>
                  <a:lnTo>
                    <a:pt x="1454" y="741"/>
                  </a:lnTo>
                  <a:lnTo>
                    <a:pt x="1453" y="735"/>
                  </a:lnTo>
                  <a:lnTo>
                    <a:pt x="1453" y="20"/>
                  </a:lnTo>
                  <a:lnTo>
                    <a:pt x="1454" y="16"/>
                  </a:lnTo>
                  <a:lnTo>
                    <a:pt x="1454" y="12"/>
                  </a:lnTo>
                  <a:lnTo>
                    <a:pt x="1456" y="6"/>
                  </a:lnTo>
                  <a:lnTo>
                    <a:pt x="1457" y="4"/>
                  </a:lnTo>
                  <a:lnTo>
                    <a:pt x="1458" y="2"/>
                  </a:lnTo>
                  <a:lnTo>
                    <a:pt x="1462" y="0"/>
                  </a:lnTo>
                  <a:lnTo>
                    <a:pt x="1467" y="0"/>
                  </a:lnTo>
                  <a:lnTo>
                    <a:pt x="1470" y="2"/>
                  </a:lnTo>
                  <a:lnTo>
                    <a:pt x="1473" y="6"/>
                  </a:lnTo>
                  <a:lnTo>
                    <a:pt x="1475" y="12"/>
                  </a:lnTo>
                  <a:lnTo>
                    <a:pt x="1476" y="20"/>
                  </a:lnTo>
                  <a:lnTo>
                    <a:pt x="1476" y="735"/>
                  </a:lnTo>
                  <a:lnTo>
                    <a:pt x="1475" y="737"/>
                  </a:lnTo>
                  <a:lnTo>
                    <a:pt x="1475" y="741"/>
                  </a:lnTo>
                  <a:lnTo>
                    <a:pt x="1473" y="747"/>
                  </a:lnTo>
                  <a:lnTo>
                    <a:pt x="1472" y="749"/>
                  </a:lnTo>
                  <a:lnTo>
                    <a:pt x="1470" y="751"/>
                  </a:lnTo>
                  <a:lnTo>
                    <a:pt x="1467" y="753"/>
                  </a:lnTo>
                  <a:close/>
                  <a:moveTo>
                    <a:pt x="1761" y="487"/>
                  </a:moveTo>
                  <a:lnTo>
                    <a:pt x="1591" y="487"/>
                  </a:lnTo>
                  <a:lnTo>
                    <a:pt x="1591" y="509"/>
                  </a:lnTo>
                  <a:lnTo>
                    <a:pt x="1591" y="539"/>
                  </a:lnTo>
                  <a:lnTo>
                    <a:pt x="1592" y="553"/>
                  </a:lnTo>
                  <a:lnTo>
                    <a:pt x="1593" y="565"/>
                  </a:lnTo>
                  <a:lnTo>
                    <a:pt x="1594" y="579"/>
                  </a:lnTo>
                  <a:lnTo>
                    <a:pt x="1595" y="591"/>
                  </a:lnTo>
                  <a:lnTo>
                    <a:pt x="1598" y="613"/>
                  </a:lnTo>
                  <a:lnTo>
                    <a:pt x="1602" y="631"/>
                  </a:lnTo>
                  <a:lnTo>
                    <a:pt x="1606" y="647"/>
                  </a:lnTo>
                  <a:lnTo>
                    <a:pt x="1612" y="663"/>
                  </a:lnTo>
                  <a:lnTo>
                    <a:pt x="1614" y="669"/>
                  </a:lnTo>
                  <a:lnTo>
                    <a:pt x="1617" y="675"/>
                  </a:lnTo>
                  <a:lnTo>
                    <a:pt x="1621" y="681"/>
                  </a:lnTo>
                  <a:lnTo>
                    <a:pt x="1624" y="685"/>
                  </a:lnTo>
                  <a:lnTo>
                    <a:pt x="1631" y="693"/>
                  </a:lnTo>
                  <a:lnTo>
                    <a:pt x="1638" y="701"/>
                  </a:lnTo>
                  <a:lnTo>
                    <a:pt x="1646" y="705"/>
                  </a:lnTo>
                  <a:lnTo>
                    <a:pt x="1655" y="709"/>
                  </a:lnTo>
                  <a:lnTo>
                    <a:pt x="1664" y="713"/>
                  </a:lnTo>
                  <a:lnTo>
                    <a:pt x="1673" y="713"/>
                  </a:lnTo>
                  <a:lnTo>
                    <a:pt x="1682" y="713"/>
                  </a:lnTo>
                  <a:lnTo>
                    <a:pt x="1699" y="713"/>
                  </a:lnTo>
                  <a:lnTo>
                    <a:pt x="1718" y="709"/>
                  </a:lnTo>
                  <a:lnTo>
                    <a:pt x="1737" y="703"/>
                  </a:lnTo>
                  <a:lnTo>
                    <a:pt x="1756" y="697"/>
                  </a:lnTo>
                  <a:lnTo>
                    <a:pt x="1758" y="697"/>
                  </a:lnTo>
                  <a:lnTo>
                    <a:pt x="1760" y="697"/>
                  </a:lnTo>
                  <a:lnTo>
                    <a:pt x="1764" y="697"/>
                  </a:lnTo>
                  <a:lnTo>
                    <a:pt x="1765" y="699"/>
                  </a:lnTo>
                  <a:lnTo>
                    <a:pt x="1766" y="703"/>
                  </a:lnTo>
                  <a:lnTo>
                    <a:pt x="1767" y="705"/>
                  </a:lnTo>
                  <a:lnTo>
                    <a:pt x="1767" y="709"/>
                  </a:lnTo>
                  <a:lnTo>
                    <a:pt x="1767" y="721"/>
                  </a:lnTo>
                  <a:lnTo>
                    <a:pt x="1766" y="725"/>
                  </a:lnTo>
                  <a:lnTo>
                    <a:pt x="1765" y="729"/>
                  </a:lnTo>
                  <a:lnTo>
                    <a:pt x="1764" y="731"/>
                  </a:lnTo>
                  <a:lnTo>
                    <a:pt x="1762" y="733"/>
                  </a:lnTo>
                  <a:lnTo>
                    <a:pt x="1757" y="737"/>
                  </a:lnTo>
                  <a:lnTo>
                    <a:pt x="1739" y="743"/>
                  </a:lnTo>
                  <a:lnTo>
                    <a:pt x="1719" y="749"/>
                  </a:lnTo>
                  <a:lnTo>
                    <a:pt x="1700" y="751"/>
                  </a:lnTo>
                  <a:lnTo>
                    <a:pt x="1682" y="753"/>
                  </a:lnTo>
                  <a:lnTo>
                    <a:pt x="1670" y="753"/>
                  </a:lnTo>
                  <a:lnTo>
                    <a:pt x="1659" y="751"/>
                  </a:lnTo>
                  <a:lnTo>
                    <a:pt x="1648" y="747"/>
                  </a:lnTo>
                  <a:lnTo>
                    <a:pt x="1638" y="741"/>
                  </a:lnTo>
                  <a:lnTo>
                    <a:pt x="1628" y="735"/>
                  </a:lnTo>
                  <a:lnTo>
                    <a:pt x="1623" y="731"/>
                  </a:lnTo>
                  <a:lnTo>
                    <a:pt x="1619" y="727"/>
                  </a:lnTo>
                  <a:lnTo>
                    <a:pt x="1610" y="715"/>
                  </a:lnTo>
                  <a:lnTo>
                    <a:pt x="1602" y="703"/>
                  </a:lnTo>
                  <a:lnTo>
                    <a:pt x="1598" y="695"/>
                  </a:lnTo>
                  <a:lnTo>
                    <a:pt x="1595" y="687"/>
                  </a:lnTo>
                  <a:lnTo>
                    <a:pt x="1588" y="669"/>
                  </a:lnTo>
                  <a:lnTo>
                    <a:pt x="1582" y="649"/>
                  </a:lnTo>
                  <a:lnTo>
                    <a:pt x="1578" y="627"/>
                  </a:lnTo>
                  <a:lnTo>
                    <a:pt x="1575" y="615"/>
                  </a:lnTo>
                  <a:lnTo>
                    <a:pt x="1574" y="601"/>
                  </a:lnTo>
                  <a:lnTo>
                    <a:pt x="1571" y="573"/>
                  </a:lnTo>
                  <a:lnTo>
                    <a:pt x="1569" y="543"/>
                  </a:lnTo>
                  <a:lnTo>
                    <a:pt x="1569" y="527"/>
                  </a:lnTo>
                  <a:lnTo>
                    <a:pt x="1569" y="509"/>
                  </a:lnTo>
                  <a:lnTo>
                    <a:pt x="1569" y="443"/>
                  </a:lnTo>
                  <a:lnTo>
                    <a:pt x="1569" y="417"/>
                  </a:lnTo>
                  <a:lnTo>
                    <a:pt x="1570" y="391"/>
                  </a:lnTo>
                  <a:lnTo>
                    <a:pt x="1572" y="369"/>
                  </a:lnTo>
                  <a:lnTo>
                    <a:pt x="1575" y="345"/>
                  </a:lnTo>
                  <a:lnTo>
                    <a:pt x="1577" y="335"/>
                  </a:lnTo>
                  <a:lnTo>
                    <a:pt x="1579" y="325"/>
                  </a:lnTo>
                  <a:lnTo>
                    <a:pt x="1581" y="315"/>
                  </a:lnTo>
                  <a:lnTo>
                    <a:pt x="1583" y="305"/>
                  </a:lnTo>
                  <a:lnTo>
                    <a:pt x="1586" y="296"/>
                  </a:lnTo>
                  <a:lnTo>
                    <a:pt x="1589" y="288"/>
                  </a:lnTo>
                  <a:lnTo>
                    <a:pt x="1595" y="270"/>
                  </a:lnTo>
                  <a:lnTo>
                    <a:pt x="1601" y="256"/>
                  </a:lnTo>
                  <a:lnTo>
                    <a:pt x="1609" y="242"/>
                  </a:lnTo>
                  <a:lnTo>
                    <a:pt x="1617" y="230"/>
                  </a:lnTo>
                  <a:lnTo>
                    <a:pt x="1626" y="220"/>
                  </a:lnTo>
                  <a:lnTo>
                    <a:pt x="1636" y="212"/>
                  </a:lnTo>
                  <a:lnTo>
                    <a:pt x="1647" y="208"/>
                  </a:lnTo>
                  <a:lnTo>
                    <a:pt x="1658" y="204"/>
                  </a:lnTo>
                  <a:lnTo>
                    <a:pt x="1664" y="202"/>
                  </a:lnTo>
                  <a:lnTo>
                    <a:pt x="1670" y="202"/>
                  </a:lnTo>
                  <a:lnTo>
                    <a:pt x="1683" y="204"/>
                  </a:lnTo>
                  <a:lnTo>
                    <a:pt x="1689" y="204"/>
                  </a:lnTo>
                  <a:lnTo>
                    <a:pt x="1695" y="206"/>
                  </a:lnTo>
                  <a:lnTo>
                    <a:pt x="1705" y="212"/>
                  </a:lnTo>
                  <a:lnTo>
                    <a:pt x="1710" y="216"/>
                  </a:lnTo>
                  <a:lnTo>
                    <a:pt x="1715" y="220"/>
                  </a:lnTo>
                  <a:lnTo>
                    <a:pt x="1724" y="230"/>
                  </a:lnTo>
                  <a:lnTo>
                    <a:pt x="1733" y="240"/>
                  </a:lnTo>
                  <a:lnTo>
                    <a:pt x="1740" y="254"/>
                  </a:lnTo>
                  <a:lnTo>
                    <a:pt x="1743" y="260"/>
                  </a:lnTo>
                  <a:lnTo>
                    <a:pt x="1746" y="268"/>
                  </a:lnTo>
                  <a:lnTo>
                    <a:pt x="1752" y="286"/>
                  </a:lnTo>
                  <a:lnTo>
                    <a:pt x="1757" y="303"/>
                  </a:lnTo>
                  <a:lnTo>
                    <a:pt x="1761" y="323"/>
                  </a:lnTo>
                  <a:lnTo>
                    <a:pt x="1765" y="343"/>
                  </a:lnTo>
                  <a:lnTo>
                    <a:pt x="1767" y="365"/>
                  </a:lnTo>
                  <a:lnTo>
                    <a:pt x="1769" y="389"/>
                  </a:lnTo>
                  <a:lnTo>
                    <a:pt x="1770" y="415"/>
                  </a:lnTo>
                  <a:lnTo>
                    <a:pt x="1770" y="441"/>
                  </a:lnTo>
                  <a:lnTo>
                    <a:pt x="1770" y="469"/>
                  </a:lnTo>
                  <a:lnTo>
                    <a:pt x="1770" y="473"/>
                  </a:lnTo>
                  <a:lnTo>
                    <a:pt x="1770" y="475"/>
                  </a:lnTo>
                  <a:lnTo>
                    <a:pt x="1768" y="483"/>
                  </a:lnTo>
                  <a:lnTo>
                    <a:pt x="1765" y="487"/>
                  </a:lnTo>
                  <a:lnTo>
                    <a:pt x="1761" y="487"/>
                  </a:lnTo>
                  <a:close/>
                  <a:moveTo>
                    <a:pt x="1748" y="441"/>
                  </a:moveTo>
                  <a:lnTo>
                    <a:pt x="1748" y="417"/>
                  </a:lnTo>
                  <a:lnTo>
                    <a:pt x="1747" y="397"/>
                  </a:lnTo>
                  <a:lnTo>
                    <a:pt x="1746" y="375"/>
                  </a:lnTo>
                  <a:lnTo>
                    <a:pt x="1744" y="357"/>
                  </a:lnTo>
                  <a:lnTo>
                    <a:pt x="1742" y="339"/>
                  </a:lnTo>
                  <a:lnTo>
                    <a:pt x="1739" y="321"/>
                  </a:lnTo>
                  <a:lnTo>
                    <a:pt x="1737" y="315"/>
                  </a:lnTo>
                  <a:lnTo>
                    <a:pt x="1735" y="307"/>
                  </a:lnTo>
                  <a:lnTo>
                    <a:pt x="1731" y="294"/>
                  </a:lnTo>
                  <a:lnTo>
                    <a:pt x="1728" y="288"/>
                  </a:lnTo>
                  <a:lnTo>
                    <a:pt x="1726" y="282"/>
                  </a:lnTo>
                  <a:lnTo>
                    <a:pt x="1723" y="276"/>
                  </a:lnTo>
                  <a:lnTo>
                    <a:pt x="1720" y="272"/>
                  </a:lnTo>
                  <a:lnTo>
                    <a:pt x="1717" y="266"/>
                  </a:lnTo>
                  <a:lnTo>
                    <a:pt x="1714" y="262"/>
                  </a:lnTo>
                  <a:lnTo>
                    <a:pt x="1706" y="256"/>
                  </a:lnTo>
                  <a:lnTo>
                    <a:pt x="1699" y="250"/>
                  </a:lnTo>
                  <a:lnTo>
                    <a:pt x="1690" y="246"/>
                  </a:lnTo>
                  <a:lnTo>
                    <a:pt x="1681" y="242"/>
                  </a:lnTo>
                  <a:lnTo>
                    <a:pt x="1670" y="242"/>
                  </a:lnTo>
                  <a:lnTo>
                    <a:pt x="1660" y="242"/>
                  </a:lnTo>
                  <a:lnTo>
                    <a:pt x="1655" y="244"/>
                  </a:lnTo>
                  <a:lnTo>
                    <a:pt x="1651" y="246"/>
                  </a:lnTo>
                  <a:lnTo>
                    <a:pt x="1642" y="250"/>
                  </a:lnTo>
                  <a:lnTo>
                    <a:pt x="1634" y="256"/>
                  </a:lnTo>
                  <a:lnTo>
                    <a:pt x="1627" y="264"/>
                  </a:lnTo>
                  <a:lnTo>
                    <a:pt x="1621" y="274"/>
                  </a:lnTo>
                  <a:lnTo>
                    <a:pt x="1615" y="284"/>
                  </a:lnTo>
                  <a:lnTo>
                    <a:pt x="1610" y="298"/>
                  </a:lnTo>
                  <a:lnTo>
                    <a:pt x="1605" y="311"/>
                  </a:lnTo>
                  <a:lnTo>
                    <a:pt x="1603" y="317"/>
                  </a:lnTo>
                  <a:lnTo>
                    <a:pt x="1601" y="325"/>
                  </a:lnTo>
                  <a:lnTo>
                    <a:pt x="1598" y="343"/>
                  </a:lnTo>
                  <a:lnTo>
                    <a:pt x="1595" y="361"/>
                  </a:lnTo>
                  <a:lnTo>
                    <a:pt x="1593" y="379"/>
                  </a:lnTo>
                  <a:lnTo>
                    <a:pt x="1592" y="399"/>
                  </a:lnTo>
                  <a:lnTo>
                    <a:pt x="1591" y="421"/>
                  </a:lnTo>
                  <a:lnTo>
                    <a:pt x="1591" y="443"/>
                  </a:lnTo>
                  <a:lnTo>
                    <a:pt x="1748" y="447"/>
                  </a:lnTo>
                  <a:lnTo>
                    <a:pt x="1748" y="441"/>
                  </a:lnTo>
                  <a:close/>
                  <a:moveTo>
                    <a:pt x="2024" y="747"/>
                  </a:moveTo>
                  <a:lnTo>
                    <a:pt x="2021" y="747"/>
                  </a:lnTo>
                  <a:lnTo>
                    <a:pt x="2019" y="745"/>
                  </a:lnTo>
                  <a:lnTo>
                    <a:pt x="2017" y="743"/>
                  </a:lnTo>
                  <a:lnTo>
                    <a:pt x="2015" y="741"/>
                  </a:lnTo>
                  <a:lnTo>
                    <a:pt x="2013" y="739"/>
                  </a:lnTo>
                  <a:lnTo>
                    <a:pt x="2012" y="735"/>
                  </a:lnTo>
                  <a:lnTo>
                    <a:pt x="2012" y="731"/>
                  </a:lnTo>
                  <a:lnTo>
                    <a:pt x="2012" y="727"/>
                  </a:lnTo>
                  <a:lnTo>
                    <a:pt x="2012" y="701"/>
                  </a:lnTo>
                  <a:lnTo>
                    <a:pt x="2002" y="711"/>
                  </a:lnTo>
                  <a:lnTo>
                    <a:pt x="1992" y="721"/>
                  </a:lnTo>
                  <a:lnTo>
                    <a:pt x="1982" y="731"/>
                  </a:lnTo>
                  <a:lnTo>
                    <a:pt x="1977" y="735"/>
                  </a:lnTo>
                  <a:lnTo>
                    <a:pt x="1971" y="737"/>
                  </a:lnTo>
                  <a:lnTo>
                    <a:pt x="1960" y="745"/>
                  </a:lnTo>
                  <a:lnTo>
                    <a:pt x="1949" y="749"/>
                  </a:lnTo>
                  <a:lnTo>
                    <a:pt x="1943" y="751"/>
                  </a:lnTo>
                  <a:lnTo>
                    <a:pt x="1938" y="753"/>
                  </a:lnTo>
                  <a:lnTo>
                    <a:pt x="1926" y="753"/>
                  </a:lnTo>
                  <a:lnTo>
                    <a:pt x="1919" y="753"/>
                  </a:lnTo>
                  <a:lnTo>
                    <a:pt x="1912" y="751"/>
                  </a:lnTo>
                  <a:lnTo>
                    <a:pt x="1905" y="749"/>
                  </a:lnTo>
                  <a:lnTo>
                    <a:pt x="1898" y="745"/>
                  </a:lnTo>
                  <a:lnTo>
                    <a:pt x="1891" y="741"/>
                  </a:lnTo>
                  <a:lnTo>
                    <a:pt x="1888" y="739"/>
                  </a:lnTo>
                  <a:lnTo>
                    <a:pt x="1885" y="735"/>
                  </a:lnTo>
                  <a:lnTo>
                    <a:pt x="1879" y="727"/>
                  </a:lnTo>
                  <a:lnTo>
                    <a:pt x="1873" y="719"/>
                  </a:lnTo>
                  <a:lnTo>
                    <a:pt x="1868" y="709"/>
                  </a:lnTo>
                  <a:lnTo>
                    <a:pt x="1863" y="697"/>
                  </a:lnTo>
                  <a:lnTo>
                    <a:pt x="1859" y="685"/>
                  </a:lnTo>
                  <a:lnTo>
                    <a:pt x="1856" y="669"/>
                  </a:lnTo>
                  <a:lnTo>
                    <a:pt x="1853" y="653"/>
                  </a:lnTo>
                  <a:lnTo>
                    <a:pt x="1851" y="635"/>
                  </a:lnTo>
                  <a:lnTo>
                    <a:pt x="1849" y="613"/>
                  </a:lnTo>
                  <a:lnTo>
                    <a:pt x="1849" y="591"/>
                  </a:lnTo>
                  <a:lnTo>
                    <a:pt x="1849" y="579"/>
                  </a:lnTo>
                  <a:lnTo>
                    <a:pt x="1849" y="559"/>
                  </a:lnTo>
                  <a:lnTo>
                    <a:pt x="1851" y="541"/>
                  </a:lnTo>
                  <a:lnTo>
                    <a:pt x="1853" y="525"/>
                  </a:lnTo>
                  <a:lnTo>
                    <a:pt x="1854" y="517"/>
                  </a:lnTo>
                  <a:lnTo>
                    <a:pt x="1855" y="511"/>
                  </a:lnTo>
                  <a:lnTo>
                    <a:pt x="1859" y="497"/>
                  </a:lnTo>
                  <a:lnTo>
                    <a:pt x="1864" y="483"/>
                  </a:lnTo>
                  <a:lnTo>
                    <a:pt x="1870" y="471"/>
                  </a:lnTo>
                  <a:lnTo>
                    <a:pt x="1877" y="461"/>
                  </a:lnTo>
                  <a:lnTo>
                    <a:pt x="1885" y="453"/>
                  </a:lnTo>
                  <a:lnTo>
                    <a:pt x="1894" y="445"/>
                  </a:lnTo>
                  <a:lnTo>
                    <a:pt x="1904" y="439"/>
                  </a:lnTo>
                  <a:lnTo>
                    <a:pt x="1915" y="433"/>
                  </a:lnTo>
                  <a:lnTo>
                    <a:pt x="1928" y="429"/>
                  </a:lnTo>
                  <a:lnTo>
                    <a:pt x="1942" y="425"/>
                  </a:lnTo>
                  <a:lnTo>
                    <a:pt x="1957" y="423"/>
                  </a:lnTo>
                  <a:lnTo>
                    <a:pt x="1973" y="423"/>
                  </a:lnTo>
                  <a:lnTo>
                    <a:pt x="2012" y="423"/>
                  </a:lnTo>
                  <a:lnTo>
                    <a:pt x="2012" y="387"/>
                  </a:lnTo>
                  <a:lnTo>
                    <a:pt x="2012" y="367"/>
                  </a:lnTo>
                  <a:lnTo>
                    <a:pt x="2011" y="351"/>
                  </a:lnTo>
                  <a:lnTo>
                    <a:pt x="2010" y="335"/>
                  </a:lnTo>
                  <a:lnTo>
                    <a:pt x="2010" y="327"/>
                  </a:lnTo>
                  <a:lnTo>
                    <a:pt x="2009" y="319"/>
                  </a:lnTo>
                  <a:lnTo>
                    <a:pt x="2007" y="307"/>
                  </a:lnTo>
                  <a:lnTo>
                    <a:pt x="2005" y="296"/>
                  </a:lnTo>
                  <a:lnTo>
                    <a:pt x="2002" y="284"/>
                  </a:lnTo>
                  <a:lnTo>
                    <a:pt x="1999" y="276"/>
                  </a:lnTo>
                  <a:lnTo>
                    <a:pt x="1995" y="268"/>
                  </a:lnTo>
                  <a:lnTo>
                    <a:pt x="1990" y="260"/>
                  </a:lnTo>
                  <a:lnTo>
                    <a:pt x="1985" y="254"/>
                  </a:lnTo>
                  <a:lnTo>
                    <a:pt x="1979" y="250"/>
                  </a:lnTo>
                  <a:lnTo>
                    <a:pt x="1973" y="246"/>
                  </a:lnTo>
                  <a:lnTo>
                    <a:pt x="1965" y="244"/>
                  </a:lnTo>
                  <a:lnTo>
                    <a:pt x="1957" y="242"/>
                  </a:lnTo>
                  <a:lnTo>
                    <a:pt x="1949" y="242"/>
                  </a:lnTo>
                  <a:lnTo>
                    <a:pt x="1927" y="242"/>
                  </a:lnTo>
                  <a:lnTo>
                    <a:pt x="1909" y="244"/>
                  </a:lnTo>
                  <a:lnTo>
                    <a:pt x="1894" y="248"/>
                  </a:lnTo>
                  <a:lnTo>
                    <a:pt x="1877" y="250"/>
                  </a:lnTo>
                  <a:lnTo>
                    <a:pt x="1873" y="250"/>
                  </a:lnTo>
                  <a:lnTo>
                    <a:pt x="1869" y="250"/>
                  </a:lnTo>
                  <a:lnTo>
                    <a:pt x="1868" y="248"/>
                  </a:lnTo>
                  <a:lnTo>
                    <a:pt x="1867" y="246"/>
                  </a:lnTo>
                  <a:lnTo>
                    <a:pt x="1867" y="244"/>
                  </a:lnTo>
                  <a:lnTo>
                    <a:pt x="1866" y="240"/>
                  </a:lnTo>
                  <a:lnTo>
                    <a:pt x="1866" y="236"/>
                  </a:lnTo>
                  <a:lnTo>
                    <a:pt x="1866" y="230"/>
                  </a:lnTo>
                  <a:lnTo>
                    <a:pt x="1866" y="224"/>
                  </a:lnTo>
                  <a:lnTo>
                    <a:pt x="1867" y="220"/>
                  </a:lnTo>
                  <a:lnTo>
                    <a:pt x="1869" y="218"/>
                  </a:lnTo>
                  <a:lnTo>
                    <a:pt x="1870" y="216"/>
                  </a:lnTo>
                  <a:lnTo>
                    <a:pt x="1872" y="214"/>
                  </a:lnTo>
                  <a:lnTo>
                    <a:pt x="1877" y="212"/>
                  </a:lnTo>
                  <a:lnTo>
                    <a:pt x="1893" y="208"/>
                  </a:lnTo>
                  <a:lnTo>
                    <a:pt x="1908" y="206"/>
                  </a:lnTo>
                  <a:lnTo>
                    <a:pt x="1926" y="204"/>
                  </a:lnTo>
                  <a:lnTo>
                    <a:pt x="1949" y="202"/>
                  </a:lnTo>
                  <a:lnTo>
                    <a:pt x="1961" y="204"/>
                  </a:lnTo>
                  <a:lnTo>
                    <a:pt x="1972" y="206"/>
                  </a:lnTo>
                  <a:lnTo>
                    <a:pt x="1977" y="208"/>
                  </a:lnTo>
                  <a:lnTo>
                    <a:pt x="1982" y="210"/>
                  </a:lnTo>
                  <a:lnTo>
                    <a:pt x="1986" y="212"/>
                  </a:lnTo>
                  <a:lnTo>
                    <a:pt x="1991" y="216"/>
                  </a:lnTo>
                  <a:lnTo>
                    <a:pt x="1995" y="220"/>
                  </a:lnTo>
                  <a:lnTo>
                    <a:pt x="1999" y="224"/>
                  </a:lnTo>
                  <a:lnTo>
                    <a:pt x="2002" y="228"/>
                  </a:lnTo>
                  <a:lnTo>
                    <a:pt x="2006" y="232"/>
                  </a:lnTo>
                  <a:lnTo>
                    <a:pt x="2009" y="238"/>
                  </a:lnTo>
                  <a:lnTo>
                    <a:pt x="2012" y="242"/>
                  </a:lnTo>
                  <a:lnTo>
                    <a:pt x="2014" y="248"/>
                  </a:lnTo>
                  <a:lnTo>
                    <a:pt x="2017" y="254"/>
                  </a:lnTo>
                  <a:lnTo>
                    <a:pt x="2021" y="268"/>
                  </a:lnTo>
                  <a:lnTo>
                    <a:pt x="2025" y="282"/>
                  </a:lnTo>
                  <a:lnTo>
                    <a:pt x="2028" y="296"/>
                  </a:lnTo>
                  <a:lnTo>
                    <a:pt x="2029" y="303"/>
                  </a:lnTo>
                  <a:lnTo>
                    <a:pt x="2030" y="311"/>
                  </a:lnTo>
                  <a:lnTo>
                    <a:pt x="2032" y="329"/>
                  </a:lnTo>
                  <a:lnTo>
                    <a:pt x="2033" y="347"/>
                  </a:lnTo>
                  <a:lnTo>
                    <a:pt x="2034" y="367"/>
                  </a:lnTo>
                  <a:lnTo>
                    <a:pt x="2034" y="387"/>
                  </a:lnTo>
                  <a:lnTo>
                    <a:pt x="2034" y="727"/>
                  </a:lnTo>
                  <a:lnTo>
                    <a:pt x="2034" y="731"/>
                  </a:lnTo>
                  <a:lnTo>
                    <a:pt x="2033" y="735"/>
                  </a:lnTo>
                  <a:lnTo>
                    <a:pt x="2032" y="739"/>
                  </a:lnTo>
                  <a:lnTo>
                    <a:pt x="2031" y="741"/>
                  </a:lnTo>
                  <a:lnTo>
                    <a:pt x="2030" y="743"/>
                  </a:lnTo>
                  <a:lnTo>
                    <a:pt x="2028" y="745"/>
                  </a:lnTo>
                  <a:lnTo>
                    <a:pt x="2024" y="747"/>
                  </a:lnTo>
                  <a:close/>
                  <a:moveTo>
                    <a:pt x="2012" y="463"/>
                  </a:moveTo>
                  <a:lnTo>
                    <a:pt x="1973" y="463"/>
                  </a:lnTo>
                  <a:lnTo>
                    <a:pt x="1960" y="463"/>
                  </a:lnTo>
                  <a:lnTo>
                    <a:pt x="1947" y="463"/>
                  </a:lnTo>
                  <a:lnTo>
                    <a:pt x="1936" y="465"/>
                  </a:lnTo>
                  <a:lnTo>
                    <a:pt x="1925" y="469"/>
                  </a:lnTo>
                  <a:lnTo>
                    <a:pt x="1916" y="471"/>
                  </a:lnTo>
                  <a:lnTo>
                    <a:pt x="1908" y="477"/>
                  </a:lnTo>
                  <a:lnTo>
                    <a:pt x="1900" y="481"/>
                  </a:lnTo>
                  <a:lnTo>
                    <a:pt x="1894" y="489"/>
                  </a:lnTo>
                  <a:lnTo>
                    <a:pt x="1888" y="495"/>
                  </a:lnTo>
                  <a:lnTo>
                    <a:pt x="1883" y="503"/>
                  </a:lnTo>
                  <a:lnTo>
                    <a:pt x="1879" y="513"/>
                  </a:lnTo>
                  <a:lnTo>
                    <a:pt x="1876" y="523"/>
                  </a:lnTo>
                  <a:lnTo>
                    <a:pt x="1875" y="529"/>
                  </a:lnTo>
                  <a:lnTo>
                    <a:pt x="1874" y="535"/>
                  </a:lnTo>
                  <a:lnTo>
                    <a:pt x="1872" y="549"/>
                  </a:lnTo>
                  <a:lnTo>
                    <a:pt x="1871" y="563"/>
                  </a:lnTo>
                  <a:lnTo>
                    <a:pt x="1871" y="579"/>
                  </a:lnTo>
                  <a:lnTo>
                    <a:pt x="1871" y="591"/>
                  </a:lnTo>
                  <a:lnTo>
                    <a:pt x="1871" y="607"/>
                  </a:lnTo>
                  <a:lnTo>
                    <a:pt x="1872" y="623"/>
                  </a:lnTo>
                  <a:lnTo>
                    <a:pt x="1874" y="637"/>
                  </a:lnTo>
                  <a:lnTo>
                    <a:pt x="1875" y="649"/>
                  </a:lnTo>
                  <a:lnTo>
                    <a:pt x="1878" y="661"/>
                  </a:lnTo>
                  <a:lnTo>
                    <a:pt x="1881" y="671"/>
                  </a:lnTo>
                  <a:lnTo>
                    <a:pt x="1884" y="679"/>
                  </a:lnTo>
                  <a:lnTo>
                    <a:pt x="1885" y="683"/>
                  </a:lnTo>
                  <a:lnTo>
                    <a:pt x="1887" y="687"/>
                  </a:lnTo>
                  <a:lnTo>
                    <a:pt x="1891" y="695"/>
                  </a:lnTo>
                  <a:lnTo>
                    <a:pt x="1895" y="699"/>
                  </a:lnTo>
                  <a:lnTo>
                    <a:pt x="1900" y="705"/>
                  </a:lnTo>
                  <a:lnTo>
                    <a:pt x="1905" y="707"/>
                  </a:lnTo>
                  <a:lnTo>
                    <a:pt x="1910" y="711"/>
                  </a:lnTo>
                  <a:lnTo>
                    <a:pt x="1915" y="713"/>
                  </a:lnTo>
                  <a:lnTo>
                    <a:pt x="1926" y="713"/>
                  </a:lnTo>
                  <a:lnTo>
                    <a:pt x="1936" y="713"/>
                  </a:lnTo>
                  <a:lnTo>
                    <a:pt x="1947" y="711"/>
                  </a:lnTo>
                  <a:lnTo>
                    <a:pt x="1952" y="709"/>
                  </a:lnTo>
                  <a:lnTo>
                    <a:pt x="1957" y="707"/>
                  </a:lnTo>
                  <a:lnTo>
                    <a:pt x="1967" y="701"/>
                  </a:lnTo>
                  <a:lnTo>
                    <a:pt x="1977" y="695"/>
                  </a:lnTo>
                  <a:lnTo>
                    <a:pt x="1988" y="685"/>
                  </a:lnTo>
                  <a:lnTo>
                    <a:pt x="2000" y="675"/>
                  </a:lnTo>
                  <a:lnTo>
                    <a:pt x="2012" y="663"/>
                  </a:lnTo>
                  <a:lnTo>
                    <a:pt x="2012" y="463"/>
                  </a:lnTo>
                  <a:close/>
                  <a:moveTo>
                    <a:pt x="2313" y="747"/>
                  </a:moveTo>
                  <a:lnTo>
                    <a:pt x="2310" y="747"/>
                  </a:lnTo>
                  <a:lnTo>
                    <a:pt x="2307" y="745"/>
                  </a:lnTo>
                  <a:lnTo>
                    <a:pt x="2303" y="741"/>
                  </a:lnTo>
                  <a:lnTo>
                    <a:pt x="2301" y="735"/>
                  </a:lnTo>
                  <a:lnTo>
                    <a:pt x="2300" y="729"/>
                  </a:lnTo>
                  <a:lnTo>
                    <a:pt x="2300" y="393"/>
                  </a:lnTo>
                  <a:lnTo>
                    <a:pt x="2300" y="373"/>
                  </a:lnTo>
                  <a:lnTo>
                    <a:pt x="2299" y="355"/>
                  </a:lnTo>
                  <a:lnTo>
                    <a:pt x="2297" y="337"/>
                  </a:lnTo>
                  <a:lnTo>
                    <a:pt x="2295" y="321"/>
                  </a:lnTo>
                  <a:lnTo>
                    <a:pt x="2292" y="307"/>
                  </a:lnTo>
                  <a:lnTo>
                    <a:pt x="2288" y="296"/>
                  </a:lnTo>
                  <a:lnTo>
                    <a:pt x="2285" y="284"/>
                  </a:lnTo>
                  <a:lnTo>
                    <a:pt x="2280" y="276"/>
                  </a:lnTo>
                  <a:lnTo>
                    <a:pt x="2275" y="266"/>
                  </a:lnTo>
                  <a:lnTo>
                    <a:pt x="2270" y="260"/>
                  </a:lnTo>
                  <a:lnTo>
                    <a:pt x="2265" y="254"/>
                  </a:lnTo>
                  <a:lnTo>
                    <a:pt x="2259" y="250"/>
                  </a:lnTo>
                  <a:lnTo>
                    <a:pt x="2252" y="246"/>
                  </a:lnTo>
                  <a:lnTo>
                    <a:pt x="2246" y="244"/>
                  </a:lnTo>
                  <a:lnTo>
                    <a:pt x="2239" y="242"/>
                  </a:lnTo>
                  <a:lnTo>
                    <a:pt x="2232" y="242"/>
                  </a:lnTo>
                  <a:lnTo>
                    <a:pt x="2222" y="242"/>
                  </a:lnTo>
                  <a:lnTo>
                    <a:pt x="2212" y="244"/>
                  </a:lnTo>
                  <a:lnTo>
                    <a:pt x="2202" y="248"/>
                  </a:lnTo>
                  <a:lnTo>
                    <a:pt x="2192" y="254"/>
                  </a:lnTo>
                  <a:lnTo>
                    <a:pt x="2182" y="260"/>
                  </a:lnTo>
                  <a:lnTo>
                    <a:pt x="2172" y="266"/>
                  </a:lnTo>
                  <a:lnTo>
                    <a:pt x="2162" y="274"/>
                  </a:lnTo>
                  <a:lnTo>
                    <a:pt x="2152" y="284"/>
                  </a:lnTo>
                  <a:lnTo>
                    <a:pt x="2152" y="729"/>
                  </a:lnTo>
                  <a:lnTo>
                    <a:pt x="2152" y="731"/>
                  </a:lnTo>
                  <a:lnTo>
                    <a:pt x="2152" y="735"/>
                  </a:lnTo>
                  <a:lnTo>
                    <a:pt x="2150" y="741"/>
                  </a:lnTo>
                  <a:lnTo>
                    <a:pt x="2147" y="745"/>
                  </a:lnTo>
                  <a:lnTo>
                    <a:pt x="2142" y="747"/>
                  </a:lnTo>
                  <a:lnTo>
                    <a:pt x="2139" y="747"/>
                  </a:lnTo>
                  <a:lnTo>
                    <a:pt x="2137" y="745"/>
                  </a:lnTo>
                  <a:lnTo>
                    <a:pt x="2133" y="741"/>
                  </a:lnTo>
                  <a:lnTo>
                    <a:pt x="2130" y="735"/>
                  </a:lnTo>
                  <a:lnTo>
                    <a:pt x="2129" y="729"/>
                  </a:lnTo>
                  <a:lnTo>
                    <a:pt x="2129" y="228"/>
                  </a:lnTo>
                  <a:lnTo>
                    <a:pt x="2129" y="224"/>
                  </a:lnTo>
                  <a:lnTo>
                    <a:pt x="2130" y="220"/>
                  </a:lnTo>
                  <a:lnTo>
                    <a:pt x="2132" y="214"/>
                  </a:lnTo>
                  <a:lnTo>
                    <a:pt x="2133" y="210"/>
                  </a:lnTo>
                  <a:lnTo>
                    <a:pt x="2135" y="210"/>
                  </a:lnTo>
                  <a:lnTo>
                    <a:pt x="2136" y="208"/>
                  </a:lnTo>
                  <a:lnTo>
                    <a:pt x="2138" y="208"/>
                  </a:lnTo>
                  <a:lnTo>
                    <a:pt x="2142" y="208"/>
                  </a:lnTo>
                  <a:lnTo>
                    <a:pt x="2144" y="208"/>
                  </a:lnTo>
                  <a:lnTo>
                    <a:pt x="2147" y="210"/>
                  </a:lnTo>
                  <a:lnTo>
                    <a:pt x="2149" y="210"/>
                  </a:lnTo>
                  <a:lnTo>
                    <a:pt x="2150" y="214"/>
                  </a:lnTo>
                  <a:lnTo>
                    <a:pt x="2151" y="216"/>
                  </a:lnTo>
                  <a:lnTo>
                    <a:pt x="2152" y="220"/>
                  </a:lnTo>
                  <a:lnTo>
                    <a:pt x="2152" y="224"/>
                  </a:lnTo>
                  <a:lnTo>
                    <a:pt x="2152" y="228"/>
                  </a:lnTo>
                  <a:lnTo>
                    <a:pt x="2152" y="244"/>
                  </a:lnTo>
                  <a:lnTo>
                    <a:pt x="2162" y="234"/>
                  </a:lnTo>
                  <a:lnTo>
                    <a:pt x="2172" y="226"/>
                  </a:lnTo>
                  <a:lnTo>
                    <a:pt x="2183" y="220"/>
                  </a:lnTo>
                  <a:lnTo>
                    <a:pt x="2193" y="214"/>
                  </a:lnTo>
                  <a:lnTo>
                    <a:pt x="2203" y="208"/>
                  </a:lnTo>
                  <a:lnTo>
                    <a:pt x="2213" y="206"/>
                  </a:lnTo>
                  <a:lnTo>
                    <a:pt x="2224" y="204"/>
                  </a:lnTo>
                  <a:lnTo>
                    <a:pt x="2234" y="202"/>
                  </a:lnTo>
                  <a:lnTo>
                    <a:pt x="2242" y="204"/>
                  </a:lnTo>
                  <a:lnTo>
                    <a:pt x="2251" y="204"/>
                  </a:lnTo>
                  <a:lnTo>
                    <a:pt x="2260" y="208"/>
                  </a:lnTo>
                  <a:lnTo>
                    <a:pt x="2268" y="212"/>
                  </a:lnTo>
                  <a:lnTo>
                    <a:pt x="2275" y="218"/>
                  </a:lnTo>
                  <a:lnTo>
                    <a:pt x="2283" y="226"/>
                  </a:lnTo>
                  <a:lnTo>
                    <a:pt x="2290" y="236"/>
                  </a:lnTo>
                  <a:lnTo>
                    <a:pt x="2296" y="246"/>
                  </a:lnTo>
                  <a:lnTo>
                    <a:pt x="2302" y="258"/>
                  </a:lnTo>
                  <a:lnTo>
                    <a:pt x="2307" y="272"/>
                  </a:lnTo>
                  <a:lnTo>
                    <a:pt x="2311" y="288"/>
                  </a:lnTo>
                  <a:lnTo>
                    <a:pt x="2313" y="296"/>
                  </a:lnTo>
                  <a:lnTo>
                    <a:pt x="2315" y="305"/>
                  </a:lnTo>
                  <a:lnTo>
                    <a:pt x="2317" y="315"/>
                  </a:lnTo>
                  <a:lnTo>
                    <a:pt x="2318" y="325"/>
                  </a:lnTo>
                  <a:lnTo>
                    <a:pt x="2320" y="345"/>
                  </a:lnTo>
                  <a:lnTo>
                    <a:pt x="2322" y="369"/>
                  </a:lnTo>
                  <a:lnTo>
                    <a:pt x="2322" y="393"/>
                  </a:lnTo>
                  <a:lnTo>
                    <a:pt x="2322" y="729"/>
                  </a:lnTo>
                  <a:lnTo>
                    <a:pt x="2322" y="731"/>
                  </a:lnTo>
                  <a:lnTo>
                    <a:pt x="2321" y="735"/>
                  </a:lnTo>
                  <a:lnTo>
                    <a:pt x="2319" y="741"/>
                  </a:lnTo>
                  <a:lnTo>
                    <a:pt x="2318" y="743"/>
                  </a:lnTo>
                  <a:lnTo>
                    <a:pt x="2316" y="745"/>
                  </a:lnTo>
                  <a:lnTo>
                    <a:pt x="2313" y="747"/>
                  </a:lnTo>
                  <a:close/>
                  <a:moveTo>
                    <a:pt x="2678" y="751"/>
                  </a:moveTo>
                  <a:lnTo>
                    <a:pt x="2665" y="753"/>
                  </a:lnTo>
                  <a:lnTo>
                    <a:pt x="2652" y="753"/>
                  </a:lnTo>
                  <a:lnTo>
                    <a:pt x="2639" y="753"/>
                  </a:lnTo>
                  <a:lnTo>
                    <a:pt x="2628" y="749"/>
                  </a:lnTo>
                  <a:lnTo>
                    <a:pt x="2623" y="745"/>
                  </a:lnTo>
                  <a:lnTo>
                    <a:pt x="2618" y="741"/>
                  </a:lnTo>
                  <a:lnTo>
                    <a:pt x="2614" y="737"/>
                  </a:lnTo>
                  <a:lnTo>
                    <a:pt x="2610" y="731"/>
                  </a:lnTo>
                  <a:lnTo>
                    <a:pt x="2606" y="725"/>
                  </a:lnTo>
                  <a:lnTo>
                    <a:pt x="2603" y="717"/>
                  </a:lnTo>
                  <a:lnTo>
                    <a:pt x="2601" y="709"/>
                  </a:lnTo>
                  <a:lnTo>
                    <a:pt x="2599" y="699"/>
                  </a:lnTo>
                  <a:lnTo>
                    <a:pt x="2597" y="687"/>
                  </a:lnTo>
                  <a:lnTo>
                    <a:pt x="2596" y="675"/>
                  </a:lnTo>
                  <a:lnTo>
                    <a:pt x="2595" y="659"/>
                  </a:lnTo>
                  <a:lnTo>
                    <a:pt x="2595" y="645"/>
                  </a:lnTo>
                  <a:lnTo>
                    <a:pt x="2595" y="248"/>
                  </a:lnTo>
                  <a:lnTo>
                    <a:pt x="2545" y="248"/>
                  </a:lnTo>
                  <a:lnTo>
                    <a:pt x="2541" y="248"/>
                  </a:lnTo>
                  <a:lnTo>
                    <a:pt x="2540" y="246"/>
                  </a:lnTo>
                  <a:lnTo>
                    <a:pt x="2538" y="244"/>
                  </a:lnTo>
                  <a:lnTo>
                    <a:pt x="2536" y="240"/>
                  </a:lnTo>
                  <a:lnTo>
                    <a:pt x="2536" y="236"/>
                  </a:lnTo>
                  <a:lnTo>
                    <a:pt x="2535" y="232"/>
                  </a:lnTo>
                  <a:lnTo>
                    <a:pt x="2535" y="222"/>
                  </a:lnTo>
                  <a:lnTo>
                    <a:pt x="2536" y="220"/>
                  </a:lnTo>
                  <a:lnTo>
                    <a:pt x="2536" y="216"/>
                  </a:lnTo>
                  <a:lnTo>
                    <a:pt x="2537" y="214"/>
                  </a:lnTo>
                  <a:lnTo>
                    <a:pt x="2538" y="212"/>
                  </a:lnTo>
                  <a:lnTo>
                    <a:pt x="2540" y="210"/>
                  </a:lnTo>
                  <a:lnTo>
                    <a:pt x="2541" y="208"/>
                  </a:lnTo>
                  <a:lnTo>
                    <a:pt x="2545" y="208"/>
                  </a:lnTo>
                  <a:lnTo>
                    <a:pt x="2595" y="208"/>
                  </a:lnTo>
                  <a:lnTo>
                    <a:pt x="2595" y="104"/>
                  </a:lnTo>
                  <a:lnTo>
                    <a:pt x="2595" y="96"/>
                  </a:lnTo>
                  <a:lnTo>
                    <a:pt x="2596" y="94"/>
                  </a:lnTo>
                  <a:lnTo>
                    <a:pt x="2597" y="90"/>
                  </a:lnTo>
                  <a:lnTo>
                    <a:pt x="2598" y="88"/>
                  </a:lnTo>
                  <a:lnTo>
                    <a:pt x="2600" y="86"/>
                  </a:lnTo>
                  <a:lnTo>
                    <a:pt x="2602" y="86"/>
                  </a:lnTo>
                  <a:lnTo>
                    <a:pt x="2603" y="84"/>
                  </a:lnTo>
                  <a:lnTo>
                    <a:pt x="2609" y="84"/>
                  </a:lnTo>
                  <a:lnTo>
                    <a:pt x="2612" y="86"/>
                  </a:lnTo>
                  <a:lnTo>
                    <a:pt x="2615" y="90"/>
                  </a:lnTo>
                  <a:lnTo>
                    <a:pt x="2617" y="96"/>
                  </a:lnTo>
                  <a:lnTo>
                    <a:pt x="2617" y="104"/>
                  </a:lnTo>
                  <a:lnTo>
                    <a:pt x="2617" y="208"/>
                  </a:lnTo>
                  <a:lnTo>
                    <a:pt x="2677" y="208"/>
                  </a:lnTo>
                  <a:lnTo>
                    <a:pt x="2681" y="208"/>
                  </a:lnTo>
                  <a:lnTo>
                    <a:pt x="2682" y="210"/>
                  </a:lnTo>
                  <a:lnTo>
                    <a:pt x="2684" y="212"/>
                  </a:lnTo>
                  <a:lnTo>
                    <a:pt x="2686" y="216"/>
                  </a:lnTo>
                  <a:lnTo>
                    <a:pt x="2686" y="220"/>
                  </a:lnTo>
                  <a:lnTo>
                    <a:pt x="2687" y="222"/>
                  </a:lnTo>
                  <a:lnTo>
                    <a:pt x="2687" y="232"/>
                  </a:lnTo>
                  <a:lnTo>
                    <a:pt x="2686" y="236"/>
                  </a:lnTo>
                  <a:lnTo>
                    <a:pt x="2686" y="240"/>
                  </a:lnTo>
                  <a:lnTo>
                    <a:pt x="2684" y="244"/>
                  </a:lnTo>
                  <a:lnTo>
                    <a:pt x="2682" y="246"/>
                  </a:lnTo>
                  <a:lnTo>
                    <a:pt x="2681" y="248"/>
                  </a:lnTo>
                  <a:lnTo>
                    <a:pt x="2677" y="248"/>
                  </a:lnTo>
                  <a:lnTo>
                    <a:pt x="2617" y="248"/>
                  </a:lnTo>
                  <a:lnTo>
                    <a:pt x="2617" y="645"/>
                  </a:lnTo>
                  <a:lnTo>
                    <a:pt x="2618" y="665"/>
                  </a:lnTo>
                  <a:lnTo>
                    <a:pt x="2619" y="681"/>
                  </a:lnTo>
                  <a:lnTo>
                    <a:pt x="2622" y="693"/>
                  </a:lnTo>
                  <a:lnTo>
                    <a:pt x="2624" y="697"/>
                  </a:lnTo>
                  <a:lnTo>
                    <a:pt x="2626" y="701"/>
                  </a:lnTo>
                  <a:lnTo>
                    <a:pt x="2628" y="705"/>
                  </a:lnTo>
                  <a:lnTo>
                    <a:pt x="2631" y="707"/>
                  </a:lnTo>
                  <a:lnTo>
                    <a:pt x="2634" y="711"/>
                  </a:lnTo>
                  <a:lnTo>
                    <a:pt x="2637" y="711"/>
                  </a:lnTo>
                  <a:lnTo>
                    <a:pt x="2644" y="713"/>
                  </a:lnTo>
                  <a:lnTo>
                    <a:pt x="2652" y="713"/>
                  </a:lnTo>
                  <a:lnTo>
                    <a:pt x="2676" y="713"/>
                  </a:lnTo>
                  <a:lnTo>
                    <a:pt x="2681" y="715"/>
                  </a:lnTo>
                  <a:lnTo>
                    <a:pt x="2684" y="717"/>
                  </a:lnTo>
                  <a:lnTo>
                    <a:pt x="2685" y="719"/>
                  </a:lnTo>
                  <a:lnTo>
                    <a:pt x="2686" y="723"/>
                  </a:lnTo>
                  <a:lnTo>
                    <a:pt x="2686" y="725"/>
                  </a:lnTo>
                  <a:lnTo>
                    <a:pt x="2687" y="729"/>
                  </a:lnTo>
                  <a:lnTo>
                    <a:pt x="2686" y="737"/>
                  </a:lnTo>
                  <a:lnTo>
                    <a:pt x="2685" y="743"/>
                  </a:lnTo>
                  <a:lnTo>
                    <a:pt x="2684" y="747"/>
                  </a:lnTo>
                  <a:lnTo>
                    <a:pt x="2682" y="747"/>
                  </a:lnTo>
                  <a:lnTo>
                    <a:pt x="2678" y="751"/>
                  </a:lnTo>
                  <a:close/>
                  <a:moveTo>
                    <a:pt x="2945" y="753"/>
                  </a:moveTo>
                  <a:lnTo>
                    <a:pt x="2940" y="753"/>
                  </a:lnTo>
                  <a:lnTo>
                    <a:pt x="2937" y="751"/>
                  </a:lnTo>
                  <a:lnTo>
                    <a:pt x="2934" y="747"/>
                  </a:lnTo>
                  <a:lnTo>
                    <a:pt x="2933" y="741"/>
                  </a:lnTo>
                  <a:lnTo>
                    <a:pt x="2932" y="735"/>
                  </a:lnTo>
                  <a:lnTo>
                    <a:pt x="2932" y="395"/>
                  </a:lnTo>
                  <a:lnTo>
                    <a:pt x="2932" y="377"/>
                  </a:lnTo>
                  <a:lnTo>
                    <a:pt x="2931" y="359"/>
                  </a:lnTo>
                  <a:lnTo>
                    <a:pt x="2930" y="343"/>
                  </a:lnTo>
                  <a:lnTo>
                    <a:pt x="2928" y="329"/>
                  </a:lnTo>
                  <a:lnTo>
                    <a:pt x="2926" y="315"/>
                  </a:lnTo>
                  <a:lnTo>
                    <a:pt x="2923" y="303"/>
                  </a:lnTo>
                  <a:lnTo>
                    <a:pt x="2919" y="292"/>
                  </a:lnTo>
                  <a:lnTo>
                    <a:pt x="2915" y="282"/>
                  </a:lnTo>
                  <a:lnTo>
                    <a:pt x="2913" y="276"/>
                  </a:lnTo>
                  <a:lnTo>
                    <a:pt x="2910" y="272"/>
                  </a:lnTo>
                  <a:lnTo>
                    <a:pt x="2905" y="264"/>
                  </a:lnTo>
                  <a:lnTo>
                    <a:pt x="2899" y="258"/>
                  </a:lnTo>
                  <a:lnTo>
                    <a:pt x="2892" y="252"/>
                  </a:lnTo>
                  <a:lnTo>
                    <a:pt x="2885" y="248"/>
                  </a:lnTo>
                  <a:lnTo>
                    <a:pt x="2881" y="246"/>
                  </a:lnTo>
                  <a:lnTo>
                    <a:pt x="2876" y="244"/>
                  </a:lnTo>
                  <a:lnTo>
                    <a:pt x="2867" y="242"/>
                  </a:lnTo>
                  <a:lnTo>
                    <a:pt x="2858" y="242"/>
                  </a:lnTo>
                  <a:lnTo>
                    <a:pt x="2841" y="244"/>
                  </a:lnTo>
                  <a:lnTo>
                    <a:pt x="2823" y="246"/>
                  </a:lnTo>
                  <a:lnTo>
                    <a:pt x="2804" y="252"/>
                  </a:lnTo>
                  <a:lnTo>
                    <a:pt x="2796" y="256"/>
                  </a:lnTo>
                  <a:lnTo>
                    <a:pt x="2789" y="260"/>
                  </a:lnTo>
                  <a:lnTo>
                    <a:pt x="2789" y="735"/>
                  </a:lnTo>
                  <a:lnTo>
                    <a:pt x="2789" y="737"/>
                  </a:lnTo>
                  <a:lnTo>
                    <a:pt x="2788" y="741"/>
                  </a:lnTo>
                  <a:lnTo>
                    <a:pt x="2786" y="747"/>
                  </a:lnTo>
                  <a:lnTo>
                    <a:pt x="2785" y="749"/>
                  </a:lnTo>
                  <a:lnTo>
                    <a:pt x="2784" y="751"/>
                  </a:lnTo>
                  <a:lnTo>
                    <a:pt x="2780" y="753"/>
                  </a:lnTo>
                  <a:lnTo>
                    <a:pt x="2775" y="753"/>
                  </a:lnTo>
                  <a:lnTo>
                    <a:pt x="2772" y="751"/>
                  </a:lnTo>
                  <a:lnTo>
                    <a:pt x="2769" y="747"/>
                  </a:lnTo>
                  <a:lnTo>
                    <a:pt x="2767" y="741"/>
                  </a:lnTo>
                  <a:lnTo>
                    <a:pt x="2767" y="735"/>
                  </a:lnTo>
                  <a:lnTo>
                    <a:pt x="2767" y="20"/>
                  </a:lnTo>
                  <a:lnTo>
                    <a:pt x="2767" y="16"/>
                  </a:lnTo>
                  <a:lnTo>
                    <a:pt x="2767" y="12"/>
                  </a:lnTo>
                  <a:lnTo>
                    <a:pt x="2769" y="6"/>
                  </a:lnTo>
                  <a:lnTo>
                    <a:pt x="2770" y="4"/>
                  </a:lnTo>
                  <a:lnTo>
                    <a:pt x="2772" y="2"/>
                  </a:lnTo>
                  <a:lnTo>
                    <a:pt x="2775" y="0"/>
                  </a:lnTo>
                  <a:lnTo>
                    <a:pt x="2780" y="0"/>
                  </a:lnTo>
                  <a:lnTo>
                    <a:pt x="2784" y="2"/>
                  </a:lnTo>
                  <a:lnTo>
                    <a:pt x="2786" y="6"/>
                  </a:lnTo>
                  <a:lnTo>
                    <a:pt x="2788" y="12"/>
                  </a:lnTo>
                  <a:lnTo>
                    <a:pt x="2789" y="20"/>
                  </a:lnTo>
                  <a:lnTo>
                    <a:pt x="2789" y="220"/>
                  </a:lnTo>
                  <a:lnTo>
                    <a:pt x="2804" y="214"/>
                  </a:lnTo>
                  <a:lnTo>
                    <a:pt x="2823" y="208"/>
                  </a:lnTo>
                  <a:lnTo>
                    <a:pt x="2840" y="204"/>
                  </a:lnTo>
                  <a:lnTo>
                    <a:pt x="2858" y="202"/>
                  </a:lnTo>
                  <a:lnTo>
                    <a:pt x="2870" y="204"/>
                  </a:lnTo>
                  <a:lnTo>
                    <a:pt x="2882" y="206"/>
                  </a:lnTo>
                  <a:lnTo>
                    <a:pt x="2887" y="208"/>
                  </a:lnTo>
                  <a:lnTo>
                    <a:pt x="2892" y="210"/>
                  </a:lnTo>
                  <a:lnTo>
                    <a:pt x="2902" y="216"/>
                  </a:lnTo>
                  <a:lnTo>
                    <a:pt x="2911" y="224"/>
                  </a:lnTo>
                  <a:lnTo>
                    <a:pt x="2915" y="230"/>
                  </a:lnTo>
                  <a:lnTo>
                    <a:pt x="2919" y="234"/>
                  </a:lnTo>
                  <a:lnTo>
                    <a:pt x="2926" y="244"/>
                  </a:lnTo>
                  <a:lnTo>
                    <a:pt x="2932" y="256"/>
                  </a:lnTo>
                  <a:lnTo>
                    <a:pt x="2937" y="270"/>
                  </a:lnTo>
                  <a:lnTo>
                    <a:pt x="2940" y="278"/>
                  </a:lnTo>
                  <a:lnTo>
                    <a:pt x="2942" y="286"/>
                  </a:lnTo>
                  <a:lnTo>
                    <a:pt x="2944" y="292"/>
                  </a:lnTo>
                  <a:lnTo>
                    <a:pt x="2946" y="300"/>
                  </a:lnTo>
                  <a:lnTo>
                    <a:pt x="2947" y="309"/>
                  </a:lnTo>
                  <a:lnTo>
                    <a:pt x="2949" y="317"/>
                  </a:lnTo>
                  <a:lnTo>
                    <a:pt x="2951" y="335"/>
                  </a:lnTo>
                  <a:lnTo>
                    <a:pt x="2952" y="345"/>
                  </a:lnTo>
                  <a:lnTo>
                    <a:pt x="2953" y="355"/>
                  </a:lnTo>
                  <a:lnTo>
                    <a:pt x="2953" y="375"/>
                  </a:lnTo>
                  <a:lnTo>
                    <a:pt x="2954" y="395"/>
                  </a:lnTo>
                  <a:lnTo>
                    <a:pt x="2954" y="735"/>
                  </a:lnTo>
                  <a:lnTo>
                    <a:pt x="2953" y="741"/>
                  </a:lnTo>
                  <a:lnTo>
                    <a:pt x="2953" y="745"/>
                  </a:lnTo>
                  <a:lnTo>
                    <a:pt x="2952" y="747"/>
                  </a:lnTo>
                  <a:lnTo>
                    <a:pt x="2950" y="749"/>
                  </a:lnTo>
                  <a:lnTo>
                    <a:pt x="2949" y="751"/>
                  </a:lnTo>
                  <a:lnTo>
                    <a:pt x="2947" y="753"/>
                  </a:lnTo>
                  <a:lnTo>
                    <a:pt x="2945" y="753"/>
                  </a:lnTo>
                  <a:close/>
                  <a:moveTo>
                    <a:pt x="3232" y="487"/>
                  </a:moveTo>
                  <a:lnTo>
                    <a:pt x="3061" y="487"/>
                  </a:lnTo>
                  <a:lnTo>
                    <a:pt x="3061" y="509"/>
                  </a:lnTo>
                  <a:lnTo>
                    <a:pt x="3061" y="539"/>
                  </a:lnTo>
                  <a:lnTo>
                    <a:pt x="3062" y="553"/>
                  </a:lnTo>
                  <a:lnTo>
                    <a:pt x="3063" y="565"/>
                  </a:lnTo>
                  <a:lnTo>
                    <a:pt x="3064" y="579"/>
                  </a:lnTo>
                  <a:lnTo>
                    <a:pt x="3065" y="591"/>
                  </a:lnTo>
                  <a:lnTo>
                    <a:pt x="3068" y="613"/>
                  </a:lnTo>
                  <a:lnTo>
                    <a:pt x="3072" y="631"/>
                  </a:lnTo>
                  <a:lnTo>
                    <a:pt x="3077" y="647"/>
                  </a:lnTo>
                  <a:lnTo>
                    <a:pt x="3082" y="663"/>
                  </a:lnTo>
                  <a:lnTo>
                    <a:pt x="3085" y="669"/>
                  </a:lnTo>
                  <a:lnTo>
                    <a:pt x="3088" y="675"/>
                  </a:lnTo>
                  <a:lnTo>
                    <a:pt x="3091" y="681"/>
                  </a:lnTo>
                  <a:lnTo>
                    <a:pt x="3094" y="685"/>
                  </a:lnTo>
                  <a:lnTo>
                    <a:pt x="3101" y="693"/>
                  </a:lnTo>
                  <a:lnTo>
                    <a:pt x="3109" y="701"/>
                  </a:lnTo>
                  <a:lnTo>
                    <a:pt x="3117" y="705"/>
                  </a:lnTo>
                  <a:lnTo>
                    <a:pt x="3125" y="709"/>
                  </a:lnTo>
                  <a:lnTo>
                    <a:pt x="3134" y="713"/>
                  </a:lnTo>
                  <a:lnTo>
                    <a:pt x="3143" y="713"/>
                  </a:lnTo>
                  <a:lnTo>
                    <a:pt x="3153" y="713"/>
                  </a:lnTo>
                  <a:lnTo>
                    <a:pt x="3171" y="713"/>
                  </a:lnTo>
                  <a:lnTo>
                    <a:pt x="3189" y="709"/>
                  </a:lnTo>
                  <a:lnTo>
                    <a:pt x="3209" y="703"/>
                  </a:lnTo>
                  <a:lnTo>
                    <a:pt x="3228" y="697"/>
                  </a:lnTo>
                  <a:lnTo>
                    <a:pt x="3229" y="697"/>
                  </a:lnTo>
                  <a:lnTo>
                    <a:pt x="3231" y="697"/>
                  </a:lnTo>
                  <a:lnTo>
                    <a:pt x="3235" y="697"/>
                  </a:lnTo>
                  <a:lnTo>
                    <a:pt x="3236" y="699"/>
                  </a:lnTo>
                  <a:lnTo>
                    <a:pt x="3237" y="703"/>
                  </a:lnTo>
                  <a:lnTo>
                    <a:pt x="3238" y="705"/>
                  </a:lnTo>
                  <a:lnTo>
                    <a:pt x="3238" y="709"/>
                  </a:lnTo>
                  <a:lnTo>
                    <a:pt x="3238" y="721"/>
                  </a:lnTo>
                  <a:lnTo>
                    <a:pt x="3237" y="725"/>
                  </a:lnTo>
                  <a:lnTo>
                    <a:pt x="3236" y="729"/>
                  </a:lnTo>
                  <a:lnTo>
                    <a:pt x="3235" y="731"/>
                  </a:lnTo>
                  <a:lnTo>
                    <a:pt x="3233" y="733"/>
                  </a:lnTo>
                  <a:lnTo>
                    <a:pt x="3229" y="737"/>
                  </a:lnTo>
                  <a:lnTo>
                    <a:pt x="3210" y="743"/>
                  </a:lnTo>
                  <a:lnTo>
                    <a:pt x="3190" y="749"/>
                  </a:lnTo>
                  <a:lnTo>
                    <a:pt x="3171" y="751"/>
                  </a:lnTo>
                  <a:lnTo>
                    <a:pt x="3153" y="753"/>
                  </a:lnTo>
                  <a:lnTo>
                    <a:pt x="3141" y="753"/>
                  </a:lnTo>
                  <a:lnTo>
                    <a:pt x="3129" y="751"/>
                  </a:lnTo>
                  <a:lnTo>
                    <a:pt x="3118" y="747"/>
                  </a:lnTo>
                  <a:lnTo>
                    <a:pt x="3108" y="741"/>
                  </a:lnTo>
                  <a:lnTo>
                    <a:pt x="3098" y="735"/>
                  </a:lnTo>
                  <a:lnTo>
                    <a:pt x="3093" y="731"/>
                  </a:lnTo>
                  <a:lnTo>
                    <a:pt x="3089" y="727"/>
                  </a:lnTo>
                  <a:lnTo>
                    <a:pt x="3080" y="715"/>
                  </a:lnTo>
                  <a:lnTo>
                    <a:pt x="3072" y="703"/>
                  </a:lnTo>
                  <a:lnTo>
                    <a:pt x="3068" y="695"/>
                  </a:lnTo>
                  <a:lnTo>
                    <a:pt x="3065" y="687"/>
                  </a:lnTo>
                  <a:lnTo>
                    <a:pt x="3058" y="669"/>
                  </a:lnTo>
                  <a:lnTo>
                    <a:pt x="3053" y="649"/>
                  </a:lnTo>
                  <a:lnTo>
                    <a:pt x="3048" y="627"/>
                  </a:lnTo>
                  <a:lnTo>
                    <a:pt x="3046" y="615"/>
                  </a:lnTo>
                  <a:lnTo>
                    <a:pt x="3044" y="601"/>
                  </a:lnTo>
                  <a:lnTo>
                    <a:pt x="3041" y="573"/>
                  </a:lnTo>
                  <a:lnTo>
                    <a:pt x="3039" y="543"/>
                  </a:lnTo>
                  <a:lnTo>
                    <a:pt x="3039" y="527"/>
                  </a:lnTo>
                  <a:lnTo>
                    <a:pt x="3039" y="509"/>
                  </a:lnTo>
                  <a:lnTo>
                    <a:pt x="3039" y="443"/>
                  </a:lnTo>
                  <a:lnTo>
                    <a:pt x="3039" y="417"/>
                  </a:lnTo>
                  <a:lnTo>
                    <a:pt x="3040" y="391"/>
                  </a:lnTo>
                  <a:lnTo>
                    <a:pt x="3043" y="369"/>
                  </a:lnTo>
                  <a:lnTo>
                    <a:pt x="3045" y="345"/>
                  </a:lnTo>
                  <a:lnTo>
                    <a:pt x="3047" y="335"/>
                  </a:lnTo>
                  <a:lnTo>
                    <a:pt x="3049" y="325"/>
                  </a:lnTo>
                  <a:lnTo>
                    <a:pt x="3051" y="315"/>
                  </a:lnTo>
                  <a:lnTo>
                    <a:pt x="3053" y="305"/>
                  </a:lnTo>
                  <a:lnTo>
                    <a:pt x="3056" y="296"/>
                  </a:lnTo>
                  <a:lnTo>
                    <a:pt x="3059" y="288"/>
                  </a:lnTo>
                  <a:lnTo>
                    <a:pt x="3065" y="270"/>
                  </a:lnTo>
                  <a:lnTo>
                    <a:pt x="3072" y="256"/>
                  </a:lnTo>
                  <a:lnTo>
                    <a:pt x="3079" y="242"/>
                  </a:lnTo>
                  <a:lnTo>
                    <a:pt x="3087" y="230"/>
                  </a:lnTo>
                  <a:lnTo>
                    <a:pt x="3097" y="220"/>
                  </a:lnTo>
                  <a:lnTo>
                    <a:pt x="3106" y="212"/>
                  </a:lnTo>
                  <a:lnTo>
                    <a:pt x="3117" y="208"/>
                  </a:lnTo>
                  <a:lnTo>
                    <a:pt x="3128" y="204"/>
                  </a:lnTo>
                  <a:lnTo>
                    <a:pt x="3134" y="202"/>
                  </a:lnTo>
                  <a:lnTo>
                    <a:pt x="3141" y="202"/>
                  </a:lnTo>
                  <a:lnTo>
                    <a:pt x="3154" y="204"/>
                  </a:lnTo>
                  <a:lnTo>
                    <a:pt x="3160" y="204"/>
                  </a:lnTo>
                  <a:lnTo>
                    <a:pt x="3166" y="206"/>
                  </a:lnTo>
                  <a:lnTo>
                    <a:pt x="3177" y="212"/>
                  </a:lnTo>
                  <a:lnTo>
                    <a:pt x="3182" y="216"/>
                  </a:lnTo>
                  <a:lnTo>
                    <a:pt x="3186" y="220"/>
                  </a:lnTo>
                  <a:lnTo>
                    <a:pt x="3196" y="230"/>
                  </a:lnTo>
                  <a:lnTo>
                    <a:pt x="3204" y="240"/>
                  </a:lnTo>
                  <a:lnTo>
                    <a:pt x="3211" y="254"/>
                  </a:lnTo>
                  <a:lnTo>
                    <a:pt x="3214" y="260"/>
                  </a:lnTo>
                  <a:lnTo>
                    <a:pt x="3218" y="268"/>
                  </a:lnTo>
                  <a:lnTo>
                    <a:pt x="3223" y="286"/>
                  </a:lnTo>
                  <a:lnTo>
                    <a:pt x="3228" y="303"/>
                  </a:lnTo>
                  <a:lnTo>
                    <a:pt x="3232" y="323"/>
                  </a:lnTo>
                  <a:lnTo>
                    <a:pt x="3236" y="343"/>
                  </a:lnTo>
                  <a:lnTo>
                    <a:pt x="3238" y="365"/>
                  </a:lnTo>
                  <a:lnTo>
                    <a:pt x="3240" y="389"/>
                  </a:lnTo>
                  <a:lnTo>
                    <a:pt x="3241" y="415"/>
                  </a:lnTo>
                  <a:lnTo>
                    <a:pt x="3242" y="441"/>
                  </a:lnTo>
                  <a:lnTo>
                    <a:pt x="3242" y="469"/>
                  </a:lnTo>
                  <a:lnTo>
                    <a:pt x="3241" y="473"/>
                  </a:lnTo>
                  <a:lnTo>
                    <a:pt x="3241" y="475"/>
                  </a:lnTo>
                  <a:lnTo>
                    <a:pt x="3239" y="483"/>
                  </a:lnTo>
                  <a:lnTo>
                    <a:pt x="3236" y="487"/>
                  </a:lnTo>
                  <a:lnTo>
                    <a:pt x="3232" y="487"/>
                  </a:lnTo>
                  <a:close/>
                  <a:moveTo>
                    <a:pt x="3220" y="441"/>
                  </a:moveTo>
                  <a:lnTo>
                    <a:pt x="3219" y="417"/>
                  </a:lnTo>
                  <a:lnTo>
                    <a:pt x="3219" y="397"/>
                  </a:lnTo>
                  <a:lnTo>
                    <a:pt x="3217" y="375"/>
                  </a:lnTo>
                  <a:lnTo>
                    <a:pt x="3215" y="357"/>
                  </a:lnTo>
                  <a:lnTo>
                    <a:pt x="3213" y="339"/>
                  </a:lnTo>
                  <a:lnTo>
                    <a:pt x="3210" y="321"/>
                  </a:lnTo>
                  <a:lnTo>
                    <a:pt x="3208" y="315"/>
                  </a:lnTo>
                  <a:lnTo>
                    <a:pt x="3206" y="307"/>
                  </a:lnTo>
                  <a:lnTo>
                    <a:pt x="3202" y="294"/>
                  </a:lnTo>
                  <a:lnTo>
                    <a:pt x="3199" y="288"/>
                  </a:lnTo>
                  <a:lnTo>
                    <a:pt x="3197" y="282"/>
                  </a:lnTo>
                  <a:lnTo>
                    <a:pt x="3194" y="276"/>
                  </a:lnTo>
                  <a:lnTo>
                    <a:pt x="3191" y="272"/>
                  </a:lnTo>
                  <a:lnTo>
                    <a:pt x="3188" y="266"/>
                  </a:lnTo>
                  <a:lnTo>
                    <a:pt x="3185" y="262"/>
                  </a:lnTo>
                  <a:lnTo>
                    <a:pt x="3178" y="256"/>
                  </a:lnTo>
                  <a:lnTo>
                    <a:pt x="3170" y="250"/>
                  </a:lnTo>
                  <a:lnTo>
                    <a:pt x="3161" y="246"/>
                  </a:lnTo>
                  <a:lnTo>
                    <a:pt x="3152" y="242"/>
                  </a:lnTo>
                  <a:lnTo>
                    <a:pt x="3141" y="242"/>
                  </a:lnTo>
                  <a:lnTo>
                    <a:pt x="3130" y="242"/>
                  </a:lnTo>
                  <a:lnTo>
                    <a:pt x="3126" y="244"/>
                  </a:lnTo>
                  <a:lnTo>
                    <a:pt x="3121" y="246"/>
                  </a:lnTo>
                  <a:lnTo>
                    <a:pt x="3112" y="250"/>
                  </a:lnTo>
                  <a:lnTo>
                    <a:pt x="3105" y="256"/>
                  </a:lnTo>
                  <a:lnTo>
                    <a:pt x="3097" y="264"/>
                  </a:lnTo>
                  <a:lnTo>
                    <a:pt x="3091" y="274"/>
                  </a:lnTo>
                  <a:lnTo>
                    <a:pt x="3085" y="284"/>
                  </a:lnTo>
                  <a:lnTo>
                    <a:pt x="3080" y="298"/>
                  </a:lnTo>
                  <a:lnTo>
                    <a:pt x="3075" y="311"/>
                  </a:lnTo>
                  <a:lnTo>
                    <a:pt x="3073" y="317"/>
                  </a:lnTo>
                  <a:lnTo>
                    <a:pt x="3071" y="325"/>
                  </a:lnTo>
                  <a:lnTo>
                    <a:pt x="3068" y="343"/>
                  </a:lnTo>
                  <a:lnTo>
                    <a:pt x="3066" y="361"/>
                  </a:lnTo>
                  <a:lnTo>
                    <a:pt x="3064" y="379"/>
                  </a:lnTo>
                  <a:lnTo>
                    <a:pt x="3062" y="399"/>
                  </a:lnTo>
                  <a:lnTo>
                    <a:pt x="3061" y="421"/>
                  </a:lnTo>
                  <a:lnTo>
                    <a:pt x="3061" y="443"/>
                  </a:lnTo>
                  <a:lnTo>
                    <a:pt x="3220" y="447"/>
                  </a:lnTo>
                  <a:lnTo>
                    <a:pt x="3220" y="441"/>
                  </a:lnTo>
                  <a:close/>
                  <a:moveTo>
                    <a:pt x="3726" y="699"/>
                  </a:moveTo>
                  <a:lnTo>
                    <a:pt x="3724" y="713"/>
                  </a:lnTo>
                  <a:lnTo>
                    <a:pt x="3722" y="723"/>
                  </a:lnTo>
                  <a:lnTo>
                    <a:pt x="3720" y="733"/>
                  </a:lnTo>
                  <a:lnTo>
                    <a:pt x="3718" y="737"/>
                  </a:lnTo>
                  <a:lnTo>
                    <a:pt x="3717" y="741"/>
                  </a:lnTo>
                  <a:lnTo>
                    <a:pt x="3714" y="747"/>
                  </a:lnTo>
                  <a:lnTo>
                    <a:pt x="3710" y="751"/>
                  </a:lnTo>
                  <a:lnTo>
                    <a:pt x="3705" y="753"/>
                  </a:lnTo>
                  <a:lnTo>
                    <a:pt x="3700" y="753"/>
                  </a:lnTo>
                  <a:lnTo>
                    <a:pt x="3694" y="753"/>
                  </a:lnTo>
                  <a:lnTo>
                    <a:pt x="3692" y="751"/>
                  </a:lnTo>
                  <a:lnTo>
                    <a:pt x="3690" y="749"/>
                  </a:lnTo>
                  <a:lnTo>
                    <a:pt x="3688" y="747"/>
                  </a:lnTo>
                  <a:lnTo>
                    <a:pt x="3686" y="745"/>
                  </a:lnTo>
                  <a:lnTo>
                    <a:pt x="3684" y="741"/>
                  </a:lnTo>
                  <a:lnTo>
                    <a:pt x="3683" y="739"/>
                  </a:lnTo>
                  <a:lnTo>
                    <a:pt x="3680" y="731"/>
                  </a:lnTo>
                  <a:lnTo>
                    <a:pt x="3678" y="721"/>
                  </a:lnTo>
                  <a:lnTo>
                    <a:pt x="3676" y="709"/>
                  </a:lnTo>
                  <a:lnTo>
                    <a:pt x="3674" y="695"/>
                  </a:lnTo>
                  <a:lnTo>
                    <a:pt x="3621" y="313"/>
                  </a:lnTo>
                  <a:lnTo>
                    <a:pt x="3619" y="305"/>
                  </a:lnTo>
                  <a:lnTo>
                    <a:pt x="3618" y="305"/>
                  </a:lnTo>
                  <a:lnTo>
                    <a:pt x="3617" y="305"/>
                  </a:lnTo>
                  <a:lnTo>
                    <a:pt x="3615" y="305"/>
                  </a:lnTo>
                  <a:lnTo>
                    <a:pt x="3614" y="313"/>
                  </a:lnTo>
                  <a:lnTo>
                    <a:pt x="3560" y="695"/>
                  </a:lnTo>
                  <a:lnTo>
                    <a:pt x="3556" y="721"/>
                  </a:lnTo>
                  <a:lnTo>
                    <a:pt x="3554" y="731"/>
                  </a:lnTo>
                  <a:lnTo>
                    <a:pt x="3552" y="739"/>
                  </a:lnTo>
                  <a:lnTo>
                    <a:pt x="3548" y="745"/>
                  </a:lnTo>
                  <a:lnTo>
                    <a:pt x="3545" y="749"/>
                  </a:lnTo>
                  <a:lnTo>
                    <a:pt x="3540" y="753"/>
                  </a:lnTo>
                  <a:lnTo>
                    <a:pt x="3535" y="753"/>
                  </a:lnTo>
                  <a:lnTo>
                    <a:pt x="3529" y="753"/>
                  </a:lnTo>
                  <a:lnTo>
                    <a:pt x="3525" y="751"/>
                  </a:lnTo>
                  <a:lnTo>
                    <a:pt x="3521" y="747"/>
                  </a:lnTo>
                  <a:lnTo>
                    <a:pt x="3517" y="741"/>
                  </a:lnTo>
                  <a:lnTo>
                    <a:pt x="3516" y="737"/>
                  </a:lnTo>
                  <a:lnTo>
                    <a:pt x="3515" y="733"/>
                  </a:lnTo>
                  <a:lnTo>
                    <a:pt x="3513" y="729"/>
                  </a:lnTo>
                  <a:lnTo>
                    <a:pt x="3512" y="723"/>
                  </a:lnTo>
                  <a:lnTo>
                    <a:pt x="3510" y="713"/>
                  </a:lnTo>
                  <a:lnTo>
                    <a:pt x="3508" y="699"/>
                  </a:lnTo>
                  <a:lnTo>
                    <a:pt x="3452" y="232"/>
                  </a:lnTo>
                  <a:lnTo>
                    <a:pt x="3452" y="228"/>
                  </a:lnTo>
                  <a:lnTo>
                    <a:pt x="3452" y="222"/>
                  </a:lnTo>
                  <a:lnTo>
                    <a:pt x="3452" y="218"/>
                  </a:lnTo>
                  <a:lnTo>
                    <a:pt x="3453" y="216"/>
                  </a:lnTo>
                  <a:lnTo>
                    <a:pt x="3454" y="212"/>
                  </a:lnTo>
                  <a:lnTo>
                    <a:pt x="3456" y="210"/>
                  </a:lnTo>
                  <a:lnTo>
                    <a:pt x="3458" y="208"/>
                  </a:lnTo>
                  <a:lnTo>
                    <a:pt x="3461" y="208"/>
                  </a:lnTo>
                  <a:lnTo>
                    <a:pt x="3467" y="208"/>
                  </a:lnTo>
                  <a:lnTo>
                    <a:pt x="3470" y="212"/>
                  </a:lnTo>
                  <a:lnTo>
                    <a:pt x="3471" y="216"/>
                  </a:lnTo>
                  <a:lnTo>
                    <a:pt x="3472" y="222"/>
                  </a:lnTo>
                  <a:lnTo>
                    <a:pt x="3528" y="689"/>
                  </a:lnTo>
                  <a:lnTo>
                    <a:pt x="3530" y="703"/>
                  </a:lnTo>
                  <a:lnTo>
                    <a:pt x="3531" y="711"/>
                  </a:lnTo>
                  <a:lnTo>
                    <a:pt x="3533" y="713"/>
                  </a:lnTo>
                  <a:lnTo>
                    <a:pt x="3535" y="713"/>
                  </a:lnTo>
                  <a:lnTo>
                    <a:pt x="3536" y="713"/>
                  </a:lnTo>
                  <a:lnTo>
                    <a:pt x="3538" y="709"/>
                  </a:lnTo>
                  <a:lnTo>
                    <a:pt x="3539" y="703"/>
                  </a:lnTo>
                  <a:lnTo>
                    <a:pt x="3541" y="689"/>
                  </a:lnTo>
                  <a:lnTo>
                    <a:pt x="3596" y="301"/>
                  </a:lnTo>
                  <a:lnTo>
                    <a:pt x="3597" y="294"/>
                  </a:lnTo>
                  <a:lnTo>
                    <a:pt x="3599" y="286"/>
                  </a:lnTo>
                  <a:lnTo>
                    <a:pt x="3601" y="280"/>
                  </a:lnTo>
                  <a:lnTo>
                    <a:pt x="3604" y="274"/>
                  </a:lnTo>
                  <a:lnTo>
                    <a:pt x="3607" y="270"/>
                  </a:lnTo>
                  <a:lnTo>
                    <a:pt x="3610" y="268"/>
                  </a:lnTo>
                  <a:lnTo>
                    <a:pt x="3614" y="266"/>
                  </a:lnTo>
                  <a:lnTo>
                    <a:pt x="3617" y="266"/>
                  </a:lnTo>
                  <a:lnTo>
                    <a:pt x="3621" y="266"/>
                  </a:lnTo>
                  <a:lnTo>
                    <a:pt x="3624" y="268"/>
                  </a:lnTo>
                  <a:lnTo>
                    <a:pt x="3627" y="270"/>
                  </a:lnTo>
                  <a:lnTo>
                    <a:pt x="3630" y="274"/>
                  </a:lnTo>
                  <a:lnTo>
                    <a:pt x="3633" y="280"/>
                  </a:lnTo>
                  <a:lnTo>
                    <a:pt x="3634" y="282"/>
                  </a:lnTo>
                  <a:lnTo>
                    <a:pt x="3635" y="286"/>
                  </a:lnTo>
                  <a:lnTo>
                    <a:pt x="3637" y="294"/>
                  </a:lnTo>
                  <a:lnTo>
                    <a:pt x="3639" y="301"/>
                  </a:lnTo>
                  <a:lnTo>
                    <a:pt x="3693" y="689"/>
                  </a:lnTo>
                  <a:lnTo>
                    <a:pt x="3695" y="703"/>
                  </a:lnTo>
                  <a:lnTo>
                    <a:pt x="3696" y="707"/>
                  </a:lnTo>
                  <a:lnTo>
                    <a:pt x="3697" y="709"/>
                  </a:lnTo>
                  <a:lnTo>
                    <a:pt x="3698" y="713"/>
                  </a:lnTo>
                  <a:lnTo>
                    <a:pt x="3700" y="713"/>
                  </a:lnTo>
                  <a:lnTo>
                    <a:pt x="3701" y="713"/>
                  </a:lnTo>
                  <a:lnTo>
                    <a:pt x="3702" y="713"/>
                  </a:lnTo>
                  <a:lnTo>
                    <a:pt x="3703" y="711"/>
                  </a:lnTo>
                  <a:lnTo>
                    <a:pt x="3704" y="707"/>
                  </a:lnTo>
                  <a:lnTo>
                    <a:pt x="3705" y="703"/>
                  </a:lnTo>
                  <a:lnTo>
                    <a:pt x="3707" y="689"/>
                  </a:lnTo>
                  <a:lnTo>
                    <a:pt x="3761" y="222"/>
                  </a:lnTo>
                  <a:lnTo>
                    <a:pt x="3762" y="216"/>
                  </a:lnTo>
                  <a:lnTo>
                    <a:pt x="3763" y="212"/>
                  </a:lnTo>
                  <a:lnTo>
                    <a:pt x="3764" y="210"/>
                  </a:lnTo>
                  <a:lnTo>
                    <a:pt x="3766" y="208"/>
                  </a:lnTo>
                  <a:lnTo>
                    <a:pt x="3767" y="208"/>
                  </a:lnTo>
                  <a:lnTo>
                    <a:pt x="3769" y="208"/>
                  </a:lnTo>
                  <a:lnTo>
                    <a:pt x="3773" y="208"/>
                  </a:lnTo>
                  <a:lnTo>
                    <a:pt x="3777" y="210"/>
                  </a:lnTo>
                  <a:lnTo>
                    <a:pt x="3779" y="212"/>
                  </a:lnTo>
                  <a:lnTo>
                    <a:pt x="3781" y="214"/>
                  </a:lnTo>
                  <a:lnTo>
                    <a:pt x="3782" y="218"/>
                  </a:lnTo>
                  <a:lnTo>
                    <a:pt x="3782" y="222"/>
                  </a:lnTo>
                  <a:lnTo>
                    <a:pt x="3781" y="232"/>
                  </a:lnTo>
                  <a:lnTo>
                    <a:pt x="3726" y="699"/>
                  </a:lnTo>
                  <a:close/>
                  <a:moveTo>
                    <a:pt x="3953" y="753"/>
                  </a:moveTo>
                  <a:lnTo>
                    <a:pt x="3940" y="753"/>
                  </a:lnTo>
                  <a:lnTo>
                    <a:pt x="3934" y="751"/>
                  </a:lnTo>
                  <a:lnTo>
                    <a:pt x="3929" y="749"/>
                  </a:lnTo>
                  <a:lnTo>
                    <a:pt x="3918" y="745"/>
                  </a:lnTo>
                  <a:lnTo>
                    <a:pt x="3908" y="737"/>
                  </a:lnTo>
                  <a:lnTo>
                    <a:pt x="3903" y="733"/>
                  </a:lnTo>
                  <a:lnTo>
                    <a:pt x="3898" y="729"/>
                  </a:lnTo>
                  <a:lnTo>
                    <a:pt x="3890" y="717"/>
                  </a:lnTo>
                  <a:lnTo>
                    <a:pt x="3882" y="705"/>
                  </a:lnTo>
                  <a:lnTo>
                    <a:pt x="3875" y="689"/>
                  </a:lnTo>
                  <a:lnTo>
                    <a:pt x="3872" y="683"/>
                  </a:lnTo>
                  <a:lnTo>
                    <a:pt x="3869" y="673"/>
                  </a:lnTo>
                  <a:lnTo>
                    <a:pt x="3866" y="665"/>
                  </a:lnTo>
                  <a:lnTo>
                    <a:pt x="3864" y="655"/>
                  </a:lnTo>
                  <a:lnTo>
                    <a:pt x="3859" y="635"/>
                  </a:lnTo>
                  <a:lnTo>
                    <a:pt x="3856" y="615"/>
                  </a:lnTo>
                  <a:lnTo>
                    <a:pt x="3853" y="591"/>
                  </a:lnTo>
                  <a:lnTo>
                    <a:pt x="3851" y="567"/>
                  </a:lnTo>
                  <a:lnTo>
                    <a:pt x="3850" y="541"/>
                  </a:lnTo>
                  <a:lnTo>
                    <a:pt x="3849" y="513"/>
                  </a:lnTo>
                  <a:lnTo>
                    <a:pt x="3849" y="443"/>
                  </a:lnTo>
                  <a:lnTo>
                    <a:pt x="3850" y="415"/>
                  </a:lnTo>
                  <a:lnTo>
                    <a:pt x="3851" y="389"/>
                  </a:lnTo>
                  <a:lnTo>
                    <a:pt x="3853" y="363"/>
                  </a:lnTo>
                  <a:lnTo>
                    <a:pt x="3856" y="341"/>
                  </a:lnTo>
                  <a:lnTo>
                    <a:pt x="3857" y="329"/>
                  </a:lnTo>
                  <a:lnTo>
                    <a:pt x="3859" y="319"/>
                  </a:lnTo>
                  <a:lnTo>
                    <a:pt x="3861" y="309"/>
                  </a:lnTo>
                  <a:lnTo>
                    <a:pt x="3864" y="300"/>
                  </a:lnTo>
                  <a:lnTo>
                    <a:pt x="3866" y="290"/>
                  </a:lnTo>
                  <a:lnTo>
                    <a:pt x="3869" y="282"/>
                  </a:lnTo>
                  <a:lnTo>
                    <a:pt x="3875" y="266"/>
                  </a:lnTo>
                  <a:lnTo>
                    <a:pt x="3882" y="252"/>
                  </a:lnTo>
                  <a:lnTo>
                    <a:pt x="3886" y="244"/>
                  </a:lnTo>
                  <a:lnTo>
                    <a:pt x="3890" y="238"/>
                  </a:lnTo>
                  <a:lnTo>
                    <a:pt x="3898" y="228"/>
                  </a:lnTo>
                  <a:lnTo>
                    <a:pt x="3903" y="222"/>
                  </a:lnTo>
                  <a:lnTo>
                    <a:pt x="3908" y="218"/>
                  </a:lnTo>
                  <a:lnTo>
                    <a:pt x="3918" y="212"/>
                  </a:lnTo>
                  <a:lnTo>
                    <a:pt x="3929" y="206"/>
                  </a:lnTo>
                  <a:lnTo>
                    <a:pt x="3934" y="204"/>
                  </a:lnTo>
                  <a:lnTo>
                    <a:pt x="3940" y="204"/>
                  </a:lnTo>
                  <a:lnTo>
                    <a:pt x="3953" y="202"/>
                  </a:lnTo>
                  <a:lnTo>
                    <a:pt x="3965" y="204"/>
                  </a:lnTo>
                  <a:lnTo>
                    <a:pt x="3971" y="204"/>
                  </a:lnTo>
                  <a:lnTo>
                    <a:pt x="3977" y="206"/>
                  </a:lnTo>
                  <a:lnTo>
                    <a:pt x="3988" y="212"/>
                  </a:lnTo>
                  <a:lnTo>
                    <a:pt x="3998" y="218"/>
                  </a:lnTo>
                  <a:lnTo>
                    <a:pt x="4003" y="222"/>
                  </a:lnTo>
                  <a:lnTo>
                    <a:pt x="4007" y="228"/>
                  </a:lnTo>
                  <a:lnTo>
                    <a:pt x="4016" y="238"/>
                  </a:lnTo>
                  <a:lnTo>
                    <a:pt x="4024" y="252"/>
                  </a:lnTo>
                  <a:lnTo>
                    <a:pt x="4031" y="266"/>
                  </a:lnTo>
                  <a:lnTo>
                    <a:pt x="4034" y="274"/>
                  </a:lnTo>
                  <a:lnTo>
                    <a:pt x="4037" y="282"/>
                  </a:lnTo>
                  <a:lnTo>
                    <a:pt x="4039" y="290"/>
                  </a:lnTo>
                  <a:lnTo>
                    <a:pt x="4042" y="300"/>
                  </a:lnTo>
                  <a:lnTo>
                    <a:pt x="4046" y="319"/>
                  </a:lnTo>
                  <a:lnTo>
                    <a:pt x="4050" y="341"/>
                  </a:lnTo>
                  <a:lnTo>
                    <a:pt x="4053" y="363"/>
                  </a:lnTo>
                  <a:lnTo>
                    <a:pt x="4055" y="389"/>
                  </a:lnTo>
                  <a:lnTo>
                    <a:pt x="4056" y="415"/>
                  </a:lnTo>
                  <a:lnTo>
                    <a:pt x="4057" y="443"/>
                  </a:lnTo>
                  <a:lnTo>
                    <a:pt x="4057" y="513"/>
                  </a:lnTo>
                  <a:lnTo>
                    <a:pt x="4056" y="541"/>
                  </a:lnTo>
                  <a:lnTo>
                    <a:pt x="4055" y="567"/>
                  </a:lnTo>
                  <a:lnTo>
                    <a:pt x="4053" y="591"/>
                  </a:lnTo>
                  <a:lnTo>
                    <a:pt x="4050" y="615"/>
                  </a:lnTo>
                  <a:lnTo>
                    <a:pt x="4048" y="625"/>
                  </a:lnTo>
                  <a:lnTo>
                    <a:pt x="4046" y="635"/>
                  </a:lnTo>
                  <a:lnTo>
                    <a:pt x="4044" y="645"/>
                  </a:lnTo>
                  <a:lnTo>
                    <a:pt x="4042" y="655"/>
                  </a:lnTo>
                  <a:lnTo>
                    <a:pt x="4039" y="665"/>
                  </a:lnTo>
                  <a:lnTo>
                    <a:pt x="4037" y="673"/>
                  </a:lnTo>
                  <a:lnTo>
                    <a:pt x="4031" y="689"/>
                  </a:lnTo>
                  <a:lnTo>
                    <a:pt x="4024" y="705"/>
                  </a:lnTo>
                  <a:lnTo>
                    <a:pt x="4020" y="711"/>
                  </a:lnTo>
                  <a:lnTo>
                    <a:pt x="4016" y="717"/>
                  </a:lnTo>
                  <a:lnTo>
                    <a:pt x="4007" y="729"/>
                  </a:lnTo>
                  <a:lnTo>
                    <a:pt x="4003" y="733"/>
                  </a:lnTo>
                  <a:lnTo>
                    <a:pt x="3998" y="737"/>
                  </a:lnTo>
                  <a:lnTo>
                    <a:pt x="3988" y="745"/>
                  </a:lnTo>
                  <a:lnTo>
                    <a:pt x="3977" y="749"/>
                  </a:lnTo>
                  <a:lnTo>
                    <a:pt x="3971" y="751"/>
                  </a:lnTo>
                  <a:lnTo>
                    <a:pt x="3965" y="753"/>
                  </a:lnTo>
                  <a:lnTo>
                    <a:pt x="3953" y="753"/>
                  </a:lnTo>
                  <a:close/>
                  <a:moveTo>
                    <a:pt x="4034" y="443"/>
                  </a:moveTo>
                  <a:lnTo>
                    <a:pt x="4034" y="419"/>
                  </a:lnTo>
                  <a:lnTo>
                    <a:pt x="4033" y="397"/>
                  </a:lnTo>
                  <a:lnTo>
                    <a:pt x="4033" y="387"/>
                  </a:lnTo>
                  <a:lnTo>
                    <a:pt x="4032" y="377"/>
                  </a:lnTo>
                  <a:lnTo>
                    <a:pt x="4030" y="359"/>
                  </a:lnTo>
                  <a:lnTo>
                    <a:pt x="4027" y="341"/>
                  </a:lnTo>
                  <a:lnTo>
                    <a:pt x="4024" y="323"/>
                  </a:lnTo>
                  <a:lnTo>
                    <a:pt x="4020" y="309"/>
                  </a:lnTo>
                  <a:lnTo>
                    <a:pt x="4016" y="296"/>
                  </a:lnTo>
                  <a:lnTo>
                    <a:pt x="4011" y="284"/>
                  </a:lnTo>
                  <a:lnTo>
                    <a:pt x="4008" y="278"/>
                  </a:lnTo>
                  <a:lnTo>
                    <a:pt x="4005" y="272"/>
                  </a:lnTo>
                  <a:lnTo>
                    <a:pt x="3998" y="264"/>
                  </a:lnTo>
                  <a:lnTo>
                    <a:pt x="3994" y="260"/>
                  </a:lnTo>
                  <a:lnTo>
                    <a:pt x="3990" y="256"/>
                  </a:lnTo>
                  <a:lnTo>
                    <a:pt x="3986" y="252"/>
                  </a:lnTo>
                  <a:lnTo>
                    <a:pt x="3982" y="250"/>
                  </a:lnTo>
                  <a:lnTo>
                    <a:pt x="3973" y="246"/>
                  </a:lnTo>
                  <a:lnTo>
                    <a:pt x="3963" y="242"/>
                  </a:lnTo>
                  <a:lnTo>
                    <a:pt x="3953" y="242"/>
                  </a:lnTo>
                  <a:lnTo>
                    <a:pt x="3942" y="242"/>
                  </a:lnTo>
                  <a:lnTo>
                    <a:pt x="3932" y="246"/>
                  </a:lnTo>
                  <a:lnTo>
                    <a:pt x="3928" y="248"/>
                  </a:lnTo>
                  <a:lnTo>
                    <a:pt x="3923" y="250"/>
                  </a:lnTo>
                  <a:lnTo>
                    <a:pt x="3915" y="256"/>
                  </a:lnTo>
                  <a:lnTo>
                    <a:pt x="3908" y="264"/>
                  </a:lnTo>
                  <a:lnTo>
                    <a:pt x="3901" y="272"/>
                  </a:lnTo>
                  <a:lnTo>
                    <a:pt x="3895" y="284"/>
                  </a:lnTo>
                  <a:lnTo>
                    <a:pt x="3890" y="296"/>
                  </a:lnTo>
                  <a:lnTo>
                    <a:pt x="3888" y="301"/>
                  </a:lnTo>
                  <a:lnTo>
                    <a:pt x="3885" y="309"/>
                  </a:lnTo>
                  <a:lnTo>
                    <a:pt x="3882" y="323"/>
                  </a:lnTo>
                  <a:lnTo>
                    <a:pt x="3878" y="341"/>
                  </a:lnTo>
                  <a:lnTo>
                    <a:pt x="3876" y="359"/>
                  </a:lnTo>
                  <a:lnTo>
                    <a:pt x="3874" y="377"/>
                  </a:lnTo>
                  <a:lnTo>
                    <a:pt x="3872" y="397"/>
                  </a:lnTo>
                  <a:lnTo>
                    <a:pt x="3872" y="409"/>
                  </a:lnTo>
                  <a:lnTo>
                    <a:pt x="3872" y="419"/>
                  </a:lnTo>
                  <a:lnTo>
                    <a:pt x="3871" y="443"/>
                  </a:lnTo>
                  <a:lnTo>
                    <a:pt x="3871" y="513"/>
                  </a:lnTo>
                  <a:lnTo>
                    <a:pt x="3872" y="535"/>
                  </a:lnTo>
                  <a:lnTo>
                    <a:pt x="3872" y="557"/>
                  </a:lnTo>
                  <a:lnTo>
                    <a:pt x="3873" y="567"/>
                  </a:lnTo>
                  <a:lnTo>
                    <a:pt x="3874" y="577"/>
                  </a:lnTo>
                  <a:lnTo>
                    <a:pt x="3876" y="597"/>
                  </a:lnTo>
                  <a:lnTo>
                    <a:pt x="3878" y="615"/>
                  </a:lnTo>
                  <a:lnTo>
                    <a:pt x="3882" y="631"/>
                  </a:lnTo>
                  <a:lnTo>
                    <a:pt x="3885" y="645"/>
                  </a:lnTo>
                  <a:lnTo>
                    <a:pt x="3890" y="659"/>
                  </a:lnTo>
                  <a:lnTo>
                    <a:pt x="3895" y="673"/>
                  </a:lnTo>
                  <a:lnTo>
                    <a:pt x="3898" y="677"/>
                  </a:lnTo>
                  <a:lnTo>
                    <a:pt x="3901" y="683"/>
                  </a:lnTo>
                  <a:lnTo>
                    <a:pt x="3908" y="693"/>
                  </a:lnTo>
                  <a:lnTo>
                    <a:pt x="3911" y="697"/>
                  </a:lnTo>
                  <a:lnTo>
                    <a:pt x="3915" y="699"/>
                  </a:lnTo>
                  <a:lnTo>
                    <a:pt x="3919" y="703"/>
                  </a:lnTo>
                  <a:lnTo>
                    <a:pt x="3923" y="707"/>
                  </a:lnTo>
                  <a:lnTo>
                    <a:pt x="3932" y="711"/>
                  </a:lnTo>
                  <a:lnTo>
                    <a:pt x="3942" y="713"/>
                  </a:lnTo>
                  <a:lnTo>
                    <a:pt x="3953" y="713"/>
                  </a:lnTo>
                  <a:lnTo>
                    <a:pt x="3963" y="713"/>
                  </a:lnTo>
                  <a:lnTo>
                    <a:pt x="3973" y="711"/>
                  </a:lnTo>
                  <a:lnTo>
                    <a:pt x="3978" y="709"/>
                  </a:lnTo>
                  <a:lnTo>
                    <a:pt x="3982" y="707"/>
                  </a:lnTo>
                  <a:lnTo>
                    <a:pt x="3990" y="699"/>
                  </a:lnTo>
                  <a:lnTo>
                    <a:pt x="3998" y="693"/>
                  </a:lnTo>
                  <a:lnTo>
                    <a:pt x="4005" y="683"/>
                  </a:lnTo>
                  <a:lnTo>
                    <a:pt x="4011" y="673"/>
                  </a:lnTo>
                  <a:lnTo>
                    <a:pt x="4016" y="659"/>
                  </a:lnTo>
                  <a:lnTo>
                    <a:pt x="4018" y="653"/>
                  </a:lnTo>
                  <a:lnTo>
                    <a:pt x="4020" y="645"/>
                  </a:lnTo>
                  <a:lnTo>
                    <a:pt x="4024" y="631"/>
                  </a:lnTo>
                  <a:lnTo>
                    <a:pt x="4027" y="615"/>
                  </a:lnTo>
                  <a:lnTo>
                    <a:pt x="4030" y="597"/>
                  </a:lnTo>
                  <a:lnTo>
                    <a:pt x="4032" y="577"/>
                  </a:lnTo>
                  <a:lnTo>
                    <a:pt x="4033" y="557"/>
                  </a:lnTo>
                  <a:lnTo>
                    <a:pt x="4034" y="547"/>
                  </a:lnTo>
                  <a:lnTo>
                    <a:pt x="4034" y="535"/>
                  </a:lnTo>
                  <a:lnTo>
                    <a:pt x="4034" y="513"/>
                  </a:lnTo>
                  <a:lnTo>
                    <a:pt x="4034" y="443"/>
                  </a:lnTo>
                  <a:close/>
                  <a:moveTo>
                    <a:pt x="4237" y="242"/>
                  </a:moveTo>
                  <a:lnTo>
                    <a:pt x="4230" y="242"/>
                  </a:lnTo>
                  <a:lnTo>
                    <a:pt x="4222" y="244"/>
                  </a:lnTo>
                  <a:lnTo>
                    <a:pt x="4215" y="246"/>
                  </a:lnTo>
                  <a:lnTo>
                    <a:pt x="4206" y="250"/>
                  </a:lnTo>
                  <a:lnTo>
                    <a:pt x="4197" y="258"/>
                  </a:lnTo>
                  <a:lnTo>
                    <a:pt x="4188" y="266"/>
                  </a:lnTo>
                  <a:lnTo>
                    <a:pt x="4178" y="276"/>
                  </a:lnTo>
                  <a:lnTo>
                    <a:pt x="4167" y="288"/>
                  </a:lnTo>
                  <a:lnTo>
                    <a:pt x="4167" y="729"/>
                  </a:lnTo>
                  <a:lnTo>
                    <a:pt x="4167" y="731"/>
                  </a:lnTo>
                  <a:lnTo>
                    <a:pt x="4167" y="735"/>
                  </a:lnTo>
                  <a:lnTo>
                    <a:pt x="4164" y="741"/>
                  </a:lnTo>
                  <a:lnTo>
                    <a:pt x="4161" y="745"/>
                  </a:lnTo>
                  <a:lnTo>
                    <a:pt x="4158" y="747"/>
                  </a:lnTo>
                  <a:lnTo>
                    <a:pt x="4155" y="747"/>
                  </a:lnTo>
                  <a:lnTo>
                    <a:pt x="4152" y="745"/>
                  </a:lnTo>
                  <a:lnTo>
                    <a:pt x="4147" y="741"/>
                  </a:lnTo>
                  <a:lnTo>
                    <a:pt x="4145" y="735"/>
                  </a:lnTo>
                  <a:lnTo>
                    <a:pt x="4144" y="729"/>
                  </a:lnTo>
                  <a:lnTo>
                    <a:pt x="4144" y="228"/>
                  </a:lnTo>
                  <a:lnTo>
                    <a:pt x="4144" y="224"/>
                  </a:lnTo>
                  <a:lnTo>
                    <a:pt x="4145" y="220"/>
                  </a:lnTo>
                  <a:lnTo>
                    <a:pt x="4147" y="214"/>
                  </a:lnTo>
                  <a:lnTo>
                    <a:pt x="4149" y="210"/>
                  </a:lnTo>
                  <a:lnTo>
                    <a:pt x="4150" y="210"/>
                  </a:lnTo>
                  <a:lnTo>
                    <a:pt x="4152" y="208"/>
                  </a:lnTo>
                  <a:lnTo>
                    <a:pt x="4154" y="208"/>
                  </a:lnTo>
                  <a:lnTo>
                    <a:pt x="4158" y="208"/>
                  </a:lnTo>
                  <a:lnTo>
                    <a:pt x="4160" y="208"/>
                  </a:lnTo>
                  <a:lnTo>
                    <a:pt x="4162" y="210"/>
                  </a:lnTo>
                  <a:lnTo>
                    <a:pt x="4164" y="210"/>
                  </a:lnTo>
                  <a:lnTo>
                    <a:pt x="4165" y="214"/>
                  </a:lnTo>
                  <a:lnTo>
                    <a:pt x="4166" y="216"/>
                  </a:lnTo>
                  <a:lnTo>
                    <a:pt x="4167" y="220"/>
                  </a:lnTo>
                  <a:lnTo>
                    <a:pt x="4167" y="224"/>
                  </a:lnTo>
                  <a:lnTo>
                    <a:pt x="4167" y="228"/>
                  </a:lnTo>
                  <a:lnTo>
                    <a:pt x="4167" y="248"/>
                  </a:lnTo>
                  <a:lnTo>
                    <a:pt x="4177" y="238"/>
                  </a:lnTo>
                  <a:lnTo>
                    <a:pt x="4181" y="232"/>
                  </a:lnTo>
                  <a:lnTo>
                    <a:pt x="4186" y="228"/>
                  </a:lnTo>
                  <a:lnTo>
                    <a:pt x="4194" y="220"/>
                  </a:lnTo>
                  <a:lnTo>
                    <a:pt x="4203" y="214"/>
                  </a:lnTo>
                  <a:lnTo>
                    <a:pt x="4211" y="208"/>
                  </a:lnTo>
                  <a:lnTo>
                    <a:pt x="4220" y="206"/>
                  </a:lnTo>
                  <a:lnTo>
                    <a:pt x="4228" y="204"/>
                  </a:lnTo>
                  <a:lnTo>
                    <a:pt x="4237" y="202"/>
                  </a:lnTo>
                  <a:lnTo>
                    <a:pt x="4243" y="204"/>
                  </a:lnTo>
                  <a:lnTo>
                    <a:pt x="4245" y="204"/>
                  </a:lnTo>
                  <a:lnTo>
                    <a:pt x="4247" y="206"/>
                  </a:lnTo>
                  <a:lnTo>
                    <a:pt x="4249" y="208"/>
                  </a:lnTo>
                  <a:lnTo>
                    <a:pt x="4250" y="210"/>
                  </a:lnTo>
                  <a:lnTo>
                    <a:pt x="4251" y="214"/>
                  </a:lnTo>
                  <a:lnTo>
                    <a:pt x="4251" y="218"/>
                  </a:lnTo>
                  <a:lnTo>
                    <a:pt x="4251" y="226"/>
                  </a:lnTo>
                  <a:lnTo>
                    <a:pt x="4251" y="230"/>
                  </a:lnTo>
                  <a:lnTo>
                    <a:pt x="4250" y="234"/>
                  </a:lnTo>
                  <a:lnTo>
                    <a:pt x="4249" y="236"/>
                  </a:lnTo>
                  <a:lnTo>
                    <a:pt x="4247" y="238"/>
                  </a:lnTo>
                  <a:lnTo>
                    <a:pt x="4243" y="242"/>
                  </a:lnTo>
                  <a:lnTo>
                    <a:pt x="4237" y="242"/>
                  </a:lnTo>
                  <a:close/>
                  <a:moveTo>
                    <a:pt x="4344" y="753"/>
                  </a:moveTo>
                  <a:lnTo>
                    <a:pt x="4339" y="753"/>
                  </a:lnTo>
                  <a:lnTo>
                    <a:pt x="4335" y="751"/>
                  </a:lnTo>
                  <a:lnTo>
                    <a:pt x="4333" y="747"/>
                  </a:lnTo>
                  <a:lnTo>
                    <a:pt x="4331" y="741"/>
                  </a:lnTo>
                  <a:lnTo>
                    <a:pt x="4330" y="735"/>
                  </a:lnTo>
                  <a:lnTo>
                    <a:pt x="4330" y="20"/>
                  </a:lnTo>
                  <a:lnTo>
                    <a:pt x="4331" y="16"/>
                  </a:lnTo>
                  <a:lnTo>
                    <a:pt x="4331" y="12"/>
                  </a:lnTo>
                  <a:lnTo>
                    <a:pt x="4333" y="6"/>
                  </a:lnTo>
                  <a:lnTo>
                    <a:pt x="4334" y="4"/>
                  </a:lnTo>
                  <a:lnTo>
                    <a:pt x="4335" y="2"/>
                  </a:lnTo>
                  <a:lnTo>
                    <a:pt x="4339" y="0"/>
                  </a:lnTo>
                  <a:lnTo>
                    <a:pt x="4344" y="0"/>
                  </a:lnTo>
                  <a:lnTo>
                    <a:pt x="4347" y="2"/>
                  </a:lnTo>
                  <a:lnTo>
                    <a:pt x="4350" y="6"/>
                  </a:lnTo>
                  <a:lnTo>
                    <a:pt x="4352" y="12"/>
                  </a:lnTo>
                  <a:lnTo>
                    <a:pt x="4353" y="20"/>
                  </a:lnTo>
                  <a:lnTo>
                    <a:pt x="4353" y="735"/>
                  </a:lnTo>
                  <a:lnTo>
                    <a:pt x="4352" y="737"/>
                  </a:lnTo>
                  <a:lnTo>
                    <a:pt x="4352" y="741"/>
                  </a:lnTo>
                  <a:lnTo>
                    <a:pt x="4350" y="747"/>
                  </a:lnTo>
                  <a:lnTo>
                    <a:pt x="4349" y="749"/>
                  </a:lnTo>
                  <a:lnTo>
                    <a:pt x="4347" y="751"/>
                  </a:lnTo>
                  <a:lnTo>
                    <a:pt x="4344" y="7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0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B0983813-A6C0-2384-6958-DDC82E12A6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9188" y="1992313"/>
              <a:ext cx="7424738" cy="1890713"/>
            </a:xfrm>
            <a:custGeom>
              <a:avLst/>
              <a:gdLst>
                <a:gd name="T0" fmla="*/ 3621 w 4677"/>
                <a:gd name="T1" fmla="*/ 1718 h 2381"/>
                <a:gd name="T2" fmla="*/ 3722 w 4677"/>
                <a:gd name="T3" fmla="*/ 1115 h 2381"/>
                <a:gd name="T4" fmla="*/ 3550 w 4677"/>
                <a:gd name="T5" fmla="*/ 549 h 2381"/>
                <a:gd name="T6" fmla="*/ 3192 w 4677"/>
                <a:gd name="T7" fmla="*/ 463 h 2381"/>
                <a:gd name="T8" fmla="*/ 2956 w 4677"/>
                <a:gd name="T9" fmla="*/ 927 h 2381"/>
                <a:gd name="T10" fmla="*/ 2980 w 4677"/>
                <a:gd name="T11" fmla="*/ 1566 h 2381"/>
                <a:gd name="T12" fmla="*/ 3268 w 4677"/>
                <a:gd name="T13" fmla="*/ 1966 h 2381"/>
                <a:gd name="T14" fmla="*/ 3592 w 4677"/>
                <a:gd name="T15" fmla="*/ 118 h 2381"/>
                <a:gd name="T16" fmla="*/ 3866 w 4677"/>
                <a:gd name="T17" fmla="*/ 623 h 2381"/>
                <a:gd name="T18" fmla="*/ 3937 w 4677"/>
                <a:gd name="T19" fmla="*/ 1313 h 2381"/>
                <a:gd name="T20" fmla="*/ 3826 w 4677"/>
                <a:gd name="T21" fmla="*/ 1880 h 2381"/>
                <a:gd name="T22" fmla="*/ 3493 w 4677"/>
                <a:gd name="T23" fmla="*/ 2335 h 2381"/>
                <a:gd name="T24" fmla="*/ 3087 w 4677"/>
                <a:gd name="T25" fmla="*/ 2287 h 2381"/>
                <a:gd name="T26" fmla="*/ 2817 w 4677"/>
                <a:gd name="T27" fmla="*/ 1856 h 2381"/>
                <a:gd name="T28" fmla="*/ 2713 w 4677"/>
                <a:gd name="T29" fmla="*/ 1129 h 2381"/>
                <a:gd name="T30" fmla="*/ 2808 w 4677"/>
                <a:gd name="T31" fmla="*/ 549 h 2381"/>
                <a:gd name="T32" fmla="*/ 3129 w 4677"/>
                <a:gd name="T33" fmla="*/ 64 h 2381"/>
                <a:gd name="T34" fmla="*/ 3421 w 4677"/>
                <a:gd name="T35" fmla="*/ 1049 h 2381"/>
                <a:gd name="T36" fmla="*/ 3421 w 4677"/>
                <a:gd name="T37" fmla="*/ 1333 h 2381"/>
                <a:gd name="T38" fmla="*/ 3242 w 4677"/>
                <a:gd name="T39" fmla="*/ 1349 h 2381"/>
                <a:gd name="T40" fmla="*/ 3228 w 4677"/>
                <a:gd name="T41" fmla="*/ 1067 h 2381"/>
                <a:gd name="T42" fmla="*/ 555 w 4677"/>
                <a:gd name="T43" fmla="*/ 1834 h 2381"/>
                <a:gd name="T44" fmla="*/ 612 w 4677"/>
                <a:gd name="T45" fmla="*/ 2108 h 2381"/>
                <a:gd name="T46" fmla="*/ 110 w 4677"/>
                <a:gd name="T47" fmla="*/ 2246 h 2381"/>
                <a:gd name="T48" fmla="*/ 1 w 4677"/>
                <a:gd name="T49" fmla="*/ 2038 h 2381"/>
                <a:gd name="T50" fmla="*/ 71 w 4677"/>
                <a:gd name="T51" fmla="*/ 248 h 2381"/>
                <a:gd name="T52" fmla="*/ 236 w 4677"/>
                <a:gd name="T53" fmla="*/ 362 h 2381"/>
                <a:gd name="T54" fmla="*/ 1549 w 4677"/>
                <a:gd name="T55" fmla="*/ 2130 h 2381"/>
                <a:gd name="T56" fmla="*/ 1385 w 4677"/>
                <a:gd name="T57" fmla="*/ 2230 h 2381"/>
                <a:gd name="T58" fmla="*/ 1267 w 4677"/>
                <a:gd name="T59" fmla="*/ 1802 h 2381"/>
                <a:gd name="T60" fmla="*/ 870 w 4677"/>
                <a:gd name="T61" fmla="*/ 1966 h 2381"/>
                <a:gd name="T62" fmla="*/ 737 w 4677"/>
                <a:gd name="T63" fmla="*/ 2254 h 2381"/>
                <a:gd name="T64" fmla="*/ 631 w 4677"/>
                <a:gd name="T65" fmla="*/ 2036 h 2381"/>
                <a:gd name="T66" fmla="*/ 983 w 4677"/>
                <a:gd name="T67" fmla="*/ 298 h 2381"/>
                <a:gd name="T68" fmla="*/ 1183 w 4677"/>
                <a:gd name="T69" fmla="*/ 270 h 2381"/>
                <a:gd name="T70" fmla="*/ 1518 w 4677"/>
                <a:gd name="T71" fmla="*/ 1800 h 2381"/>
                <a:gd name="T72" fmla="*/ 2713 w 4677"/>
                <a:gd name="T73" fmla="*/ 1772 h 2381"/>
                <a:gd name="T74" fmla="*/ 2756 w 4677"/>
                <a:gd name="T75" fmla="*/ 2192 h 2381"/>
                <a:gd name="T76" fmla="*/ 2601 w 4677"/>
                <a:gd name="T77" fmla="*/ 2212 h 2381"/>
                <a:gd name="T78" fmla="*/ 2295 w 4677"/>
                <a:gd name="T79" fmla="*/ 2116 h 2381"/>
                <a:gd name="T80" fmla="*/ 2171 w 4677"/>
                <a:gd name="T81" fmla="*/ 2254 h 2381"/>
                <a:gd name="T82" fmla="*/ 1817 w 4677"/>
                <a:gd name="T83" fmla="*/ 1908 h 2381"/>
                <a:gd name="T84" fmla="*/ 1699 w 4677"/>
                <a:gd name="T85" fmla="*/ 2250 h 2381"/>
                <a:gd name="T86" fmla="*/ 1571 w 4677"/>
                <a:gd name="T87" fmla="*/ 2070 h 2381"/>
                <a:gd name="T88" fmla="*/ 1737 w 4677"/>
                <a:gd name="T89" fmla="*/ 342 h 2381"/>
                <a:gd name="T90" fmla="*/ 1904 w 4677"/>
                <a:gd name="T91" fmla="*/ 254 h 2381"/>
                <a:gd name="T92" fmla="*/ 2358 w 4677"/>
                <a:gd name="T93" fmla="*/ 424 h 2381"/>
                <a:gd name="T94" fmla="*/ 2539 w 4677"/>
                <a:gd name="T95" fmla="*/ 248 h 2381"/>
                <a:gd name="T96" fmla="*/ 2653 w 4677"/>
                <a:gd name="T97" fmla="*/ 479 h 2381"/>
                <a:gd name="T98" fmla="*/ 4671 w 4677"/>
                <a:gd name="T99" fmla="*/ 1960 h 2381"/>
                <a:gd name="T100" fmla="*/ 4605 w 4677"/>
                <a:gd name="T101" fmla="*/ 2234 h 2381"/>
                <a:gd name="T102" fmla="*/ 4165 w 4677"/>
                <a:gd name="T103" fmla="*/ 1432 h 2381"/>
                <a:gd name="T104" fmla="*/ 4071 w 4677"/>
                <a:gd name="T105" fmla="*/ 2250 h 2381"/>
                <a:gd name="T106" fmla="*/ 3928 w 4677"/>
                <a:gd name="T107" fmla="*/ 2112 h 2381"/>
                <a:gd name="T108" fmla="*/ 4007 w 4677"/>
                <a:gd name="T109" fmla="*/ 1279 h 2381"/>
                <a:gd name="T110" fmla="*/ 3920 w 4677"/>
                <a:gd name="T111" fmla="*/ 539 h 2381"/>
                <a:gd name="T112" fmla="*/ 4023 w 4677"/>
                <a:gd name="T113" fmla="*/ 248 h 2381"/>
                <a:gd name="T114" fmla="*/ 4515 w 4677"/>
                <a:gd name="T115" fmla="*/ 336 h 2381"/>
                <a:gd name="T116" fmla="*/ 4656 w 4677"/>
                <a:gd name="T117" fmla="*/ 695 h 2381"/>
                <a:gd name="T118" fmla="*/ 4629 w 4677"/>
                <a:gd name="T119" fmla="*/ 1161 h 2381"/>
                <a:gd name="T120" fmla="*/ 4579 w 4677"/>
                <a:gd name="T121" fmla="*/ 1722 h 2381"/>
                <a:gd name="T122" fmla="*/ 4394 w 4677"/>
                <a:gd name="T123" fmla="*/ 1025 h 2381"/>
                <a:gd name="T124" fmla="*/ 4391 w 4677"/>
                <a:gd name="T125" fmla="*/ 711 h 2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77" h="2381">
                  <a:moveTo>
                    <a:pt x="3328" y="1974"/>
                  </a:moveTo>
                  <a:lnTo>
                    <a:pt x="3348" y="1974"/>
                  </a:lnTo>
                  <a:lnTo>
                    <a:pt x="3358" y="1972"/>
                  </a:lnTo>
                  <a:lnTo>
                    <a:pt x="3368" y="1970"/>
                  </a:lnTo>
                  <a:lnTo>
                    <a:pt x="3388" y="1966"/>
                  </a:lnTo>
                  <a:lnTo>
                    <a:pt x="3408" y="1958"/>
                  </a:lnTo>
                  <a:lnTo>
                    <a:pt x="3427" y="1950"/>
                  </a:lnTo>
                  <a:lnTo>
                    <a:pt x="3445" y="1940"/>
                  </a:lnTo>
                  <a:lnTo>
                    <a:pt x="3464" y="1926"/>
                  </a:lnTo>
                  <a:lnTo>
                    <a:pt x="3482" y="1912"/>
                  </a:lnTo>
                  <a:lnTo>
                    <a:pt x="3499" y="1898"/>
                  </a:lnTo>
                  <a:lnTo>
                    <a:pt x="3517" y="1880"/>
                  </a:lnTo>
                  <a:lnTo>
                    <a:pt x="3534" y="1862"/>
                  </a:lnTo>
                  <a:lnTo>
                    <a:pt x="3550" y="1840"/>
                  </a:lnTo>
                  <a:lnTo>
                    <a:pt x="3565" y="1820"/>
                  </a:lnTo>
                  <a:lnTo>
                    <a:pt x="3580" y="1796"/>
                  </a:lnTo>
                  <a:lnTo>
                    <a:pt x="3587" y="1784"/>
                  </a:lnTo>
                  <a:lnTo>
                    <a:pt x="3595" y="1772"/>
                  </a:lnTo>
                  <a:lnTo>
                    <a:pt x="3608" y="1746"/>
                  </a:lnTo>
                  <a:lnTo>
                    <a:pt x="3621" y="1718"/>
                  </a:lnTo>
                  <a:lnTo>
                    <a:pt x="3628" y="1704"/>
                  </a:lnTo>
                  <a:lnTo>
                    <a:pt x="3634" y="1690"/>
                  </a:lnTo>
                  <a:lnTo>
                    <a:pt x="3645" y="1660"/>
                  </a:lnTo>
                  <a:lnTo>
                    <a:pt x="3657" y="1630"/>
                  </a:lnTo>
                  <a:lnTo>
                    <a:pt x="3667" y="1598"/>
                  </a:lnTo>
                  <a:lnTo>
                    <a:pt x="3676" y="1566"/>
                  </a:lnTo>
                  <a:lnTo>
                    <a:pt x="3685" y="1532"/>
                  </a:lnTo>
                  <a:lnTo>
                    <a:pt x="3693" y="1498"/>
                  </a:lnTo>
                  <a:lnTo>
                    <a:pt x="3700" y="1462"/>
                  </a:lnTo>
                  <a:lnTo>
                    <a:pt x="3706" y="1426"/>
                  </a:lnTo>
                  <a:lnTo>
                    <a:pt x="3709" y="1408"/>
                  </a:lnTo>
                  <a:lnTo>
                    <a:pt x="3712" y="1390"/>
                  </a:lnTo>
                  <a:lnTo>
                    <a:pt x="3716" y="1353"/>
                  </a:lnTo>
                  <a:lnTo>
                    <a:pt x="3719" y="1313"/>
                  </a:lnTo>
                  <a:lnTo>
                    <a:pt x="3722" y="1275"/>
                  </a:lnTo>
                  <a:lnTo>
                    <a:pt x="3723" y="1235"/>
                  </a:lnTo>
                  <a:lnTo>
                    <a:pt x="3724" y="1195"/>
                  </a:lnTo>
                  <a:lnTo>
                    <a:pt x="3723" y="1155"/>
                  </a:lnTo>
                  <a:lnTo>
                    <a:pt x="3723" y="1135"/>
                  </a:lnTo>
                  <a:lnTo>
                    <a:pt x="3722" y="1115"/>
                  </a:lnTo>
                  <a:lnTo>
                    <a:pt x="3719" y="1077"/>
                  </a:lnTo>
                  <a:lnTo>
                    <a:pt x="3716" y="1037"/>
                  </a:lnTo>
                  <a:lnTo>
                    <a:pt x="3714" y="1019"/>
                  </a:lnTo>
                  <a:lnTo>
                    <a:pt x="3712" y="1001"/>
                  </a:lnTo>
                  <a:lnTo>
                    <a:pt x="3706" y="963"/>
                  </a:lnTo>
                  <a:lnTo>
                    <a:pt x="3700" y="927"/>
                  </a:lnTo>
                  <a:lnTo>
                    <a:pt x="3693" y="891"/>
                  </a:lnTo>
                  <a:lnTo>
                    <a:pt x="3685" y="857"/>
                  </a:lnTo>
                  <a:lnTo>
                    <a:pt x="3676" y="823"/>
                  </a:lnTo>
                  <a:lnTo>
                    <a:pt x="3667" y="791"/>
                  </a:lnTo>
                  <a:lnTo>
                    <a:pt x="3657" y="759"/>
                  </a:lnTo>
                  <a:lnTo>
                    <a:pt x="3645" y="729"/>
                  </a:lnTo>
                  <a:lnTo>
                    <a:pt x="3634" y="699"/>
                  </a:lnTo>
                  <a:lnTo>
                    <a:pt x="3621" y="671"/>
                  </a:lnTo>
                  <a:lnTo>
                    <a:pt x="3615" y="657"/>
                  </a:lnTo>
                  <a:lnTo>
                    <a:pt x="3608" y="643"/>
                  </a:lnTo>
                  <a:lnTo>
                    <a:pt x="3595" y="617"/>
                  </a:lnTo>
                  <a:lnTo>
                    <a:pt x="3580" y="593"/>
                  </a:lnTo>
                  <a:lnTo>
                    <a:pt x="3565" y="569"/>
                  </a:lnTo>
                  <a:lnTo>
                    <a:pt x="3550" y="549"/>
                  </a:lnTo>
                  <a:lnTo>
                    <a:pt x="3534" y="527"/>
                  </a:lnTo>
                  <a:lnTo>
                    <a:pt x="3517" y="509"/>
                  </a:lnTo>
                  <a:lnTo>
                    <a:pt x="3499" y="491"/>
                  </a:lnTo>
                  <a:lnTo>
                    <a:pt x="3482" y="477"/>
                  </a:lnTo>
                  <a:lnTo>
                    <a:pt x="3464" y="463"/>
                  </a:lnTo>
                  <a:lnTo>
                    <a:pt x="3445" y="451"/>
                  </a:lnTo>
                  <a:lnTo>
                    <a:pt x="3427" y="440"/>
                  </a:lnTo>
                  <a:lnTo>
                    <a:pt x="3408" y="432"/>
                  </a:lnTo>
                  <a:lnTo>
                    <a:pt x="3388" y="424"/>
                  </a:lnTo>
                  <a:lnTo>
                    <a:pt x="3368" y="420"/>
                  </a:lnTo>
                  <a:lnTo>
                    <a:pt x="3348" y="418"/>
                  </a:lnTo>
                  <a:lnTo>
                    <a:pt x="3328" y="416"/>
                  </a:lnTo>
                  <a:lnTo>
                    <a:pt x="3308" y="418"/>
                  </a:lnTo>
                  <a:lnTo>
                    <a:pt x="3298" y="418"/>
                  </a:lnTo>
                  <a:lnTo>
                    <a:pt x="3288" y="420"/>
                  </a:lnTo>
                  <a:lnTo>
                    <a:pt x="3268" y="424"/>
                  </a:lnTo>
                  <a:lnTo>
                    <a:pt x="3248" y="432"/>
                  </a:lnTo>
                  <a:lnTo>
                    <a:pt x="3229" y="440"/>
                  </a:lnTo>
                  <a:lnTo>
                    <a:pt x="3211" y="451"/>
                  </a:lnTo>
                  <a:lnTo>
                    <a:pt x="3192" y="463"/>
                  </a:lnTo>
                  <a:lnTo>
                    <a:pt x="3174" y="477"/>
                  </a:lnTo>
                  <a:lnTo>
                    <a:pt x="3156" y="491"/>
                  </a:lnTo>
                  <a:lnTo>
                    <a:pt x="3139" y="509"/>
                  </a:lnTo>
                  <a:lnTo>
                    <a:pt x="3122" y="527"/>
                  </a:lnTo>
                  <a:lnTo>
                    <a:pt x="3106" y="549"/>
                  </a:lnTo>
                  <a:lnTo>
                    <a:pt x="3091" y="569"/>
                  </a:lnTo>
                  <a:lnTo>
                    <a:pt x="3076" y="593"/>
                  </a:lnTo>
                  <a:lnTo>
                    <a:pt x="3069" y="605"/>
                  </a:lnTo>
                  <a:lnTo>
                    <a:pt x="3062" y="617"/>
                  </a:lnTo>
                  <a:lnTo>
                    <a:pt x="3048" y="643"/>
                  </a:lnTo>
                  <a:lnTo>
                    <a:pt x="3035" y="671"/>
                  </a:lnTo>
                  <a:lnTo>
                    <a:pt x="3029" y="685"/>
                  </a:lnTo>
                  <a:lnTo>
                    <a:pt x="3022" y="699"/>
                  </a:lnTo>
                  <a:lnTo>
                    <a:pt x="3011" y="729"/>
                  </a:lnTo>
                  <a:lnTo>
                    <a:pt x="3000" y="759"/>
                  </a:lnTo>
                  <a:lnTo>
                    <a:pt x="2989" y="791"/>
                  </a:lnTo>
                  <a:lnTo>
                    <a:pt x="2980" y="823"/>
                  </a:lnTo>
                  <a:lnTo>
                    <a:pt x="2971" y="857"/>
                  </a:lnTo>
                  <a:lnTo>
                    <a:pt x="2963" y="891"/>
                  </a:lnTo>
                  <a:lnTo>
                    <a:pt x="2956" y="927"/>
                  </a:lnTo>
                  <a:lnTo>
                    <a:pt x="2950" y="963"/>
                  </a:lnTo>
                  <a:lnTo>
                    <a:pt x="2947" y="981"/>
                  </a:lnTo>
                  <a:lnTo>
                    <a:pt x="2945" y="1001"/>
                  </a:lnTo>
                  <a:lnTo>
                    <a:pt x="2940" y="1037"/>
                  </a:lnTo>
                  <a:lnTo>
                    <a:pt x="2937" y="1077"/>
                  </a:lnTo>
                  <a:lnTo>
                    <a:pt x="2934" y="1115"/>
                  </a:lnTo>
                  <a:lnTo>
                    <a:pt x="2933" y="1155"/>
                  </a:lnTo>
                  <a:lnTo>
                    <a:pt x="2932" y="1195"/>
                  </a:lnTo>
                  <a:lnTo>
                    <a:pt x="2933" y="1235"/>
                  </a:lnTo>
                  <a:lnTo>
                    <a:pt x="2933" y="1255"/>
                  </a:lnTo>
                  <a:lnTo>
                    <a:pt x="2934" y="1275"/>
                  </a:lnTo>
                  <a:lnTo>
                    <a:pt x="2937" y="1313"/>
                  </a:lnTo>
                  <a:lnTo>
                    <a:pt x="2940" y="1353"/>
                  </a:lnTo>
                  <a:lnTo>
                    <a:pt x="2942" y="1370"/>
                  </a:lnTo>
                  <a:lnTo>
                    <a:pt x="2945" y="1390"/>
                  </a:lnTo>
                  <a:lnTo>
                    <a:pt x="2950" y="1426"/>
                  </a:lnTo>
                  <a:lnTo>
                    <a:pt x="2956" y="1462"/>
                  </a:lnTo>
                  <a:lnTo>
                    <a:pt x="2963" y="1498"/>
                  </a:lnTo>
                  <a:lnTo>
                    <a:pt x="2971" y="1532"/>
                  </a:lnTo>
                  <a:lnTo>
                    <a:pt x="2980" y="1566"/>
                  </a:lnTo>
                  <a:lnTo>
                    <a:pt x="2989" y="1598"/>
                  </a:lnTo>
                  <a:lnTo>
                    <a:pt x="3000" y="1630"/>
                  </a:lnTo>
                  <a:lnTo>
                    <a:pt x="3011" y="1660"/>
                  </a:lnTo>
                  <a:lnTo>
                    <a:pt x="3022" y="1690"/>
                  </a:lnTo>
                  <a:lnTo>
                    <a:pt x="3035" y="1718"/>
                  </a:lnTo>
                  <a:lnTo>
                    <a:pt x="3041" y="1732"/>
                  </a:lnTo>
                  <a:lnTo>
                    <a:pt x="3048" y="1746"/>
                  </a:lnTo>
                  <a:lnTo>
                    <a:pt x="3062" y="1772"/>
                  </a:lnTo>
                  <a:lnTo>
                    <a:pt x="3076" y="1796"/>
                  </a:lnTo>
                  <a:lnTo>
                    <a:pt x="3091" y="1820"/>
                  </a:lnTo>
                  <a:lnTo>
                    <a:pt x="3106" y="1840"/>
                  </a:lnTo>
                  <a:lnTo>
                    <a:pt x="3122" y="1862"/>
                  </a:lnTo>
                  <a:lnTo>
                    <a:pt x="3139" y="1880"/>
                  </a:lnTo>
                  <a:lnTo>
                    <a:pt x="3156" y="1898"/>
                  </a:lnTo>
                  <a:lnTo>
                    <a:pt x="3174" y="1912"/>
                  </a:lnTo>
                  <a:lnTo>
                    <a:pt x="3192" y="1926"/>
                  </a:lnTo>
                  <a:lnTo>
                    <a:pt x="3211" y="1940"/>
                  </a:lnTo>
                  <a:lnTo>
                    <a:pt x="3229" y="1950"/>
                  </a:lnTo>
                  <a:lnTo>
                    <a:pt x="3248" y="1958"/>
                  </a:lnTo>
                  <a:lnTo>
                    <a:pt x="3268" y="1966"/>
                  </a:lnTo>
                  <a:lnTo>
                    <a:pt x="3288" y="1970"/>
                  </a:lnTo>
                  <a:lnTo>
                    <a:pt x="3308" y="1974"/>
                  </a:lnTo>
                  <a:lnTo>
                    <a:pt x="3328" y="1974"/>
                  </a:lnTo>
                  <a:close/>
                  <a:moveTo>
                    <a:pt x="3326" y="0"/>
                  </a:moveTo>
                  <a:lnTo>
                    <a:pt x="3357" y="2"/>
                  </a:lnTo>
                  <a:lnTo>
                    <a:pt x="3373" y="4"/>
                  </a:lnTo>
                  <a:lnTo>
                    <a:pt x="3388" y="8"/>
                  </a:lnTo>
                  <a:lnTo>
                    <a:pt x="3404" y="10"/>
                  </a:lnTo>
                  <a:lnTo>
                    <a:pt x="3419" y="14"/>
                  </a:lnTo>
                  <a:lnTo>
                    <a:pt x="3434" y="20"/>
                  </a:lnTo>
                  <a:lnTo>
                    <a:pt x="3449" y="26"/>
                  </a:lnTo>
                  <a:lnTo>
                    <a:pt x="3464" y="32"/>
                  </a:lnTo>
                  <a:lnTo>
                    <a:pt x="3479" y="38"/>
                  </a:lnTo>
                  <a:lnTo>
                    <a:pt x="3493" y="46"/>
                  </a:lnTo>
                  <a:lnTo>
                    <a:pt x="3509" y="54"/>
                  </a:lnTo>
                  <a:lnTo>
                    <a:pt x="3537" y="74"/>
                  </a:lnTo>
                  <a:lnTo>
                    <a:pt x="3551" y="84"/>
                  </a:lnTo>
                  <a:lnTo>
                    <a:pt x="3565" y="94"/>
                  </a:lnTo>
                  <a:lnTo>
                    <a:pt x="3579" y="106"/>
                  </a:lnTo>
                  <a:lnTo>
                    <a:pt x="3592" y="118"/>
                  </a:lnTo>
                  <a:lnTo>
                    <a:pt x="3605" y="132"/>
                  </a:lnTo>
                  <a:lnTo>
                    <a:pt x="3619" y="144"/>
                  </a:lnTo>
                  <a:lnTo>
                    <a:pt x="3631" y="158"/>
                  </a:lnTo>
                  <a:lnTo>
                    <a:pt x="3644" y="174"/>
                  </a:lnTo>
                  <a:lnTo>
                    <a:pt x="3669" y="204"/>
                  </a:lnTo>
                  <a:lnTo>
                    <a:pt x="3681" y="220"/>
                  </a:lnTo>
                  <a:lnTo>
                    <a:pt x="3693" y="238"/>
                  </a:lnTo>
                  <a:lnTo>
                    <a:pt x="3705" y="254"/>
                  </a:lnTo>
                  <a:lnTo>
                    <a:pt x="3716" y="272"/>
                  </a:lnTo>
                  <a:lnTo>
                    <a:pt x="3727" y="292"/>
                  </a:lnTo>
                  <a:lnTo>
                    <a:pt x="3738" y="310"/>
                  </a:lnTo>
                  <a:lnTo>
                    <a:pt x="3760" y="350"/>
                  </a:lnTo>
                  <a:lnTo>
                    <a:pt x="3770" y="370"/>
                  </a:lnTo>
                  <a:lnTo>
                    <a:pt x="3780" y="392"/>
                  </a:lnTo>
                  <a:lnTo>
                    <a:pt x="3799" y="434"/>
                  </a:lnTo>
                  <a:lnTo>
                    <a:pt x="3808" y="455"/>
                  </a:lnTo>
                  <a:lnTo>
                    <a:pt x="3817" y="479"/>
                  </a:lnTo>
                  <a:lnTo>
                    <a:pt x="3834" y="525"/>
                  </a:lnTo>
                  <a:lnTo>
                    <a:pt x="3851" y="573"/>
                  </a:lnTo>
                  <a:lnTo>
                    <a:pt x="3866" y="623"/>
                  </a:lnTo>
                  <a:lnTo>
                    <a:pt x="3873" y="649"/>
                  </a:lnTo>
                  <a:lnTo>
                    <a:pt x="3879" y="675"/>
                  </a:lnTo>
                  <a:lnTo>
                    <a:pt x="3886" y="701"/>
                  </a:lnTo>
                  <a:lnTo>
                    <a:pt x="3892" y="727"/>
                  </a:lnTo>
                  <a:lnTo>
                    <a:pt x="3903" y="781"/>
                  </a:lnTo>
                  <a:lnTo>
                    <a:pt x="3908" y="809"/>
                  </a:lnTo>
                  <a:lnTo>
                    <a:pt x="3912" y="837"/>
                  </a:lnTo>
                  <a:lnTo>
                    <a:pt x="3916" y="865"/>
                  </a:lnTo>
                  <a:lnTo>
                    <a:pt x="3920" y="893"/>
                  </a:lnTo>
                  <a:lnTo>
                    <a:pt x="3924" y="921"/>
                  </a:lnTo>
                  <a:lnTo>
                    <a:pt x="3927" y="951"/>
                  </a:lnTo>
                  <a:lnTo>
                    <a:pt x="3933" y="1009"/>
                  </a:lnTo>
                  <a:lnTo>
                    <a:pt x="3937" y="1069"/>
                  </a:lnTo>
                  <a:lnTo>
                    <a:pt x="3938" y="1099"/>
                  </a:lnTo>
                  <a:lnTo>
                    <a:pt x="3939" y="1129"/>
                  </a:lnTo>
                  <a:lnTo>
                    <a:pt x="3940" y="1161"/>
                  </a:lnTo>
                  <a:lnTo>
                    <a:pt x="3940" y="1191"/>
                  </a:lnTo>
                  <a:lnTo>
                    <a:pt x="3939" y="1253"/>
                  </a:lnTo>
                  <a:lnTo>
                    <a:pt x="3938" y="1283"/>
                  </a:lnTo>
                  <a:lnTo>
                    <a:pt x="3937" y="1313"/>
                  </a:lnTo>
                  <a:lnTo>
                    <a:pt x="3935" y="1343"/>
                  </a:lnTo>
                  <a:lnTo>
                    <a:pt x="3933" y="1372"/>
                  </a:lnTo>
                  <a:lnTo>
                    <a:pt x="3930" y="1400"/>
                  </a:lnTo>
                  <a:lnTo>
                    <a:pt x="3927" y="1430"/>
                  </a:lnTo>
                  <a:lnTo>
                    <a:pt x="3924" y="1458"/>
                  </a:lnTo>
                  <a:lnTo>
                    <a:pt x="3920" y="1488"/>
                  </a:lnTo>
                  <a:lnTo>
                    <a:pt x="3916" y="1516"/>
                  </a:lnTo>
                  <a:lnTo>
                    <a:pt x="3912" y="1544"/>
                  </a:lnTo>
                  <a:lnTo>
                    <a:pt x="3903" y="1600"/>
                  </a:lnTo>
                  <a:lnTo>
                    <a:pt x="3897" y="1626"/>
                  </a:lnTo>
                  <a:lnTo>
                    <a:pt x="3892" y="1654"/>
                  </a:lnTo>
                  <a:lnTo>
                    <a:pt x="3886" y="1680"/>
                  </a:lnTo>
                  <a:lnTo>
                    <a:pt x="3879" y="1706"/>
                  </a:lnTo>
                  <a:lnTo>
                    <a:pt x="3873" y="1732"/>
                  </a:lnTo>
                  <a:lnTo>
                    <a:pt x="3866" y="1758"/>
                  </a:lnTo>
                  <a:lnTo>
                    <a:pt x="3859" y="1782"/>
                  </a:lnTo>
                  <a:lnTo>
                    <a:pt x="3851" y="1808"/>
                  </a:lnTo>
                  <a:lnTo>
                    <a:pt x="3843" y="1832"/>
                  </a:lnTo>
                  <a:lnTo>
                    <a:pt x="3834" y="1856"/>
                  </a:lnTo>
                  <a:lnTo>
                    <a:pt x="3826" y="1880"/>
                  </a:lnTo>
                  <a:lnTo>
                    <a:pt x="3817" y="1902"/>
                  </a:lnTo>
                  <a:lnTo>
                    <a:pt x="3808" y="1926"/>
                  </a:lnTo>
                  <a:lnTo>
                    <a:pt x="3799" y="1948"/>
                  </a:lnTo>
                  <a:lnTo>
                    <a:pt x="3780" y="1990"/>
                  </a:lnTo>
                  <a:lnTo>
                    <a:pt x="3770" y="2012"/>
                  </a:lnTo>
                  <a:lnTo>
                    <a:pt x="3760" y="2032"/>
                  </a:lnTo>
                  <a:lnTo>
                    <a:pt x="3738" y="2072"/>
                  </a:lnTo>
                  <a:lnTo>
                    <a:pt x="3727" y="2090"/>
                  </a:lnTo>
                  <a:lnTo>
                    <a:pt x="3716" y="2110"/>
                  </a:lnTo>
                  <a:lnTo>
                    <a:pt x="3693" y="2144"/>
                  </a:lnTo>
                  <a:lnTo>
                    <a:pt x="3681" y="2162"/>
                  </a:lnTo>
                  <a:lnTo>
                    <a:pt x="3669" y="2178"/>
                  </a:lnTo>
                  <a:lnTo>
                    <a:pt x="3644" y="2208"/>
                  </a:lnTo>
                  <a:lnTo>
                    <a:pt x="3619" y="2238"/>
                  </a:lnTo>
                  <a:lnTo>
                    <a:pt x="3592" y="2264"/>
                  </a:lnTo>
                  <a:lnTo>
                    <a:pt x="3565" y="2287"/>
                  </a:lnTo>
                  <a:lnTo>
                    <a:pt x="3537" y="2307"/>
                  </a:lnTo>
                  <a:lnTo>
                    <a:pt x="3523" y="2317"/>
                  </a:lnTo>
                  <a:lnTo>
                    <a:pt x="3509" y="2327"/>
                  </a:lnTo>
                  <a:lnTo>
                    <a:pt x="3493" y="2335"/>
                  </a:lnTo>
                  <a:lnTo>
                    <a:pt x="3479" y="2343"/>
                  </a:lnTo>
                  <a:lnTo>
                    <a:pt x="3449" y="2355"/>
                  </a:lnTo>
                  <a:lnTo>
                    <a:pt x="3434" y="2361"/>
                  </a:lnTo>
                  <a:lnTo>
                    <a:pt x="3419" y="2367"/>
                  </a:lnTo>
                  <a:lnTo>
                    <a:pt x="3388" y="2373"/>
                  </a:lnTo>
                  <a:lnTo>
                    <a:pt x="3357" y="2379"/>
                  </a:lnTo>
                  <a:lnTo>
                    <a:pt x="3326" y="2381"/>
                  </a:lnTo>
                  <a:lnTo>
                    <a:pt x="3294" y="2379"/>
                  </a:lnTo>
                  <a:lnTo>
                    <a:pt x="3279" y="2377"/>
                  </a:lnTo>
                  <a:lnTo>
                    <a:pt x="3263" y="2373"/>
                  </a:lnTo>
                  <a:lnTo>
                    <a:pt x="3248" y="2371"/>
                  </a:lnTo>
                  <a:lnTo>
                    <a:pt x="3233" y="2367"/>
                  </a:lnTo>
                  <a:lnTo>
                    <a:pt x="3218" y="2361"/>
                  </a:lnTo>
                  <a:lnTo>
                    <a:pt x="3203" y="2355"/>
                  </a:lnTo>
                  <a:lnTo>
                    <a:pt x="3188" y="2349"/>
                  </a:lnTo>
                  <a:lnTo>
                    <a:pt x="3173" y="2343"/>
                  </a:lnTo>
                  <a:lnTo>
                    <a:pt x="3143" y="2327"/>
                  </a:lnTo>
                  <a:lnTo>
                    <a:pt x="3115" y="2307"/>
                  </a:lnTo>
                  <a:lnTo>
                    <a:pt x="3101" y="2297"/>
                  </a:lnTo>
                  <a:lnTo>
                    <a:pt x="3087" y="2287"/>
                  </a:lnTo>
                  <a:lnTo>
                    <a:pt x="3073" y="2275"/>
                  </a:lnTo>
                  <a:lnTo>
                    <a:pt x="3060" y="2264"/>
                  </a:lnTo>
                  <a:lnTo>
                    <a:pt x="3046" y="2250"/>
                  </a:lnTo>
                  <a:lnTo>
                    <a:pt x="3033" y="2238"/>
                  </a:lnTo>
                  <a:lnTo>
                    <a:pt x="3020" y="2224"/>
                  </a:lnTo>
                  <a:lnTo>
                    <a:pt x="3008" y="2208"/>
                  </a:lnTo>
                  <a:lnTo>
                    <a:pt x="2983" y="2178"/>
                  </a:lnTo>
                  <a:lnTo>
                    <a:pt x="2971" y="2162"/>
                  </a:lnTo>
                  <a:lnTo>
                    <a:pt x="2959" y="2144"/>
                  </a:lnTo>
                  <a:lnTo>
                    <a:pt x="2947" y="2126"/>
                  </a:lnTo>
                  <a:lnTo>
                    <a:pt x="2936" y="2110"/>
                  </a:lnTo>
                  <a:lnTo>
                    <a:pt x="2925" y="2090"/>
                  </a:lnTo>
                  <a:lnTo>
                    <a:pt x="2914" y="2072"/>
                  </a:lnTo>
                  <a:lnTo>
                    <a:pt x="2892" y="2032"/>
                  </a:lnTo>
                  <a:lnTo>
                    <a:pt x="2882" y="2012"/>
                  </a:lnTo>
                  <a:lnTo>
                    <a:pt x="2872" y="1990"/>
                  </a:lnTo>
                  <a:lnTo>
                    <a:pt x="2853" y="1948"/>
                  </a:lnTo>
                  <a:lnTo>
                    <a:pt x="2844" y="1926"/>
                  </a:lnTo>
                  <a:lnTo>
                    <a:pt x="2834" y="1902"/>
                  </a:lnTo>
                  <a:lnTo>
                    <a:pt x="2817" y="1856"/>
                  </a:lnTo>
                  <a:lnTo>
                    <a:pt x="2801" y="1808"/>
                  </a:lnTo>
                  <a:lnTo>
                    <a:pt x="2786" y="1758"/>
                  </a:lnTo>
                  <a:lnTo>
                    <a:pt x="2779" y="1732"/>
                  </a:lnTo>
                  <a:lnTo>
                    <a:pt x="2772" y="1706"/>
                  </a:lnTo>
                  <a:lnTo>
                    <a:pt x="2766" y="1680"/>
                  </a:lnTo>
                  <a:lnTo>
                    <a:pt x="2760" y="1654"/>
                  </a:lnTo>
                  <a:lnTo>
                    <a:pt x="2749" y="1600"/>
                  </a:lnTo>
                  <a:lnTo>
                    <a:pt x="2744" y="1572"/>
                  </a:lnTo>
                  <a:lnTo>
                    <a:pt x="2740" y="1544"/>
                  </a:lnTo>
                  <a:lnTo>
                    <a:pt x="2735" y="1516"/>
                  </a:lnTo>
                  <a:lnTo>
                    <a:pt x="2731" y="1488"/>
                  </a:lnTo>
                  <a:lnTo>
                    <a:pt x="2728" y="1458"/>
                  </a:lnTo>
                  <a:lnTo>
                    <a:pt x="2725" y="1430"/>
                  </a:lnTo>
                  <a:lnTo>
                    <a:pt x="2719" y="1372"/>
                  </a:lnTo>
                  <a:lnTo>
                    <a:pt x="2715" y="1313"/>
                  </a:lnTo>
                  <a:lnTo>
                    <a:pt x="2714" y="1283"/>
                  </a:lnTo>
                  <a:lnTo>
                    <a:pt x="2713" y="1253"/>
                  </a:lnTo>
                  <a:lnTo>
                    <a:pt x="2712" y="1221"/>
                  </a:lnTo>
                  <a:lnTo>
                    <a:pt x="2712" y="1191"/>
                  </a:lnTo>
                  <a:lnTo>
                    <a:pt x="2713" y="1129"/>
                  </a:lnTo>
                  <a:lnTo>
                    <a:pt x="2714" y="1099"/>
                  </a:lnTo>
                  <a:lnTo>
                    <a:pt x="2715" y="1069"/>
                  </a:lnTo>
                  <a:lnTo>
                    <a:pt x="2717" y="1039"/>
                  </a:lnTo>
                  <a:lnTo>
                    <a:pt x="2719" y="1009"/>
                  </a:lnTo>
                  <a:lnTo>
                    <a:pt x="2722" y="981"/>
                  </a:lnTo>
                  <a:lnTo>
                    <a:pt x="2725" y="951"/>
                  </a:lnTo>
                  <a:lnTo>
                    <a:pt x="2728" y="921"/>
                  </a:lnTo>
                  <a:lnTo>
                    <a:pt x="2731" y="893"/>
                  </a:lnTo>
                  <a:lnTo>
                    <a:pt x="2735" y="865"/>
                  </a:lnTo>
                  <a:lnTo>
                    <a:pt x="2740" y="837"/>
                  </a:lnTo>
                  <a:lnTo>
                    <a:pt x="2749" y="781"/>
                  </a:lnTo>
                  <a:lnTo>
                    <a:pt x="2755" y="755"/>
                  </a:lnTo>
                  <a:lnTo>
                    <a:pt x="2760" y="727"/>
                  </a:lnTo>
                  <a:lnTo>
                    <a:pt x="2766" y="701"/>
                  </a:lnTo>
                  <a:lnTo>
                    <a:pt x="2772" y="675"/>
                  </a:lnTo>
                  <a:lnTo>
                    <a:pt x="2779" y="649"/>
                  </a:lnTo>
                  <a:lnTo>
                    <a:pt x="2786" y="623"/>
                  </a:lnTo>
                  <a:lnTo>
                    <a:pt x="2793" y="599"/>
                  </a:lnTo>
                  <a:lnTo>
                    <a:pt x="2801" y="573"/>
                  </a:lnTo>
                  <a:lnTo>
                    <a:pt x="2808" y="549"/>
                  </a:lnTo>
                  <a:lnTo>
                    <a:pt x="2817" y="525"/>
                  </a:lnTo>
                  <a:lnTo>
                    <a:pt x="2825" y="501"/>
                  </a:lnTo>
                  <a:lnTo>
                    <a:pt x="2834" y="479"/>
                  </a:lnTo>
                  <a:lnTo>
                    <a:pt x="2844" y="455"/>
                  </a:lnTo>
                  <a:lnTo>
                    <a:pt x="2853" y="434"/>
                  </a:lnTo>
                  <a:lnTo>
                    <a:pt x="2872" y="392"/>
                  </a:lnTo>
                  <a:lnTo>
                    <a:pt x="2882" y="370"/>
                  </a:lnTo>
                  <a:lnTo>
                    <a:pt x="2892" y="350"/>
                  </a:lnTo>
                  <a:lnTo>
                    <a:pt x="2914" y="310"/>
                  </a:lnTo>
                  <a:lnTo>
                    <a:pt x="2925" y="292"/>
                  </a:lnTo>
                  <a:lnTo>
                    <a:pt x="2936" y="272"/>
                  </a:lnTo>
                  <a:lnTo>
                    <a:pt x="2959" y="238"/>
                  </a:lnTo>
                  <a:lnTo>
                    <a:pt x="2971" y="220"/>
                  </a:lnTo>
                  <a:lnTo>
                    <a:pt x="2983" y="204"/>
                  </a:lnTo>
                  <a:lnTo>
                    <a:pt x="3008" y="174"/>
                  </a:lnTo>
                  <a:lnTo>
                    <a:pt x="3033" y="144"/>
                  </a:lnTo>
                  <a:lnTo>
                    <a:pt x="3060" y="118"/>
                  </a:lnTo>
                  <a:lnTo>
                    <a:pt x="3087" y="94"/>
                  </a:lnTo>
                  <a:lnTo>
                    <a:pt x="3115" y="74"/>
                  </a:lnTo>
                  <a:lnTo>
                    <a:pt x="3129" y="64"/>
                  </a:lnTo>
                  <a:lnTo>
                    <a:pt x="3143" y="54"/>
                  </a:lnTo>
                  <a:lnTo>
                    <a:pt x="3157" y="46"/>
                  </a:lnTo>
                  <a:lnTo>
                    <a:pt x="3173" y="38"/>
                  </a:lnTo>
                  <a:lnTo>
                    <a:pt x="3203" y="26"/>
                  </a:lnTo>
                  <a:lnTo>
                    <a:pt x="3218" y="20"/>
                  </a:lnTo>
                  <a:lnTo>
                    <a:pt x="3233" y="14"/>
                  </a:lnTo>
                  <a:lnTo>
                    <a:pt x="3263" y="8"/>
                  </a:lnTo>
                  <a:lnTo>
                    <a:pt x="3294" y="2"/>
                  </a:lnTo>
                  <a:lnTo>
                    <a:pt x="3326" y="0"/>
                  </a:lnTo>
                  <a:close/>
                  <a:moveTo>
                    <a:pt x="3328" y="969"/>
                  </a:moveTo>
                  <a:lnTo>
                    <a:pt x="3340" y="969"/>
                  </a:lnTo>
                  <a:lnTo>
                    <a:pt x="3352" y="973"/>
                  </a:lnTo>
                  <a:lnTo>
                    <a:pt x="3363" y="979"/>
                  </a:lnTo>
                  <a:lnTo>
                    <a:pt x="3369" y="983"/>
                  </a:lnTo>
                  <a:lnTo>
                    <a:pt x="3375" y="987"/>
                  </a:lnTo>
                  <a:lnTo>
                    <a:pt x="3385" y="995"/>
                  </a:lnTo>
                  <a:lnTo>
                    <a:pt x="3395" y="1007"/>
                  </a:lnTo>
                  <a:lnTo>
                    <a:pt x="3404" y="1019"/>
                  </a:lnTo>
                  <a:lnTo>
                    <a:pt x="3413" y="1033"/>
                  </a:lnTo>
                  <a:lnTo>
                    <a:pt x="3421" y="1049"/>
                  </a:lnTo>
                  <a:lnTo>
                    <a:pt x="3428" y="1067"/>
                  </a:lnTo>
                  <a:lnTo>
                    <a:pt x="3431" y="1075"/>
                  </a:lnTo>
                  <a:lnTo>
                    <a:pt x="3434" y="1085"/>
                  </a:lnTo>
                  <a:lnTo>
                    <a:pt x="3439" y="1105"/>
                  </a:lnTo>
                  <a:lnTo>
                    <a:pt x="3441" y="1115"/>
                  </a:lnTo>
                  <a:lnTo>
                    <a:pt x="3443" y="1125"/>
                  </a:lnTo>
                  <a:lnTo>
                    <a:pt x="3444" y="1135"/>
                  </a:lnTo>
                  <a:lnTo>
                    <a:pt x="3446" y="1147"/>
                  </a:lnTo>
                  <a:lnTo>
                    <a:pt x="3447" y="1157"/>
                  </a:lnTo>
                  <a:lnTo>
                    <a:pt x="3447" y="1169"/>
                  </a:lnTo>
                  <a:lnTo>
                    <a:pt x="3448" y="1179"/>
                  </a:lnTo>
                  <a:lnTo>
                    <a:pt x="3448" y="1191"/>
                  </a:lnTo>
                  <a:lnTo>
                    <a:pt x="3447" y="1213"/>
                  </a:lnTo>
                  <a:lnTo>
                    <a:pt x="3446" y="1235"/>
                  </a:lnTo>
                  <a:lnTo>
                    <a:pt x="3443" y="1257"/>
                  </a:lnTo>
                  <a:lnTo>
                    <a:pt x="3439" y="1277"/>
                  </a:lnTo>
                  <a:lnTo>
                    <a:pt x="3434" y="1297"/>
                  </a:lnTo>
                  <a:lnTo>
                    <a:pt x="3431" y="1307"/>
                  </a:lnTo>
                  <a:lnTo>
                    <a:pt x="3428" y="1315"/>
                  </a:lnTo>
                  <a:lnTo>
                    <a:pt x="3421" y="1333"/>
                  </a:lnTo>
                  <a:lnTo>
                    <a:pt x="3413" y="1349"/>
                  </a:lnTo>
                  <a:lnTo>
                    <a:pt x="3404" y="1362"/>
                  </a:lnTo>
                  <a:lnTo>
                    <a:pt x="3395" y="1374"/>
                  </a:lnTo>
                  <a:lnTo>
                    <a:pt x="3385" y="1386"/>
                  </a:lnTo>
                  <a:lnTo>
                    <a:pt x="3375" y="1394"/>
                  </a:lnTo>
                  <a:lnTo>
                    <a:pt x="3369" y="1398"/>
                  </a:lnTo>
                  <a:lnTo>
                    <a:pt x="3363" y="1402"/>
                  </a:lnTo>
                  <a:lnTo>
                    <a:pt x="3352" y="1408"/>
                  </a:lnTo>
                  <a:lnTo>
                    <a:pt x="3340" y="1412"/>
                  </a:lnTo>
                  <a:lnTo>
                    <a:pt x="3334" y="1412"/>
                  </a:lnTo>
                  <a:lnTo>
                    <a:pt x="3328" y="1412"/>
                  </a:lnTo>
                  <a:lnTo>
                    <a:pt x="3315" y="1412"/>
                  </a:lnTo>
                  <a:lnTo>
                    <a:pt x="3303" y="1408"/>
                  </a:lnTo>
                  <a:lnTo>
                    <a:pt x="3292" y="1402"/>
                  </a:lnTo>
                  <a:lnTo>
                    <a:pt x="3286" y="1398"/>
                  </a:lnTo>
                  <a:lnTo>
                    <a:pt x="3281" y="1394"/>
                  </a:lnTo>
                  <a:lnTo>
                    <a:pt x="3270" y="1386"/>
                  </a:lnTo>
                  <a:lnTo>
                    <a:pt x="3260" y="1374"/>
                  </a:lnTo>
                  <a:lnTo>
                    <a:pt x="3251" y="1362"/>
                  </a:lnTo>
                  <a:lnTo>
                    <a:pt x="3242" y="1349"/>
                  </a:lnTo>
                  <a:lnTo>
                    <a:pt x="3235" y="1333"/>
                  </a:lnTo>
                  <a:lnTo>
                    <a:pt x="3228" y="1315"/>
                  </a:lnTo>
                  <a:lnTo>
                    <a:pt x="3225" y="1307"/>
                  </a:lnTo>
                  <a:lnTo>
                    <a:pt x="3222" y="1297"/>
                  </a:lnTo>
                  <a:lnTo>
                    <a:pt x="3217" y="1277"/>
                  </a:lnTo>
                  <a:lnTo>
                    <a:pt x="3215" y="1267"/>
                  </a:lnTo>
                  <a:lnTo>
                    <a:pt x="3213" y="1257"/>
                  </a:lnTo>
                  <a:lnTo>
                    <a:pt x="3211" y="1247"/>
                  </a:lnTo>
                  <a:lnTo>
                    <a:pt x="3210" y="1235"/>
                  </a:lnTo>
                  <a:lnTo>
                    <a:pt x="3209" y="1225"/>
                  </a:lnTo>
                  <a:lnTo>
                    <a:pt x="3208" y="1213"/>
                  </a:lnTo>
                  <a:lnTo>
                    <a:pt x="3207" y="1203"/>
                  </a:lnTo>
                  <a:lnTo>
                    <a:pt x="3207" y="1191"/>
                  </a:lnTo>
                  <a:lnTo>
                    <a:pt x="3208" y="1169"/>
                  </a:lnTo>
                  <a:lnTo>
                    <a:pt x="3210" y="1147"/>
                  </a:lnTo>
                  <a:lnTo>
                    <a:pt x="3213" y="1125"/>
                  </a:lnTo>
                  <a:lnTo>
                    <a:pt x="3217" y="1105"/>
                  </a:lnTo>
                  <a:lnTo>
                    <a:pt x="3222" y="1085"/>
                  </a:lnTo>
                  <a:lnTo>
                    <a:pt x="3225" y="1075"/>
                  </a:lnTo>
                  <a:lnTo>
                    <a:pt x="3228" y="1067"/>
                  </a:lnTo>
                  <a:lnTo>
                    <a:pt x="3235" y="1049"/>
                  </a:lnTo>
                  <a:lnTo>
                    <a:pt x="3242" y="1033"/>
                  </a:lnTo>
                  <a:lnTo>
                    <a:pt x="3251" y="1019"/>
                  </a:lnTo>
                  <a:lnTo>
                    <a:pt x="3260" y="1007"/>
                  </a:lnTo>
                  <a:lnTo>
                    <a:pt x="3270" y="995"/>
                  </a:lnTo>
                  <a:lnTo>
                    <a:pt x="3281" y="987"/>
                  </a:lnTo>
                  <a:lnTo>
                    <a:pt x="3286" y="983"/>
                  </a:lnTo>
                  <a:lnTo>
                    <a:pt x="3292" y="979"/>
                  </a:lnTo>
                  <a:lnTo>
                    <a:pt x="3303" y="973"/>
                  </a:lnTo>
                  <a:lnTo>
                    <a:pt x="3315" y="969"/>
                  </a:lnTo>
                  <a:lnTo>
                    <a:pt x="3321" y="969"/>
                  </a:lnTo>
                  <a:lnTo>
                    <a:pt x="3328" y="969"/>
                  </a:lnTo>
                  <a:close/>
                  <a:moveTo>
                    <a:pt x="485" y="1812"/>
                  </a:moveTo>
                  <a:lnTo>
                    <a:pt x="502" y="1814"/>
                  </a:lnTo>
                  <a:lnTo>
                    <a:pt x="517" y="1816"/>
                  </a:lnTo>
                  <a:lnTo>
                    <a:pt x="524" y="1818"/>
                  </a:lnTo>
                  <a:lnTo>
                    <a:pt x="530" y="1820"/>
                  </a:lnTo>
                  <a:lnTo>
                    <a:pt x="537" y="1824"/>
                  </a:lnTo>
                  <a:lnTo>
                    <a:pt x="543" y="1826"/>
                  </a:lnTo>
                  <a:lnTo>
                    <a:pt x="555" y="1834"/>
                  </a:lnTo>
                  <a:lnTo>
                    <a:pt x="565" y="1844"/>
                  </a:lnTo>
                  <a:lnTo>
                    <a:pt x="570" y="1850"/>
                  </a:lnTo>
                  <a:lnTo>
                    <a:pt x="575" y="1856"/>
                  </a:lnTo>
                  <a:lnTo>
                    <a:pt x="584" y="1868"/>
                  </a:lnTo>
                  <a:lnTo>
                    <a:pt x="588" y="1876"/>
                  </a:lnTo>
                  <a:lnTo>
                    <a:pt x="591" y="1884"/>
                  </a:lnTo>
                  <a:lnTo>
                    <a:pt x="598" y="1900"/>
                  </a:lnTo>
                  <a:lnTo>
                    <a:pt x="601" y="1908"/>
                  </a:lnTo>
                  <a:lnTo>
                    <a:pt x="603" y="1918"/>
                  </a:lnTo>
                  <a:lnTo>
                    <a:pt x="606" y="1928"/>
                  </a:lnTo>
                  <a:lnTo>
                    <a:pt x="608" y="1938"/>
                  </a:lnTo>
                  <a:lnTo>
                    <a:pt x="612" y="1960"/>
                  </a:lnTo>
                  <a:lnTo>
                    <a:pt x="614" y="1984"/>
                  </a:lnTo>
                  <a:lnTo>
                    <a:pt x="615" y="1996"/>
                  </a:lnTo>
                  <a:lnTo>
                    <a:pt x="616" y="2008"/>
                  </a:lnTo>
                  <a:lnTo>
                    <a:pt x="616" y="2036"/>
                  </a:lnTo>
                  <a:lnTo>
                    <a:pt x="616" y="2062"/>
                  </a:lnTo>
                  <a:lnTo>
                    <a:pt x="615" y="2074"/>
                  </a:lnTo>
                  <a:lnTo>
                    <a:pt x="614" y="2086"/>
                  </a:lnTo>
                  <a:lnTo>
                    <a:pt x="612" y="2108"/>
                  </a:lnTo>
                  <a:lnTo>
                    <a:pt x="608" y="2128"/>
                  </a:lnTo>
                  <a:lnTo>
                    <a:pt x="606" y="2138"/>
                  </a:lnTo>
                  <a:lnTo>
                    <a:pt x="603" y="2148"/>
                  </a:lnTo>
                  <a:lnTo>
                    <a:pt x="598" y="2164"/>
                  </a:lnTo>
                  <a:lnTo>
                    <a:pt x="591" y="2180"/>
                  </a:lnTo>
                  <a:lnTo>
                    <a:pt x="588" y="2188"/>
                  </a:lnTo>
                  <a:lnTo>
                    <a:pt x="584" y="2194"/>
                  </a:lnTo>
                  <a:lnTo>
                    <a:pt x="575" y="2206"/>
                  </a:lnTo>
                  <a:lnTo>
                    <a:pt x="570" y="2212"/>
                  </a:lnTo>
                  <a:lnTo>
                    <a:pt x="565" y="2218"/>
                  </a:lnTo>
                  <a:lnTo>
                    <a:pt x="560" y="2222"/>
                  </a:lnTo>
                  <a:lnTo>
                    <a:pt x="555" y="2226"/>
                  </a:lnTo>
                  <a:lnTo>
                    <a:pt x="543" y="2234"/>
                  </a:lnTo>
                  <a:lnTo>
                    <a:pt x="530" y="2240"/>
                  </a:lnTo>
                  <a:lnTo>
                    <a:pt x="517" y="2244"/>
                  </a:lnTo>
                  <a:lnTo>
                    <a:pt x="502" y="2246"/>
                  </a:lnTo>
                  <a:lnTo>
                    <a:pt x="485" y="2248"/>
                  </a:lnTo>
                  <a:lnTo>
                    <a:pt x="135" y="2248"/>
                  </a:lnTo>
                  <a:lnTo>
                    <a:pt x="118" y="2246"/>
                  </a:lnTo>
                  <a:lnTo>
                    <a:pt x="110" y="2246"/>
                  </a:lnTo>
                  <a:lnTo>
                    <a:pt x="103" y="2244"/>
                  </a:lnTo>
                  <a:lnTo>
                    <a:pt x="89" y="2238"/>
                  </a:lnTo>
                  <a:lnTo>
                    <a:pt x="76" y="2232"/>
                  </a:lnTo>
                  <a:lnTo>
                    <a:pt x="70" y="2228"/>
                  </a:lnTo>
                  <a:lnTo>
                    <a:pt x="64" y="2222"/>
                  </a:lnTo>
                  <a:lnTo>
                    <a:pt x="53" y="2212"/>
                  </a:lnTo>
                  <a:lnTo>
                    <a:pt x="43" y="2198"/>
                  </a:lnTo>
                  <a:lnTo>
                    <a:pt x="38" y="2192"/>
                  </a:lnTo>
                  <a:lnTo>
                    <a:pt x="34" y="2184"/>
                  </a:lnTo>
                  <a:lnTo>
                    <a:pt x="30" y="2176"/>
                  </a:lnTo>
                  <a:lnTo>
                    <a:pt x="26" y="2166"/>
                  </a:lnTo>
                  <a:lnTo>
                    <a:pt x="22" y="2158"/>
                  </a:lnTo>
                  <a:lnTo>
                    <a:pt x="19" y="2148"/>
                  </a:lnTo>
                  <a:lnTo>
                    <a:pt x="13" y="2126"/>
                  </a:lnTo>
                  <a:lnTo>
                    <a:pt x="9" y="2104"/>
                  </a:lnTo>
                  <a:lnTo>
                    <a:pt x="7" y="2092"/>
                  </a:lnTo>
                  <a:lnTo>
                    <a:pt x="5" y="2078"/>
                  </a:lnTo>
                  <a:lnTo>
                    <a:pt x="3" y="2066"/>
                  </a:lnTo>
                  <a:lnTo>
                    <a:pt x="2" y="2052"/>
                  </a:lnTo>
                  <a:lnTo>
                    <a:pt x="1" y="2038"/>
                  </a:lnTo>
                  <a:lnTo>
                    <a:pt x="1" y="2022"/>
                  </a:lnTo>
                  <a:lnTo>
                    <a:pt x="0" y="1992"/>
                  </a:lnTo>
                  <a:lnTo>
                    <a:pt x="0" y="479"/>
                  </a:lnTo>
                  <a:lnTo>
                    <a:pt x="1" y="450"/>
                  </a:lnTo>
                  <a:lnTo>
                    <a:pt x="1" y="436"/>
                  </a:lnTo>
                  <a:lnTo>
                    <a:pt x="2" y="422"/>
                  </a:lnTo>
                  <a:lnTo>
                    <a:pt x="5" y="398"/>
                  </a:lnTo>
                  <a:lnTo>
                    <a:pt x="8" y="374"/>
                  </a:lnTo>
                  <a:lnTo>
                    <a:pt x="10" y="362"/>
                  </a:lnTo>
                  <a:lnTo>
                    <a:pt x="13" y="352"/>
                  </a:lnTo>
                  <a:lnTo>
                    <a:pt x="18" y="332"/>
                  </a:lnTo>
                  <a:lnTo>
                    <a:pt x="25" y="312"/>
                  </a:lnTo>
                  <a:lnTo>
                    <a:pt x="28" y="304"/>
                  </a:lnTo>
                  <a:lnTo>
                    <a:pt x="32" y="296"/>
                  </a:lnTo>
                  <a:lnTo>
                    <a:pt x="36" y="288"/>
                  </a:lnTo>
                  <a:lnTo>
                    <a:pt x="41" y="280"/>
                  </a:lnTo>
                  <a:lnTo>
                    <a:pt x="50" y="268"/>
                  </a:lnTo>
                  <a:lnTo>
                    <a:pt x="60" y="256"/>
                  </a:lnTo>
                  <a:lnTo>
                    <a:pt x="65" y="252"/>
                  </a:lnTo>
                  <a:lnTo>
                    <a:pt x="71" y="248"/>
                  </a:lnTo>
                  <a:lnTo>
                    <a:pt x="83" y="240"/>
                  </a:lnTo>
                  <a:lnTo>
                    <a:pt x="96" y="236"/>
                  </a:lnTo>
                  <a:lnTo>
                    <a:pt x="109" y="232"/>
                  </a:lnTo>
                  <a:lnTo>
                    <a:pt x="124" y="232"/>
                  </a:lnTo>
                  <a:lnTo>
                    <a:pt x="138" y="232"/>
                  </a:lnTo>
                  <a:lnTo>
                    <a:pt x="144" y="234"/>
                  </a:lnTo>
                  <a:lnTo>
                    <a:pt x="151" y="236"/>
                  </a:lnTo>
                  <a:lnTo>
                    <a:pt x="163" y="240"/>
                  </a:lnTo>
                  <a:lnTo>
                    <a:pt x="176" y="248"/>
                  </a:lnTo>
                  <a:lnTo>
                    <a:pt x="181" y="252"/>
                  </a:lnTo>
                  <a:lnTo>
                    <a:pt x="187" y="256"/>
                  </a:lnTo>
                  <a:lnTo>
                    <a:pt x="197" y="268"/>
                  </a:lnTo>
                  <a:lnTo>
                    <a:pt x="206" y="280"/>
                  </a:lnTo>
                  <a:lnTo>
                    <a:pt x="210" y="288"/>
                  </a:lnTo>
                  <a:lnTo>
                    <a:pt x="214" y="296"/>
                  </a:lnTo>
                  <a:lnTo>
                    <a:pt x="218" y="304"/>
                  </a:lnTo>
                  <a:lnTo>
                    <a:pt x="222" y="312"/>
                  </a:lnTo>
                  <a:lnTo>
                    <a:pt x="228" y="332"/>
                  </a:lnTo>
                  <a:lnTo>
                    <a:pt x="234" y="352"/>
                  </a:lnTo>
                  <a:lnTo>
                    <a:pt x="236" y="362"/>
                  </a:lnTo>
                  <a:lnTo>
                    <a:pt x="238" y="374"/>
                  </a:lnTo>
                  <a:lnTo>
                    <a:pt x="242" y="398"/>
                  </a:lnTo>
                  <a:lnTo>
                    <a:pt x="244" y="422"/>
                  </a:lnTo>
                  <a:lnTo>
                    <a:pt x="246" y="450"/>
                  </a:lnTo>
                  <a:lnTo>
                    <a:pt x="246" y="479"/>
                  </a:lnTo>
                  <a:lnTo>
                    <a:pt x="246" y="1812"/>
                  </a:lnTo>
                  <a:lnTo>
                    <a:pt x="485" y="1812"/>
                  </a:lnTo>
                  <a:close/>
                  <a:moveTo>
                    <a:pt x="1526" y="1840"/>
                  </a:moveTo>
                  <a:lnTo>
                    <a:pt x="1532" y="1868"/>
                  </a:lnTo>
                  <a:lnTo>
                    <a:pt x="1537" y="1898"/>
                  </a:lnTo>
                  <a:lnTo>
                    <a:pt x="1542" y="1924"/>
                  </a:lnTo>
                  <a:lnTo>
                    <a:pt x="1546" y="1952"/>
                  </a:lnTo>
                  <a:lnTo>
                    <a:pt x="1549" y="1978"/>
                  </a:lnTo>
                  <a:lnTo>
                    <a:pt x="1552" y="2004"/>
                  </a:lnTo>
                  <a:lnTo>
                    <a:pt x="1554" y="2028"/>
                  </a:lnTo>
                  <a:lnTo>
                    <a:pt x="1555" y="2052"/>
                  </a:lnTo>
                  <a:lnTo>
                    <a:pt x="1555" y="2074"/>
                  </a:lnTo>
                  <a:lnTo>
                    <a:pt x="1554" y="2094"/>
                  </a:lnTo>
                  <a:lnTo>
                    <a:pt x="1552" y="2112"/>
                  </a:lnTo>
                  <a:lnTo>
                    <a:pt x="1549" y="2130"/>
                  </a:lnTo>
                  <a:lnTo>
                    <a:pt x="1547" y="2140"/>
                  </a:lnTo>
                  <a:lnTo>
                    <a:pt x="1545" y="2148"/>
                  </a:lnTo>
                  <a:lnTo>
                    <a:pt x="1539" y="2166"/>
                  </a:lnTo>
                  <a:lnTo>
                    <a:pt x="1532" y="2180"/>
                  </a:lnTo>
                  <a:lnTo>
                    <a:pt x="1525" y="2196"/>
                  </a:lnTo>
                  <a:lnTo>
                    <a:pt x="1516" y="2210"/>
                  </a:lnTo>
                  <a:lnTo>
                    <a:pt x="1507" y="2222"/>
                  </a:lnTo>
                  <a:lnTo>
                    <a:pt x="1496" y="2232"/>
                  </a:lnTo>
                  <a:lnTo>
                    <a:pt x="1486" y="2240"/>
                  </a:lnTo>
                  <a:lnTo>
                    <a:pt x="1476" y="2246"/>
                  </a:lnTo>
                  <a:lnTo>
                    <a:pt x="1470" y="2248"/>
                  </a:lnTo>
                  <a:lnTo>
                    <a:pt x="1465" y="2250"/>
                  </a:lnTo>
                  <a:lnTo>
                    <a:pt x="1453" y="2254"/>
                  </a:lnTo>
                  <a:lnTo>
                    <a:pt x="1441" y="2254"/>
                  </a:lnTo>
                  <a:lnTo>
                    <a:pt x="1428" y="2254"/>
                  </a:lnTo>
                  <a:lnTo>
                    <a:pt x="1417" y="2250"/>
                  </a:lnTo>
                  <a:lnTo>
                    <a:pt x="1405" y="2246"/>
                  </a:lnTo>
                  <a:lnTo>
                    <a:pt x="1395" y="2238"/>
                  </a:lnTo>
                  <a:lnTo>
                    <a:pt x="1390" y="2234"/>
                  </a:lnTo>
                  <a:lnTo>
                    <a:pt x="1385" y="2230"/>
                  </a:lnTo>
                  <a:lnTo>
                    <a:pt x="1376" y="2218"/>
                  </a:lnTo>
                  <a:lnTo>
                    <a:pt x="1372" y="2212"/>
                  </a:lnTo>
                  <a:lnTo>
                    <a:pt x="1368" y="2206"/>
                  </a:lnTo>
                  <a:lnTo>
                    <a:pt x="1364" y="2198"/>
                  </a:lnTo>
                  <a:lnTo>
                    <a:pt x="1360" y="2190"/>
                  </a:lnTo>
                  <a:lnTo>
                    <a:pt x="1353" y="2174"/>
                  </a:lnTo>
                  <a:lnTo>
                    <a:pt x="1346" y="2158"/>
                  </a:lnTo>
                  <a:lnTo>
                    <a:pt x="1340" y="2138"/>
                  </a:lnTo>
                  <a:lnTo>
                    <a:pt x="1338" y="2128"/>
                  </a:lnTo>
                  <a:lnTo>
                    <a:pt x="1335" y="2116"/>
                  </a:lnTo>
                  <a:lnTo>
                    <a:pt x="1323" y="2054"/>
                  </a:lnTo>
                  <a:lnTo>
                    <a:pt x="1307" y="1966"/>
                  </a:lnTo>
                  <a:lnTo>
                    <a:pt x="1297" y="1912"/>
                  </a:lnTo>
                  <a:lnTo>
                    <a:pt x="1284" y="1840"/>
                  </a:lnTo>
                  <a:lnTo>
                    <a:pt x="1281" y="1830"/>
                  </a:lnTo>
                  <a:lnTo>
                    <a:pt x="1279" y="1822"/>
                  </a:lnTo>
                  <a:lnTo>
                    <a:pt x="1276" y="1816"/>
                  </a:lnTo>
                  <a:lnTo>
                    <a:pt x="1273" y="1810"/>
                  </a:lnTo>
                  <a:lnTo>
                    <a:pt x="1270" y="1806"/>
                  </a:lnTo>
                  <a:lnTo>
                    <a:pt x="1267" y="1802"/>
                  </a:lnTo>
                  <a:lnTo>
                    <a:pt x="1261" y="1798"/>
                  </a:lnTo>
                  <a:lnTo>
                    <a:pt x="1255" y="1796"/>
                  </a:lnTo>
                  <a:lnTo>
                    <a:pt x="1251" y="1796"/>
                  </a:lnTo>
                  <a:lnTo>
                    <a:pt x="1247" y="1796"/>
                  </a:lnTo>
                  <a:lnTo>
                    <a:pt x="1246" y="1796"/>
                  </a:lnTo>
                  <a:lnTo>
                    <a:pt x="948" y="1796"/>
                  </a:lnTo>
                  <a:lnTo>
                    <a:pt x="940" y="1796"/>
                  </a:lnTo>
                  <a:lnTo>
                    <a:pt x="933" y="1798"/>
                  </a:lnTo>
                  <a:lnTo>
                    <a:pt x="926" y="1800"/>
                  </a:lnTo>
                  <a:lnTo>
                    <a:pt x="920" y="1802"/>
                  </a:lnTo>
                  <a:lnTo>
                    <a:pt x="915" y="1806"/>
                  </a:lnTo>
                  <a:lnTo>
                    <a:pt x="911" y="1810"/>
                  </a:lnTo>
                  <a:lnTo>
                    <a:pt x="903" y="1818"/>
                  </a:lnTo>
                  <a:lnTo>
                    <a:pt x="898" y="1826"/>
                  </a:lnTo>
                  <a:lnTo>
                    <a:pt x="895" y="1832"/>
                  </a:lnTo>
                  <a:lnTo>
                    <a:pt x="893" y="1838"/>
                  </a:lnTo>
                  <a:lnTo>
                    <a:pt x="893" y="1840"/>
                  </a:lnTo>
                  <a:lnTo>
                    <a:pt x="879" y="1912"/>
                  </a:lnTo>
                  <a:lnTo>
                    <a:pt x="874" y="1940"/>
                  </a:lnTo>
                  <a:lnTo>
                    <a:pt x="870" y="1966"/>
                  </a:lnTo>
                  <a:lnTo>
                    <a:pt x="862" y="2008"/>
                  </a:lnTo>
                  <a:lnTo>
                    <a:pt x="855" y="2046"/>
                  </a:lnTo>
                  <a:lnTo>
                    <a:pt x="841" y="2110"/>
                  </a:lnTo>
                  <a:lnTo>
                    <a:pt x="835" y="2136"/>
                  </a:lnTo>
                  <a:lnTo>
                    <a:pt x="827" y="2160"/>
                  </a:lnTo>
                  <a:lnTo>
                    <a:pt x="824" y="2172"/>
                  </a:lnTo>
                  <a:lnTo>
                    <a:pt x="820" y="2182"/>
                  </a:lnTo>
                  <a:lnTo>
                    <a:pt x="817" y="2190"/>
                  </a:lnTo>
                  <a:lnTo>
                    <a:pt x="813" y="2198"/>
                  </a:lnTo>
                  <a:lnTo>
                    <a:pt x="805" y="2214"/>
                  </a:lnTo>
                  <a:lnTo>
                    <a:pt x="802" y="2220"/>
                  </a:lnTo>
                  <a:lnTo>
                    <a:pt x="797" y="2226"/>
                  </a:lnTo>
                  <a:lnTo>
                    <a:pt x="793" y="2230"/>
                  </a:lnTo>
                  <a:lnTo>
                    <a:pt x="789" y="2236"/>
                  </a:lnTo>
                  <a:lnTo>
                    <a:pt x="785" y="2240"/>
                  </a:lnTo>
                  <a:lnTo>
                    <a:pt x="780" y="2242"/>
                  </a:lnTo>
                  <a:lnTo>
                    <a:pt x="770" y="2248"/>
                  </a:lnTo>
                  <a:lnTo>
                    <a:pt x="760" y="2252"/>
                  </a:lnTo>
                  <a:lnTo>
                    <a:pt x="749" y="2254"/>
                  </a:lnTo>
                  <a:lnTo>
                    <a:pt x="737" y="2254"/>
                  </a:lnTo>
                  <a:lnTo>
                    <a:pt x="726" y="2254"/>
                  </a:lnTo>
                  <a:lnTo>
                    <a:pt x="715" y="2250"/>
                  </a:lnTo>
                  <a:lnTo>
                    <a:pt x="710" y="2248"/>
                  </a:lnTo>
                  <a:lnTo>
                    <a:pt x="705" y="2246"/>
                  </a:lnTo>
                  <a:lnTo>
                    <a:pt x="695" y="2240"/>
                  </a:lnTo>
                  <a:lnTo>
                    <a:pt x="686" y="2232"/>
                  </a:lnTo>
                  <a:lnTo>
                    <a:pt x="681" y="2228"/>
                  </a:lnTo>
                  <a:lnTo>
                    <a:pt x="677" y="2222"/>
                  </a:lnTo>
                  <a:lnTo>
                    <a:pt x="669" y="2210"/>
                  </a:lnTo>
                  <a:lnTo>
                    <a:pt x="661" y="2198"/>
                  </a:lnTo>
                  <a:lnTo>
                    <a:pt x="654" y="2182"/>
                  </a:lnTo>
                  <a:lnTo>
                    <a:pt x="647" y="2168"/>
                  </a:lnTo>
                  <a:lnTo>
                    <a:pt x="642" y="2150"/>
                  </a:lnTo>
                  <a:lnTo>
                    <a:pt x="638" y="2134"/>
                  </a:lnTo>
                  <a:lnTo>
                    <a:pt x="636" y="2124"/>
                  </a:lnTo>
                  <a:lnTo>
                    <a:pt x="634" y="2116"/>
                  </a:lnTo>
                  <a:lnTo>
                    <a:pt x="632" y="2096"/>
                  </a:lnTo>
                  <a:lnTo>
                    <a:pt x="631" y="2076"/>
                  </a:lnTo>
                  <a:lnTo>
                    <a:pt x="630" y="2056"/>
                  </a:lnTo>
                  <a:lnTo>
                    <a:pt x="631" y="2036"/>
                  </a:lnTo>
                  <a:lnTo>
                    <a:pt x="632" y="2014"/>
                  </a:lnTo>
                  <a:lnTo>
                    <a:pt x="634" y="1988"/>
                  </a:lnTo>
                  <a:lnTo>
                    <a:pt x="638" y="1962"/>
                  </a:lnTo>
                  <a:lnTo>
                    <a:pt x="642" y="1934"/>
                  </a:lnTo>
                  <a:lnTo>
                    <a:pt x="647" y="1904"/>
                  </a:lnTo>
                  <a:lnTo>
                    <a:pt x="653" y="1872"/>
                  </a:lnTo>
                  <a:lnTo>
                    <a:pt x="659" y="1840"/>
                  </a:lnTo>
                  <a:lnTo>
                    <a:pt x="668" y="1804"/>
                  </a:lnTo>
                  <a:lnTo>
                    <a:pt x="674" y="1772"/>
                  </a:lnTo>
                  <a:lnTo>
                    <a:pt x="894" y="631"/>
                  </a:lnTo>
                  <a:lnTo>
                    <a:pt x="919" y="503"/>
                  </a:lnTo>
                  <a:lnTo>
                    <a:pt x="929" y="450"/>
                  </a:lnTo>
                  <a:lnTo>
                    <a:pt x="932" y="436"/>
                  </a:lnTo>
                  <a:lnTo>
                    <a:pt x="937" y="418"/>
                  </a:lnTo>
                  <a:lnTo>
                    <a:pt x="944" y="392"/>
                  </a:lnTo>
                  <a:lnTo>
                    <a:pt x="951" y="370"/>
                  </a:lnTo>
                  <a:lnTo>
                    <a:pt x="959" y="350"/>
                  </a:lnTo>
                  <a:lnTo>
                    <a:pt x="966" y="330"/>
                  </a:lnTo>
                  <a:lnTo>
                    <a:pt x="974" y="314"/>
                  </a:lnTo>
                  <a:lnTo>
                    <a:pt x="983" y="298"/>
                  </a:lnTo>
                  <a:lnTo>
                    <a:pt x="991" y="286"/>
                  </a:lnTo>
                  <a:lnTo>
                    <a:pt x="995" y="280"/>
                  </a:lnTo>
                  <a:lnTo>
                    <a:pt x="1000" y="274"/>
                  </a:lnTo>
                  <a:lnTo>
                    <a:pt x="1009" y="264"/>
                  </a:lnTo>
                  <a:lnTo>
                    <a:pt x="1019" y="256"/>
                  </a:lnTo>
                  <a:lnTo>
                    <a:pt x="1029" y="250"/>
                  </a:lnTo>
                  <a:lnTo>
                    <a:pt x="1041" y="244"/>
                  </a:lnTo>
                  <a:lnTo>
                    <a:pt x="1053" y="238"/>
                  </a:lnTo>
                  <a:lnTo>
                    <a:pt x="1065" y="236"/>
                  </a:lnTo>
                  <a:lnTo>
                    <a:pt x="1079" y="234"/>
                  </a:lnTo>
                  <a:lnTo>
                    <a:pt x="1093" y="234"/>
                  </a:lnTo>
                  <a:lnTo>
                    <a:pt x="1112" y="234"/>
                  </a:lnTo>
                  <a:lnTo>
                    <a:pt x="1130" y="238"/>
                  </a:lnTo>
                  <a:lnTo>
                    <a:pt x="1139" y="240"/>
                  </a:lnTo>
                  <a:lnTo>
                    <a:pt x="1147" y="244"/>
                  </a:lnTo>
                  <a:lnTo>
                    <a:pt x="1154" y="248"/>
                  </a:lnTo>
                  <a:lnTo>
                    <a:pt x="1162" y="252"/>
                  </a:lnTo>
                  <a:lnTo>
                    <a:pt x="1170" y="258"/>
                  </a:lnTo>
                  <a:lnTo>
                    <a:pt x="1177" y="262"/>
                  </a:lnTo>
                  <a:lnTo>
                    <a:pt x="1183" y="270"/>
                  </a:lnTo>
                  <a:lnTo>
                    <a:pt x="1189" y="276"/>
                  </a:lnTo>
                  <a:lnTo>
                    <a:pt x="1195" y="284"/>
                  </a:lnTo>
                  <a:lnTo>
                    <a:pt x="1200" y="292"/>
                  </a:lnTo>
                  <a:lnTo>
                    <a:pt x="1205" y="300"/>
                  </a:lnTo>
                  <a:lnTo>
                    <a:pt x="1210" y="310"/>
                  </a:lnTo>
                  <a:lnTo>
                    <a:pt x="1218" y="326"/>
                  </a:lnTo>
                  <a:lnTo>
                    <a:pt x="1226" y="344"/>
                  </a:lnTo>
                  <a:lnTo>
                    <a:pt x="1230" y="354"/>
                  </a:lnTo>
                  <a:lnTo>
                    <a:pt x="1233" y="364"/>
                  </a:lnTo>
                  <a:lnTo>
                    <a:pt x="1240" y="384"/>
                  </a:lnTo>
                  <a:lnTo>
                    <a:pt x="1246" y="406"/>
                  </a:lnTo>
                  <a:lnTo>
                    <a:pt x="1252" y="428"/>
                  </a:lnTo>
                  <a:lnTo>
                    <a:pt x="1257" y="451"/>
                  </a:lnTo>
                  <a:lnTo>
                    <a:pt x="1262" y="475"/>
                  </a:lnTo>
                  <a:lnTo>
                    <a:pt x="1271" y="527"/>
                  </a:lnTo>
                  <a:lnTo>
                    <a:pt x="1282" y="579"/>
                  </a:lnTo>
                  <a:lnTo>
                    <a:pt x="1293" y="631"/>
                  </a:lnTo>
                  <a:lnTo>
                    <a:pt x="1512" y="1772"/>
                  </a:lnTo>
                  <a:lnTo>
                    <a:pt x="1515" y="1786"/>
                  </a:lnTo>
                  <a:lnTo>
                    <a:pt x="1518" y="1800"/>
                  </a:lnTo>
                  <a:lnTo>
                    <a:pt x="1526" y="1840"/>
                  </a:lnTo>
                  <a:close/>
                  <a:moveTo>
                    <a:pt x="966" y="1428"/>
                  </a:moveTo>
                  <a:lnTo>
                    <a:pt x="1213" y="1428"/>
                  </a:lnTo>
                  <a:lnTo>
                    <a:pt x="1091" y="731"/>
                  </a:lnTo>
                  <a:lnTo>
                    <a:pt x="966" y="1428"/>
                  </a:lnTo>
                  <a:close/>
                  <a:moveTo>
                    <a:pt x="2643" y="1191"/>
                  </a:moveTo>
                  <a:lnTo>
                    <a:pt x="2644" y="1247"/>
                  </a:lnTo>
                  <a:lnTo>
                    <a:pt x="2645" y="1275"/>
                  </a:lnTo>
                  <a:lnTo>
                    <a:pt x="2646" y="1303"/>
                  </a:lnTo>
                  <a:lnTo>
                    <a:pt x="2649" y="1358"/>
                  </a:lnTo>
                  <a:lnTo>
                    <a:pt x="2653" y="1414"/>
                  </a:lnTo>
                  <a:lnTo>
                    <a:pt x="2658" y="1468"/>
                  </a:lnTo>
                  <a:lnTo>
                    <a:pt x="2665" y="1520"/>
                  </a:lnTo>
                  <a:lnTo>
                    <a:pt x="2672" y="1572"/>
                  </a:lnTo>
                  <a:lnTo>
                    <a:pt x="2677" y="1598"/>
                  </a:lnTo>
                  <a:lnTo>
                    <a:pt x="2681" y="1624"/>
                  </a:lnTo>
                  <a:lnTo>
                    <a:pt x="2686" y="1650"/>
                  </a:lnTo>
                  <a:lnTo>
                    <a:pt x="2691" y="1674"/>
                  </a:lnTo>
                  <a:lnTo>
                    <a:pt x="2701" y="1724"/>
                  </a:lnTo>
                  <a:lnTo>
                    <a:pt x="2713" y="1772"/>
                  </a:lnTo>
                  <a:lnTo>
                    <a:pt x="2719" y="1796"/>
                  </a:lnTo>
                  <a:lnTo>
                    <a:pt x="2726" y="1820"/>
                  </a:lnTo>
                  <a:lnTo>
                    <a:pt x="2739" y="1866"/>
                  </a:lnTo>
                  <a:lnTo>
                    <a:pt x="2754" y="1912"/>
                  </a:lnTo>
                  <a:lnTo>
                    <a:pt x="2769" y="1956"/>
                  </a:lnTo>
                  <a:lnTo>
                    <a:pt x="2786" y="1998"/>
                  </a:lnTo>
                  <a:lnTo>
                    <a:pt x="2786" y="2014"/>
                  </a:lnTo>
                  <a:lnTo>
                    <a:pt x="2786" y="2026"/>
                  </a:lnTo>
                  <a:lnTo>
                    <a:pt x="2786" y="2052"/>
                  </a:lnTo>
                  <a:lnTo>
                    <a:pt x="2785" y="2064"/>
                  </a:lnTo>
                  <a:lnTo>
                    <a:pt x="2784" y="2076"/>
                  </a:lnTo>
                  <a:lnTo>
                    <a:pt x="2783" y="2088"/>
                  </a:lnTo>
                  <a:lnTo>
                    <a:pt x="2782" y="2100"/>
                  </a:lnTo>
                  <a:lnTo>
                    <a:pt x="2779" y="2122"/>
                  </a:lnTo>
                  <a:lnTo>
                    <a:pt x="2775" y="2142"/>
                  </a:lnTo>
                  <a:lnTo>
                    <a:pt x="2772" y="2150"/>
                  </a:lnTo>
                  <a:lnTo>
                    <a:pt x="2769" y="2160"/>
                  </a:lnTo>
                  <a:lnTo>
                    <a:pt x="2767" y="2168"/>
                  </a:lnTo>
                  <a:lnTo>
                    <a:pt x="2763" y="2176"/>
                  </a:lnTo>
                  <a:lnTo>
                    <a:pt x="2756" y="2192"/>
                  </a:lnTo>
                  <a:lnTo>
                    <a:pt x="2753" y="2198"/>
                  </a:lnTo>
                  <a:lnTo>
                    <a:pt x="2749" y="2206"/>
                  </a:lnTo>
                  <a:lnTo>
                    <a:pt x="2740" y="2218"/>
                  </a:lnTo>
                  <a:lnTo>
                    <a:pt x="2731" y="2228"/>
                  </a:lnTo>
                  <a:lnTo>
                    <a:pt x="2726" y="2232"/>
                  </a:lnTo>
                  <a:lnTo>
                    <a:pt x="2721" y="2236"/>
                  </a:lnTo>
                  <a:lnTo>
                    <a:pt x="2710" y="2242"/>
                  </a:lnTo>
                  <a:lnTo>
                    <a:pt x="2704" y="2244"/>
                  </a:lnTo>
                  <a:lnTo>
                    <a:pt x="2698" y="2246"/>
                  </a:lnTo>
                  <a:lnTo>
                    <a:pt x="2686" y="2250"/>
                  </a:lnTo>
                  <a:lnTo>
                    <a:pt x="2673" y="2250"/>
                  </a:lnTo>
                  <a:lnTo>
                    <a:pt x="2658" y="2250"/>
                  </a:lnTo>
                  <a:lnTo>
                    <a:pt x="2651" y="2248"/>
                  </a:lnTo>
                  <a:lnTo>
                    <a:pt x="2645" y="2246"/>
                  </a:lnTo>
                  <a:lnTo>
                    <a:pt x="2632" y="2242"/>
                  </a:lnTo>
                  <a:lnTo>
                    <a:pt x="2621" y="2234"/>
                  </a:lnTo>
                  <a:lnTo>
                    <a:pt x="2616" y="2230"/>
                  </a:lnTo>
                  <a:lnTo>
                    <a:pt x="2611" y="2224"/>
                  </a:lnTo>
                  <a:lnTo>
                    <a:pt x="2606" y="2218"/>
                  </a:lnTo>
                  <a:lnTo>
                    <a:pt x="2601" y="2212"/>
                  </a:lnTo>
                  <a:lnTo>
                    <a:pt x="2597" y="2204"/>
                  </a:lnTo>
                  <a:lnTo>
                    <a:pt x="2592" y="2196"/>
                  </a:lnTo>
                  <a:lnTo>
                    <a:pt x="2588" y="2188"/>
                  </a:lnTo>
                  <a:lnTo>
                    <a:pt x="2584" y="2178"/>
                  </a:lnTo>
                  <a:lnTo>
                    <a:pt x="2581" y="2168"/>
                  </a:lnTo>
                  <a:lnTo>
                    <a:pt x="2577" y="2158"/>
                  </a:lnTo>
                  <a:lnTo>
                    <a:pt x="2570" y="2132"/>
                  </a:lnTo>
                  <a:lnTo>
                    <a:pt x="2565" y="2104"/>
                  </a:lnTo>
                  <a:lnTo>
                    <a:pt x="2562" y="2090"/>
                  </a:lnTo>
                  <a:lnTo>
                    <a:pt x="2559" y="2074"/>
                  </a:lnTo>
                  <a:lnTo>
                    <a:pt x="2554" y="2038"/>
                  </a:lnTo>
                  <a:lnTo>
                    <a:pt x="2549" y="2000"/>
                  </a:lnTo>
                  <a:lnTo>
                    <a:pt x="2545" y="1956"/>
                  </a:lnTo>
                  <a:lnTo>
                    <a:pt x="2540" y="1908"/>
                  </a:lnTo>
                  <a:lnTo>
                    <a:pt x="2469" y="1063"/>
                  </a:lnTo>
                  <a:lnTo>
                    <a:pt x="2322" y="1978"/>
                  </a:lnTo>
                  <a:lnTo>
                    <a:pt x="2315" y="2020"/>
                  </a:lnTo>
                  <a:lnTo>
                    <a:pt x="2308" y="2056"/>
                  </a:lnTo>
                  <a:lnTo>
                    <a:pt x="2302" y="2088"/>
                  </a:lnTo>
                  <a:lnTo>
                    <a:pt x="2295" y="2116"/>
                  </a:lnTo>
                  <a:lnTo>
                    <a:pt x="2288" y="2140"/>
                  </a:lnTo>
                  <a:lnTo>
                    <a:pt x="2285" y="2152"/>
                  </a:lnTo>
                  <a:lnTo>
                    <a:pt x="2281" y="2164"/>
                  </a:lnTo>
                  <a:lnTo>
                    <a:pt x="2277" y="2174"/>
                  </a:lnTo>
                  <a:lnTo>
                    <a:pt x="2274" y="2182"/>
                  </a:lnTo>
                  <a:lnTo>
                    <a:pt x="2270" y="2192"/>
                  </a:lnTo>
                  <a:lnTo>
                    <a:pt x="2265" y="2200"/>
                  </a:lnTo>
                  <a:lnTo>
                    <a:pt x="2261" y="2206"/>
                  </a:lnTo>
                  <a:lnTo>
                    <a:pt x="2257" y="2214"/>
                  </a:lnTo>
                  <a:lnTo>
                    <a:pt x="2254" y="2216"/>
                  </a:lnTo>
                  <a:lnTo>
                    <a:pt x="2252" y="2220"/>
                  </a:lnTo>
                  <a:lnTo>
                    <a:pt x="2247" y="2226"/>
                  </a:lnTo>
                  <a:lnTo>
                    <a:pt x="2242" y="2230"/>
                  </a:lnTo>
                  <a:lnTo>
                    <a:pt x="2237" y="2234"/>
                  </a:lnTo>
                  <a:lnTo>
                    <a:pt x="2231" y="2238"/>
                  </a:lnTo>
                  <a:lnTo>
                    <a:pt x="2226" y="2242"/>
                  </a:lnTo>
                  <a:lnTo>
                    <a:pt x="2214" y="2248"/>
                  </a:lnTo>
                  <a:lnTo>
                    <a:pt x="2200" y="2252"/>
                  </a:lnTo>
                  <a:lnTo>
                    <a:pt x="2186" y="2254"/>
                  </a:lnTo>
                  <a:lnTo>
                    <a:pt x="2171" y="2254"/>
                  </a:lnTo>
                  <a:lnTo>
                    <a:pt x="2157" y="2254"/>
                  </a:lnTo>
                  <a:lnTo>
                    <a:pt x="2150" y="2252"/>
                  </a:lnTo>
                  <a:lnTo>
                    <a:pt x="2144" y="2250"/>
                  </a:lnTo>
                  <a:lnTo>
                    <a:pt x="2133" y="2246"/>
                  </a:lnTo>
                  <a:lnTo>
                    <a:pt x="2122" y="2240"/>
                  </a:lnTo>
                  <a:lnTo>
                    <a:pt x="2112" y="2230"/>
                  </a:lnTo>
                  <a:lnTo>
                    <a:pt x="2108" y="2226"/>
                  </a:lnTo>
                  <a:lnTo>
                    <a:pt x="2103" y="2220"/>
                  </a:lnTo>
                  <a:lnTo>
                    <a:pt x="2095" y="2208"/>
                  </a:lnTo>
                  <a:lnTo>
                    <a:pt x="2087" y="2194"/>
                  </a:lnTo>
                  <a:lnTo>
                    <a:pt x="2080" y="2178"/>
                  </a:lnTo>
                  <a:lnTo>
                    <a:pt x="2073" y="2158"/>
                  </a:lnTo>
                  <a:lnTo>
                    <a:pt x="2066" y="2136"/>
                  </a:lnTo>
                  <a:lnTo>
                    <a:pt x="2059" y="2110"/>
                  </a:lnTo>
                  <a:lnTo>
                    <a:pt x="2053" y="2082"/>
                  </a:lnTo>
                  <a:lnTo>
                    <a:pt x="2046" y="2050"/>
                  </a:lnTo>
                  <a:lnTo>
                    <a:pt x="2040" y="2016"/>
                  </a:lnTo>
                  <a:lnTo>
                    <a:pt x="2033" y="1978"/>
                  </a:lnTo>
                  <a:lnTo>
                    <a:pt x="1888" y="1063"/>
                  </a:lnTo>
                  <a:lnTo>
                    <a:pt x="1817" y="1908"/>
                  </a:lnTo>
                  <a:lnTo>
                    <a:pt x="1812" y="1956"/>
                  </a:lnTo>
                  <a:lnTo>
                    <a:pt x="1808" y="2000"/>
                  </a:lnTo>
                  <a:lnTo>
                    <a:pt x="1803" y="2038"/>
                  </a:lnTo>
                  <a:lnTo>
                    <a:pt x="1798" y="2074"/>
                  </a:lnTo>
                  <a:lnTo>
                    <a:pt x="1793" y="2104"/>
                  </a:lnTo>
                  <a:lnTo>
                    <a:pt x="1787" y="2132"/>
                  </a:lnTo>
                  <a:lnTo>
                    <a:pt x="1783" y="2146"/>
                  </a:lnTo>
                  <a:lnTo>
                    <a:pt x="1780" y="2158"/>
                  </a:lnTo>
                  <a:lnTo>
                    <a:pt x="1773" y="2178"/>
                  </a:lnTo>
                  <a:lnTo>
                    <a:pt x="1769" y="2188"/>
                  </a:lnTo>
                  <a:lnTo>
                    <a:pt x="1765" y="2196"/>
                  </a:lnTo>
                  <a:lnTo>
                    <a:pt x="1756" y="2212"/>
                  </a:lnTo>
                  <a:lnTo>
                    <a:pt x="1751" y="2218"/>
                  </a:lnTo>
                  <a:lnTo>
                    <a:pt x="1746" y="2224"/>
                  </a:lnTo>
                  <a:lnTo>
                    <a:pt x="1741" y="2230"/>
                  </a:lnTo>
                  <a:lnTo>
                    <a:pt x="1736" y="2234"/>
                  </a:lnTo>
                  <a:lnTo>
                    <a:pt x="1725" y="2242"/>
                  </a:lnTo>
                  <a:lnTo>
                    <a:pt x="1712" y="2246"/>
                  </a:lnTo>
                  <a:lnTo>
                    <a:pt x="1706" y="2248"/>
                  </a:lnTo>
                  <a:lnTo>
                    <a:pt x="1699" y="2250"/>
                  </a:lnTo>
                  <a:lnTo>
                    <a:pt x="1684" y="2250"/>
                  </a:lnTo>
                  <a:lnTo>
                    <a:pt x="1671" y="2250"/>
                  </a:lnTo>
                  <a:lnTo>
                    <a:pt x="1658" y="2246"/>
                  </a:lnTo>
                  <a:lnTo>
                    <a:pt x="1646" y="2242"/>
                  </a:lnTo>
                  <a:lnTo>
                    <a:pt x="1640" y="2238"/>
                  </a:lnTo>
                  <a:lnTo>
                    <a:pt x="1635" y="2234"/>
                  </a:lnTo>
                  <a:lnTo>
                    <a:pt x="1630" y="2230"/>
                  </a:lnTo>
                  <a:lnTo>
                    <a:pt x="1625" y="2226"/>
                  </a:lnTo>
                  <a:lnTo>
                    <a:pt x="1615" y="2216"/>
                  </a:lnTo>
                  <a:lnTo>
                    <a:pt x="1606" y="2202"/>
                  </a:lnTo>
                  <a:lnTo>
                    <a:pt x="1598" y="2188"/>
                  </a:lnTo>
                  <a:lnTo>
                    <a:pt x="1595" y="2180"/>
                  </a:lnTo>
                  <a:lnTo>
                    <a:pt x="1591" y="2172"/>
                  </a:lnTo>
                  <a:lnTo>
                    <a:pt x="1588" y="2162"/>
                  </a:lnTo>
                  <a:lnTo>
                    <a:pt x="1585" y="2154"/>
                  </a:lnTo>
                  <a:lnTo>
                    <a:pt x="1580" y="2134"/>
                  </a:lnTo>
                  <a:lnTo>
                    <a:pt x="1576" y="2114"/>
                  </a:lnTo>
                  <a:lnTo>
                    <a:pt x="1573" y="2092"/>
                  </a:lnTo>
                  <a:lnTo>
                    <a:pt x="1572" y="2082"/>
                  </a:lnTo>
                  <a:lnTo>
                    <a:pt x="1571" y="2070"/>
                  </a:lnTo>
                  <a:lnTo>
                    <a:pt x="1571" y="2058"/>
                  </a:lnTo>
                  <a:lnTo>
                    <a:pt x="1570" y="2046"/>
                  </a:lnTo>
                  <a:lnTo>
                    <a:pt x="1571" y="2020"/>
                  </a:lnTo>
                  <a:lnTo>
                    <a:pt x="1575" y="1940"/>
                  </a:lnTo>
                  <a:lnTo>
                    <a:pt x="1579" y="1888"/>
                  </a:lnTo>
                  <a:lnTo>
                    <a:pt x="1583" y="1830"/>
                  </a:lnTo>
                  <a:lnTo>
                    <a:pt x="1586" y="1786"/>
                  </a:lnTo>
                  <a:lnTo>
                    <a:pt x="1591" y="1742"/>
                  </a:lnTo>
                  <a:lnTo>
                    <a:pt x="1594" y="1702"/>
                  </a:lnTo>
                  <a:lnTo>
                    <a:pt x="1696" y="555"/>
                  </a:lnTo>
                  <a:lnTo>
                    <a:pt x="1700" y="515"/>
                  </a:lnTo>
                  <a:lnTo>
                    <a:pt x="1704" y="479"/>
                  </a:lnTo>
                  <a:lnTo>
                    <a:pt x="1707" y="451"/>
                  </a:lnTo>
                  <a:lnTo>
                    <a:pt x="1709" y="440"/>
                  </a:lnTo>
                  <a:lnTo>
                    <a:pt x="1711" y="430"/>
                  </a:lnTo>
                  <a:lnTo>
                    <a:pt x="1715" y="412"/>
                  </a:lnTo>
                  <a:lnTo>
                    <a:pt x="1719" y="392"/>
                  </a:lnTo>
                  <a:lnTo>
                    <a:pt x="1725" y="374"/>
                  </a:lnTo>
                  <a:lnTo>
                    <a:pt x="1731" y="354"/>
                  </a:lnTo>
                  <a:lnTo>
                    <a:pt x="1737" y="342"/>
                  </a:lnTo>
                  <a:lnTo>
                    <a:pt x="1743" y="328"/>
                  </a:lnTo>
                  <a:lnTo>
                    <a:pt x="1749" y="316"/>
                  </a:lnTo>
                  <a:lnTo>
                    <a:pt x="1755" y="306"/>
                  </a:lnTo>
                  <a:lnTo>
                    <a:pt x="1762" y="296"/>
                  </a:lnTo>
                  <a:lnTo>
                    <a:pt x="1769" y="286"/>
                  </a:lnTo>
                  <a:lnTo>
                    <a:pt x="1777" y="278"/>
                  </a:lnTo>
                  <a:lnTo>
                    <a:pt x="1785" y="270"/>
                  </a:lnTo>
                  <a:lnTo>
                    <a:pt x="1793" y="264"/>
                  </a:lnTo>
                  <a:lnTo>
                    <a:pt x="1801" y="258"/>
                  </a:lnTo>
                  <a:lnTo>
                    <a:pt x="1810" y="252"/>
                  </a:lnTo>
                  <a:lnTo>
                    <a:pt x="1818" y="248"/>
                  </a:lnTo>
                  <a:lnTo>
                    <a:pt x="1827" y="244"/>
                  </a:lnTo>
                  <a:lnTo>
                    <a:pt x="1837" y="242"/>
                  </a:lnTo>
                  <a:lnTo>
                    <a:pt x="1846" y="242"/>
                  </a:lnTo>
                  <a:lnTo>
                    <a:pt x="1855" y="240"/>
                  </a:lnTo>
                  <a:lnTo>
                    <a:pt x="1869" y="242"/>
                  </a:lnTo>
                  <a:lnTo>
                    <a:pt x="1877" y="244"/>
                  </a:lnTo>
                  <a:lnTo>
                    <a:pt x="1884" y="246"/>
                  </a:lnTo>
                  <a:lnTo>
                    <a:pt x="1897" y="250"/>
                  </a:lnTo>
                  <a:lnTo>
                    <a:pt x="1904" y="254"/>
                  </a:lnTo>
                  <a:lnTo>
                    <a:pt x="1910" y="258"/>
                  </a:lnTo>
                  <a:lnTo>
                    <a:pt x="1916" y="262"/>
                  </a:lnTo>
                  <a:lnTo>
                    <a:pt x="1923" y="268"/>
                  </a:lnTo>
                  <a:lnTo>
                    <a:pt x="1928" y="274"/>
                  </a:lnTo>
                  <a:lnTo>
                    <a:pt x="1934" y="280"/>
                  </a:lnTo>
                  <a:lnTo>
                    <a:pt x="1945" y="294"/>
                  </a:lnTo>
                  <a:lnTo>
                    <a:pt x="1956" y="310"/>
                  </a:lnTo>
                  <a:lnTo>
                    <a:pt x="1966" y="328"/>
                  </a:lnTo>
                  <a:lnTo>
                    <a:pt x="1975" y="350"/>
                  </a:lnTo>
                  <a:lnTo>
                    <a:pt x="1984" y="372"/>
                  </a:lnTo>
                  <a:lnTo>
                    <a:pt x="1992" y="396"/>
                  </a:lnTo>
                  <a:lnTo>
                    <a:pt x="1999" y="424"/>
                  </a:lnTo>
                  <a:lnTo>
                    <a:pt x="2006" y="453"/>
                  </a:lnTo>
                  <a:lnTo>
                    <a:pt x="2013" y="483"/>
                  </a:lnTo>
                  <a:lnTo>
                    <a:pt x="2018" y="517"/>
                  </a:lnTo>
                  <a:lnTo>
                    <a:pt x="2180" y="1526"/>
                  </a:lnTo>
                  <a:lnTo>
                    <a:pt x="2339" y="517"/>
                  </a:lnTo>
                  <a:lnTo>
                    <a:pt x="2344" y="483"/>
                  </a:lnTo>
                  <a:lnTo>
                    <a:pt x="2351" y="453"/>
                  </a:lnTo>
                  <a:lnTo>
                    <a:pt x="2358" y="424"/>
                  </a:lnTo>
                  <a:lnTo>
                    <a:pt x="2365" y="396"/>
                  </a:lnTo>
                  <a:lnTo>
                    <a:pt x="2373" y="372"/>
                  </a:lnTo>
                  <a:lnTo>
                    <a:pt x="2382" y="350"/>
                  </a:lnTo>
                  <a:lnTo>
                    <a:pt x="2391" y="328"/>
                  </a:lnTo>
                  <a:lnTo>
                    <a:pt x="2401" y="310"/>
                  </a:lnTo>
                  <a:lnTo>
                    <a:pt x="2412" y="294"/>
                  </a:lnTo>
                  <a:lnTo>
                    <a:pt x="2417" y="286"/>
                  </a:lnTo>
                  <a:lnTo>
                    <a:pt x="2423" y="280"/>
                  </a:lnTo>
                  <a:lnTo>
                    <a:pt x="2429" y="274"/>
                  </a:lnTo>
                  <a:lnTo>
                    <a:pt x="2435" y="268"/>
                  </a:lnTo>
                  <a:lnTo>
                    <a:pt x="2447" y="258"/>
                  </a:lnTo>
                  <a:lnTo>
                    <a:pt x="2453" y="254"/>
                  </a:lnTo>
                  <a:lnTo>
                    <a:pt x="2460" y="250"/>
                  </a:lnTo>
                  <a:lnTo>
                    <a:pt x="2473" y="246"/>
                  </a:lnTo>
                  <a:lnTo>
                    <a:pt x="2488" y="242"/>
                  </a:lnTo>
                  <a:lnTo>
                    <a:pt x="2503" y="240"/>
                  </a:lnTo>
                  <a:lnTo>
                    <a:pt x="2512" y="242"/>
                  </a:lnTo>
                  <a:lnTo>
                    <a:pt x="2521" y="242"/>
                  </a:lnTo>
                  <a:lnTo>
                    <a:pt x="2530" y="244"/>
                  </a:lnTo>
                  <a:lnTo>
                    <a:pt x="2539" y="248"/>
                  </a:lnTo>
                  <a:lnTo>
                    <a:pt x="2547" y="252"/>
                  </a:lnTo>
                  <a:lnTo>
                    <a:pt x="2556" y="258"/>
                  </a:lnTo>
                  <a:lnTo>
                    <a:pt x="2564" y="264"/>
                  </a:lnTo>
                  <a:lnTo>
                    <a:pt x="2572" y="270"/>
                  </a:lnTo>
                  <a:lnTo>
                    <a:pt x="2580" y="278"/>
                  </a:lnTo>
                  <a:lnTo>
                    <a:pt x="2588" y="286"/>
                  </a:lnTo>
                  <a:lnTo>
                    <a:pt x="2595" y="296"/>
                  </a:lnTo>
                  <a:lnTo>
                    <a:pt x="2602" y="306"/>
                  </a:lnTo>
                  <a:lnTo>
                    <a:pt x="2608" y="316"/>
                  </a:lnTo>
                  <a:lnTo>
                    <a:pt x="2614" y="328"/>
                  </a:lnTo>
                  <a:lnTo>
                    <a:pt x="2620" y="342"/>
                  </a:lnTo>
                  <a:lnTo>
                    <a:pt x="2626" y="354"/>
                  </a:lnTo>
                  <a:lnTo>
                    <a:pt x="2632" y="374"/>
                  </a:lnTo>
                  <a:lnTo>
                    <a:pt x="2635" y="384"/>
                  </a:lnTo>
                  <a:lnTo>
                    <a:pt x="2638" y="392"/>
                  </a:lnTo>
                  <a:lnTo>
                    <a:pt x="2642" y="412"/>
                  </a:lnTo>
                  <a:lnTo>
                    <a:pt x="2646" y="430"/>
                  </a:lnTo>
                  <a:lnTo>
                    <a:pt x="2650" y="451"/>
                  </a:lnTo>
                  <a:lnTo>
                    <a:pt x="2652" y="465"/>
                  </a:lnTo>
                  <a:lnTo>
                    <a:pt x="2653" y="479"/>
                  </a:lnTo>
                  <a:lnTo>
                    <a:pt x="2657" y="515"/>
                  </a:lnTo>
                  <a:lnTo>
                    <a:pt x="2661" y="555"/>
                  </a:lnTo>
                  <a:lnTo>
                    <a:pt x="2680" y="765"/>
                  </a:lnTo>
                  <a:lnTo>
                    <a:pt x="2675" y="791"/>
                  </a:lnTo>
                  <a:lnTo>
                    <a:pt x="2671" y="815"/>
                  </a:lnTo>
                  <a:lnTo>
                    <a:pt x="2664" y="867"/>
                  </a:lnTo>
                  <a:lnTo>
                    <a:pt x="2658" y="919"/>
                  </a:lnTo>
                  <a:lnTo>
                    <a:pt x="2655" y="945"/>
                  </a:lnTo>
                  <a:lnTo>
                    <a:pt x="2653" y="973"/>
                  </a:lnTo>
                  <a:lnTo>
                    <a:pt x="2651" y="999"/>
                  </a:lnTo>
                  <a:lnTo>
                    <a:pt x="2649" y="1027"/>
                  </a:lnTo>
                  <a:lnTo>
                    <a:pt x="2647" y="1053"/>
                  </a:lnTo>
                  <a:lnTo>
                    <a:pt x="2646" y="1081"/>
                  </a:lnTo>
                  <a:lnTo>
                    <a:pt x="2645" y="1107"/>
                  </a:lnTo>
                  <a:lnTo>
                    <a:pt x="2644" y="1135"/>
                  </a:lnTo>
                  <a:lnTo>
                    <a:pt x="2643" y="1191"/>
                  </a:lnTo>
                  <a:close/>
                  <a:moveTo>
                    <a:pt x="4662" y="1920"/>
                  </a:moveTo>
                  <a:lnTo>
                    <a:pt x="4666" y="1934"/>
                  </a:lnTo>
                  <a:lnTo>
                    <a:pt x="4669" y="1946"/>
                  </a:lnTo>
                  <a:lnTo>
                    <a:pt x="4671" y="1960"/>
                  </a:lnTo>
                  <a:lnTo>
                    <a:pt x="4673" y="1972"/>
                  </a:lnTo>
                  <a:lnTo>
                    <a:pt x="4675" y="1986"/>
                  </a:lnTo>
                  <a:lnTo>
                    <a:pt x="4676" y="1998"/>
                  </a:lnTo>
                  <a:lnTo>
                    <a:pt x="4677" y="2012"/>
                  </a:lnTo>
                  <a:lnTo>
                    <a:pt x="4677" y="2024"/>
                  </a:lnTo>
                  <a:lnTo>
                    <a:pt x="4676" y="2048"/>
                  </a:lnTo>
                  <a:lnTo>
                    <a:pt x="4676" y="2060"/>
                  </a:lnTo>
                  <a:lnTo>
                    <a:pt x="4675" y="2072"/>
                  </a:lnTo>
                  <a:lnTo>
                    <a:pt x="4672" y="2094"/>
                  </a:lnTo>
                  <a:lnTo>
                    <a:pt x="4668" y="2114"/>
                  </a:lnTo>
                  <a:lnTo>
                    <a:pt x="4664" y="2134"/>
                  </a:lnTo>
                  <a:lnTo>
                    <a:pt x="4658" y="2152"/>
                  </a:lnTo>
                  <a:lnTo>
                    <a:pt x="4655" y="2162"/>
                  </a:lnTo>
                  <a:lnTo>
                    <a:pt x="4651" y="2170"/>
                  </a:lnTo>
                  <a:lnTo>
                    <a:pt x="4643" y="2186"/>
                  </a:lnTo>
                  <a:lnTo>
                    <a:pt x="4639" y="2194"/>
                  </a:lnTo>
                  <a:lnTo>
                    <a:pt x="4635" y="2202"/>
                  </a:lnTo>
                  <a:lnTo>
                    <a:pt x="4625" y="2214"/>
                  </a:lnTo>
                  <a:lnTo>
                    <a:pt x="4616" y="2226"/>
                  </a:lnTo>
                  <a:lnTo>
                    <a:pt x="4605" y="2234"/>
                  </a:lnTo>
                  <a:lnTo>
                    <a:pt x="4594" y="2242"/>
                  </a:lnTo>
                  <a:lnTo>
                    <a:pt x="4582" y="2246"/>
                  </a:lnTo>
                  <a:lnTo>
                    <a:pt x="4576" y="2248"/>
                  </a:lnTo>
                  <a:lnTo>
                    <a:pt x="4570" y="2250"/>
                  </a:lnTo>
                  <a:lnTo>
                    <a:pt x="4557" y="2250"/>
                  </a:lnTo>
                  <a:lnTo>
                    <a:pt x="4549" y="2250"/>
                  </a:lnTo>
                  <a:lnTo>
                    <a:pt x="4542" y="2248"/>
                  </a:lnTo>
                  <a:lnTo>
                    <a:pt x="4534" y="2246"/>
                  </a:lnTo>
                  <a:lnTo>
                    <a:pt x="4527" y="2242"/>
                  </a:lnTo>
                  <a:lnTo>
                    <a:pt x="4520" y="2236"/>
                  </a:lnTo>
                  <a:lnTo>
                    <a:pt x="4513" y="2230"/>
                  </a:lnTo>
                  <a:lnTo>
                    <a:pt x="4506" y="2222"/>
                  </a:lnTo>
                  <a:lnTo>
                    <a:pt x="4498" y="2214"/>
                  </a:lnTo>
                  <a:lnTo>
                    <a:pt x="4492" y="2204"/>
                  </a:lnTo>
                  <a:lnTo>
                    <a:pt x="4484" y="2192"/>
                  </a:lnTo>
                  <a:lnTo>
                    <a:pt x="4468" y="2162"/>
                  </a:lnTo>
                  <a:lnTo>
                    <a:pt x="4459" y="2144"/>
                  </a:lnTo>
                  <a:lnTo>
                    <a:pt x="4450" y="2122"/>
                  </a:lnTo>
                  <a:lnTo>
                    <a:pt x="4430" y="2074"/>
                  </a:lnTo>
                  <a:lnTo>
                    <a:pt x="4165" y="1432"/>
                  </a:lnTo>
                  <a:lnTo>
                    <a:pt x="4165" y="2008"/>
                  </a:lnTo>
                  <a:lnTo>
                    <a:pt x="4164" y="2036"/>
                  </a:lnTo>
                  <a:lnTo>
                    <a:pt x="4164" y="2050"/>
                  </a:lnTo>
                  <a:lnTo>
                    <a:pt x="4163" y="2064"/>
                  </a:lnTo>
                  <a:lnTo>
                    <a:pt x="4160" y="2088"/>
                  </a:lnTo>
                  <a:lnTo>
                    <a:pt x="4157" y="2112"/>
                  </a:lnTo>
                  <a:lnTo>
                    <a:pt x="4155" y="2124"/>
                  </a:lnTo>
                  <a:lnTo>
                    <a:pt x="4152" y="2134"/>
                  </a:lnTo>
                  <a:lnTo>
                    <a:pt x="4147" y="2154"/>
                  </a:lnTo>
                  <a:lnTo>
                    <a:pt x="4140" y="2174"/>
                  </a:lnTo>
                  <a:lnTo>
                    <a:pt x="4137" y="2182"/>
                  </a:lnTo>
                  <a:lnTo>
                    <a:pt x="4133" y="2190"/>
                  </a:lnTo>
                  <a:lnTo>
                    <a:pt x="4129" y="2198"/>
                  </a:lnTo>
                  <a:lnTo>
                    <a:pt x="4125" y="2206"/>
                  </a:lnTo>
                  <a:lnTo>
                    <a:pt x="4115" y="2218"/>
                  </a:lnTo>
                  <a:lnTo>
                    <a:pt x="4105" y="2230"/>
                  </a:lnTo>
                  <a:lnTo>
                    <a:pt x="4100" y="2234"/>
                  </a:lnTo>
                  <a:lnTo>
                    <a:pt x="4095" y="2238"/>
                  </a:lnTo>
                  <a:lnTo>
                    <a:pt x="4083" y="2246"/>
                  </a:lnTo>
                  <a:lnTo>
                    <a:pt x="4071" y="2250"/>
                  </a:lnTo>
                  <a:lnTo>
                    <a:pt x="4064" y="2252"/>
                  </a:lnTo>
                  <a:lnTo>
                    <a:pt x="4057" y="2254"/>
                  </a:lnTo>
                  <a:lnTo>
                    <a:pt x="4043" y="2254"/>
                  </a:lnTo>
                  <a:lnTo>
                    <a:pt x="4029" y="2254"/>
                  </a:lnTo>
                  <a:lnTo>
                    <a:pt x="4022" y="2252"/>
                  </a:lnTo>
                  <a:lnTo>
                    <a:pt x="4015" y="2250"/>
                  </a:lnTo>
                  <a:lnTo>
                    <a:pt x="4003" y="2246"/>
                  </a:lnTo>
                  <a:lnTo>
                    <a:pt x="3991" y="2238"/>
                  </a:lnTo>
                  <a:lnTo>
                    <a:pt x="3985" y="2234"/>
                  </a:lnTo>
                  <a:lnTo>
                    <a:pt x="3980" y="2230"/>
                  </a:lnTo>
                  <a:lnTo>
                    <a:pt x="3970" y="2218"/>
                  </a:lnTo>
                  <a:lnTo>
                    <a:pt x="3960" y="2206"/>
                  </a:lnTo>
                  <a:lnTo>
                    <a:pt x="3956" y="2198"/>
                  </a:lnTo>
                  <a:lnTo>
                    <a:pt x="3952" y="2190"/>
                  </a:lnTo>
                  <a:lnTo>
                    <a:pt x="3948" y="2182"/>
                  </a:lnTo>
                  <a:lnTo>
                    <a:pt x="3944" y="2174"/>
                  </a:lnTo>
                  <a:lnTo>
                    <a:pt x="3938" y="2154"/>
                  </a:lnTo>
                  <a:lnTo>
                    <a:pt x="3933" y="2134"/>
                  </a:lnTo>
                  <a:lnTo>
                    <a:pt x="3930" y="2124"/>
                  </a:lnTo>
                  <a:lnTo>
                    <a:pt x="3928" y="2112"/>
                  </a:lnTo>
                  <a:lnTo>
                    <a:pt x="3925" y="2088"/>
                  </a:lnTo>
                  <a:lnTo>
                    <a:pt x="3922" y="2064"/>
                  </a:lnTo>
                  <a:lnTo>
                    <a:pt x="3921" y="2036"/>
                  </a:lnTo>
                  <a:lnTo>
                    <a:pt x="3920" y="2008"/>
                  </a:lnTo>
                  <a:lnTo>
                    <a:pt x="3920" y="1842"/>
                  </a:lnTo>
                  <a:lnTo>
                    <a:pt x="3930" y="1804"/>
                  </a:lnTo>
                  <a:lnTo>
                    <a:pt x="3940" y="1768"/>
                  </a:lnTo>
                  <a:lnTo>
                    <a:pt x="3945" y="1748"/>
                  </a:lnTo>
                  <a:lnTo>
                    <a:pt x="3949" y="1730"/>
                  </a:lnTo>
                  <a:lnTo>
                    <a:pt x="3958" y="1692"/>
                  </a:lnTo>
                  <a:lnTo>
                    <a:pt x="3965" y="1652"/>
                  </a:lnTo>
                  <a:lnTo>
                    <a:pt x="3973" y="1612"/>
                  </a:lnTo>
                  <a:lnTo>
                    <a:pt x="3979" y="1572"/>
                  </a:lnTo>
                  <a:lnTo>
                    <a:pt x="3985" y="1532"/>
                  </a:lnTo>
                  <a:lnTo>
                    <a:pt x="3991" y="1490"/>
                  </a:lnTo>
                  <a:lnTo>
                    <a:pt x="3995" y="1450"/>
                  </a:lnTo>
                  <a:lnTo>
                    <a:pt x="3999" y="1408"/>
                  </a:lnTo>
                  <a:lnTo>
                    <a:pt x="4003" y="1364"/>
                  </a:lnTo>
                  <a:lnTo>
                    <a:pt x="4005" y="1323"/>
                  </a:lnTo>
                  <a:lnTo>
                    <a:pt x="4007" y="1279"/>
                  </a:lnTo>
                  <a:lnTo>
                    <a:pt x="4008" y="1235"/>
                  </a:lnTo>
                  <a:lnTo>
                    <a:pt x="4009" y="1191"/>
                  </a:lnTo>
                  <a:lnTo>
                    <a:pt x="4008" y="1147"/>
                  </a:lnTo>
                  <a:lnTo>
                    <a:pt x="4007" y="1103"/>
                  </a:lnTo>
                  <a:lnTo>
                    <a:pt x="4005" y="1059"/>
                  </a:lnTo>
                  <a:lnTo>
                    <a:pt x="4003" y="1017"/>
                  </a:lnTo>
                  <a:lnTo>
                    <a:pt x="3999" y="973"/>
                  </a:lnTo>
                  <a:lnTo>
                    <a:pt x="3995" y="931"/>
                  </a:lnTo>
                  <a:lnTo>
                    <a:pt x="3991" y="889"/>
                  </a:lnTo>
                  <a:lnTo>
                    <a:pt x="3985" y="849"/>
                  </a:lnTo>
                  <a:lnTo>
                    <a:pt x="3979" y="809"/>
                  </a:lnTo>
                  <a:lnTo>
                    <a:pt x="3976" y="787"/>
                  </a:lnTo>
                  <a:lnTo>
                    <a:pt x="3973" y="767"/>
                  </a:lnTo>
                  <a:lnTo>
                    <a:pt x="3965" y="729"/>
                  </a:lnTo>
                  <a:lnTo>
                    <a:pt x="3958" y="689"/>
                  </a:lnTo>
                  <a:lnTo>
                    <a:pt x="3949" y="651"/>
                  </a:lnTo>
                  <a:lnTo>
                    <a:pt x="3940" y="613"/>
                  </a:lnTo>
                  <a:lnTo>
                    <a:pt x="3935" y="595"/>
                  </a:lnTo>
                  <a:lnTo>
                    <a:pt x="3930" y="577"/>
                  </a:lnTo>
                  <a:lnTo>
                    <a:pt x="3920" y="539"/>
                  </a:lnTo>
                  <a:lnTo>
                    <a:pt x="3920" y="499"/>
                  </a:lnTo>
                  <a:lnTo>
                    <a:pt x="3921" y="467"/>
                  </a:lnTo>
                  <a:lnTo>
                    <a:pt x="3921" y="453"/>
                  </a:lnTo>
                  <a:lnTo>
                    <a:pt x="3922" y="440"/>
                  </a:lnTo>
                  <a:lnTo>
                    <a:pt x="3925" y="412"/>
                  </a:lnTo>
                  <a:lnTo>
                    <a:pt x="3926" y="400"/>
                  </a:lnTo>
                  <a:lnTo>
                    <a:pt x="3928" y="388"/>
                  </a:lnTo>
                  <a:lnTo>
                    <a:pt x="3933" y="364"/>
                  </a:lnTo>
                  <a:lnTo>
                    <a:pt x="3939" y="344"/>
                  </a:lnTo>
                  <a:lnTo>
                    <a:pt x="3942" y="334"/>
                  </a:lnTo>
                  <a:lnTo>
                    <a:pt x="3946" y="324"/>
                  </a:lnTo>
                  <a:lnTo>
                    <a:pt x="3953" y="308"/>
                  </a:lnTo>
                  <a:lnTo>
                    <a:pt x="3958" y="300"/>
                  </a:lnTo>
                  <a:lnTo>
                    <a:pt x="3962" y="292"/>
                  </a:lnTo>
                  <a:lnTo>
                    <a:pt x="3972" y="280"/>
                  </a:lnTo>
                  <a:lnTo>
                    <a:pt x="3983" y="268"/>
                  </a:lnTo>
                  <a:lnTo>
                    <a:pt x="3989" y="264"/>
                  </a:lnTo>
                  <a:lnTo>
                    <a:pt x="3995" y="260"/>
                  </a:lnTo>
                  <a:lnTo>
                    <a:pt x="4008" y="254"/>
                  </a:lnTo>
                  <a:lnTo>
                    <a:pt x="4023" y="248"/>
                  </a:lnTo>
                  <a:lnTo>
                    <a:pt x="4030" y="246"/>
                  </a:lnTo>
                  <a:lnTo>
                    <a:pt x="4038" y="246"/>
                  </a:lnTo>
                  <a:lnTo>
                    <a:pt x="4054" y="244"/>
                  </a:lnTo>
                  <a:lnTo>
                    <a:pt x="4257" y="244"/>
                  </a:lnTo>
                  <a:lnTo>
                    <a:pt x="4280" y="244"/>
                  </a:lnTo>
                  <a:lnTo>
                    <a:pt x="4302" y="246"/>
                  </a:lnTo>
                  <a:lnTo>
                    <a:pt x="4323" y="246"/>
                  </a:lnTo>
                  <a:lnTo>
                    <a:pt x="4342" y="250"/>
                  </a:lnTo>
                  <a:lnTo>
                    <a:pt x="4361" y="252"/>
                  </a:lnTo>
                  <a:lnTo>
                    <a:pt x="4379" y="256"/>
                  </a:lnTo>
                  <a:lnTo>
                    <a:pt x="4395" y="260"/>
                  </a:lnTo>
                  <a:lnTo>
                    <a:pt x="4411" y="264"/>
                  </a:lnTo>
                  <a:lnTo>
                    <a:pt x="4425" y="270"/>
                  </a:lnTo>
                  <a:lnTo>
                    <a:pt x="4440" y="278"/>
                  </a:lnTo>
                  <a:lnTo>
                    <a:pt x="4453" y="284"/>
                  </a:lnTo>
                  <a:lnTo>
                    <a:pt x="4466" y="294"/>
                  </a:lnTo>
                  <a:lnTo>
                    <a:pt x="4479" y="302"/>
                  </a:lnTo>
                  <a:lnTo>
                    <a:pt x="4491" y="312"/>
                  </a:lnTo>
                  <a:lnTo>
                    <a:pt x="4504" y="324"/>
                  </a:lnTo>
                  <a:lnTo>
                    <a:pt x="4515" y="336"/>
                  </a:lnTo>
                  <a:lnTo>
                    <a:pt x="4524" y="346"/>
                  </a:lnTo>
                  <a:lnTo>
                    <a:pt x="4533" y="358"/>
                  </a:lnTo>
                  <a:lnTo>
                    <a:pt x="4549" y="380"/>
                  </a:lnTo>
                  <a:lnTo>
                    <a:pt x="4564" y="404"/>
                  </a:lnTo>
                  <a:lnTo>
                    <a:pt x="4579" y="430"/>
                  </a:lnTo>
                  <a:lnTo>
                    <a:pt x="4586" y="444"/>
                  </a:lnTo>
                  <a:lnTo>
                    <a:pt x="4592" y="457"/>
                  </a:lnTo>
                  <a:lnTo>
                    <a:pt x="4605" y="487"/>
                  </a:lnTo>
                  <a:lnTo>
                    <a:pt x="4610" y="503"/>
                  </a:lnTo>
                  <a:lnTo>
                    <a:pt x="4616" y="519"/>
                  </a:lnTo>
                  <a:lnTo>
                    <a:pt x="4621" y="535"/>
                  </a:lnTo>
                  <a:lnTo>
                    <a:pt x="4626" y="551"/>
                  </a:lnTo>
                  <a:lnTo>
                    <a:pt x="4631" y="569"/>
                  </a:lnTo>
                  <a:lnTo>
                    <a:pt x="4636" y="585"/>
                  </a:lnTo>
                  <a:lnTo>
                    <a:pt x="4640" y="603"/>
                  </a:lnTo>
                  <a:lnTo>
                    <a:pt x="4644" y="621"/>
                  </a:lnTo>
                  <a:lnTo>
                    <a:pt x="4647" y="639"/>
                  </a:lnTo>
                  <a:lnTo>
                    <a:pt x="4651" y="657"/>
                  </a:lnTo>
                  <a:lnTo>
                    <a:pt x="4654" y="675"/>
                  </a:lnTo>
                  <a:lnTo>
                    <a:pt x="4656" y="695"/>
                  </a:lnTo>
                  <a:lnTo>
                    <a:pt x="4659" y="713"/>
                  </a:lnTo>
                  <a:lnTo>
                    <a:pt x="4661" y="733"/>
                  </a:lnTo>
                  <a:lnTo>
                    <a:pt x="4664" y="771"/>
                  </a:lnTo>
                  <a:lnTo>
                    <a:pt x="4665" y="791"/>
                  </a:lnTo>
                  <a:lnTo>
                    <a:pt x="4666" y="813"/>
                  </a:lnTo>
                  <a:lnTo>
                    <a:pt x="4666" y="833"/>
                  </a:lnTo>
                  <a:lnTo>
                    <a:pt x="4666" y="853"/>
                  </a:lnTo>
                  <a:lnTo>
                    <a:pt x="4666" y="881"/>
                  </a:lnTo>
                  <a:lnTo>
                    <a:pt x="4665" y="909"/>
                  </a:lnTo>
                  <a:lnTo>
                    <a:pt x="4664" y="935"/>
                  </a:lnTo>
                  <a:lnTo>
                    <a:pt x="4663" y="961"/>
                  </a:lnTo>
                  <a:lnTo>
                    <a:pt x="4661" y="987"/>
                  </a:lnTo>
                  <a:lnTo>
                    <a:pt x="4658" y="1011"/>
                  </a:lnTo>
                  <a:lnTo>
                    <a:pt x="4655" y="1035"/>
                  </a:lnTo>
                  <a:lnTo>
                    <a:pt x="4652" y="1059"/>
                  </a:lnTo>
                  <a:lnTo>
                    <a:pt x="4648" y="1081"/>
                  </a:lnTo>
                  <a:lnTo>
                    <a:pt x="4644" y="1101"/>
                  </a:lnTo>
                  <a:lnTo>
                    <a:pt x="4640" y="1123"/>
                  </a:lnTo>
                  <a:lnTo>
                    <a:pt x="4635" y="1143"/>
                  </a:lnTo>
                  <a:lnTo>
                    <a:pt x="4629" y="1161"/>
                  </a:lnTo>
                  <a:lnTo>
                    <a:pt x="4623" y="1181"/>
                  </a:lnTo>
                  <a:lnTo>
                    <a:pt x="4617" y="1197"/>
                  </a:lnTo>
                  <a:lnTo>
                    <a:pt x="4610" y="1215"/>
                  </a:lnTo>
                  <a:lnTo>
                    <a:pt x="4603" y="1231"/>
                  </a:lnTo>
                  <a:lnTo>
                    <a:pt x="4595" y="1247"/>
                  </a:lnTo>
                  <a:lnTo>
                    <a:pt x="4587" y="1261"/>
                  </a:lnTo>
                  <a:lnTo>
                    <a:pt x="4578" y="1275"/>
                  </a:lnTo>
                  <a:lnTo>
                    <a:pt x="4569" y="1289"/>
                  </a:lnTo>
                  <a:lnTo>
                    <a:pt x="4560" y="1303"/>
                  </a:lnTo>
                  <a:lnTo>
                    <a:pt x="4549" y="1315"/>
                  </a:lnTo>
                  <a:lnTo>
                    <a:pt x="4539" y="1327"/>
                  </a:lnTo>
                  <a:lnTo>
                    <a:pt x="4528" y="1337"/>
                  </a:lnTo>
                  <a:lnTo>
                    <a:pt x="4516" y="1349"/>
                  </a:lnTo>
                  <a:lnTo>
                    <a:pt x="4504" y="1358"/>
                  </a:lnTo>
                  <a:lnTo>
                    <a:pt x="4491" y="1366"/>
                  </a:lnTo>
                  <a:lnTo>
                    <a:pt x="4478" y="1374"/>
                  </a:lnTo>
                  <a:lnTo>
                    <a:pt x="4465" y="1382"/>
                  </a:lnTo>
                  <a:lnTo>
                    <a:pt x="4436" y="1396"/>
                  </a:lnTo>
                  <a:lnTo>
                    <a:pt x="4571" y="1700"/>
                  </a:lnTo>
                  <a:lnTo>
                    <a:pt x="4579" y="1722"/>
                  </a:lnTo>
                  <a:lnTo>
                    <a:pt x="4589" y="1744"/>
                  </a:lnTo>
                  <a:lnTo>
                    <a:pt x="4612" y="1792"/>
                  </a:lnTo>
                  <a:lnTo>
                    <a:pt x="4628" y="1828"/>
                  </a:lnTo>
                  <a:lnTo>
                    <a:pt x="4642" y="1862"/>
                  </a:lnTo>
                  <a:lnTo>
                    <a:pt x="4648" y="1878"/>
                  </a:lnTo>
                  <a:lnTo>
                    <a:pt x="4653" y="1892"/>
                  </a:lnTo>
                  <a:lnTo>
                    <a:pt x="4662" y="1920"/>
                  </a:lnTo>
                  <a:close/>
                  <a:moveTo>
                    <a:pt x="4276" y="1091"/>
                  </a:moveTo>
                  <a:lnTo>
                    <a:pt x="4294" y="1089"/>
                  </a:lnTo>
                  <a:lnTo>
                    <a:pt x="4311" y="1087"/>
                  </a:lnTo>
                  <a:lnTo>
                    <a:pt x="4320" y="1085"/>
                  </a:lnTo>
                  <a:lnTo>
                    <a:pt x="4327" y="1081"/>
                  </a:lnTo>
                  <a:lnTo>
                    <a:pt x="4342" y="1075"/>
                  </a:lnTo>
                  <a:lnTo>
                    <a:pt x="4356" y="1067"/>
                  </a:lnTo>
                  <a:lnTo>
                    <a:pt x="4368" y="1057"/>
                  </a:lnTo>
                  <a:lnTo>
                    <a:pt x="4374" y="1051"/>
                  </a:lnTo>
                  <a:lnTo>
                    <a:pt x="4379" y="1045"/>
                  </a:lnTo>
                  <a:lnTo>
                    <a:pt x="4384" y="1039"/>
                  </a:lnTo>
                  <a:lnTo>
                    <a:pt x="4389" y="1033"/>
                  </a:lnTo>
                  <a:lnTo>
                    <a:pt x="4394" y="1025"/>
                  </a:lnTo>
                  <a:lnTo>
                    <a:pt x="4398" y="1017"/>
                  </a:lnTo>
                  <a:lnTo>
                    <a:pt x="4406" y="999"/>
                  </a:lnTo>
                  <a:lnTo>
                    <a:pt x="4412" y="981"/>
                  </a:lnTo>
                  <a:lnTo>
                    <a:pt x="4415" y="971"/>
                  </a:lnTo>
                  <a:lnTo>
                    <a:pt x="4417" y="959"/>
                  </a:lnTo>
                  <a:lnTo>
                    <a:pt x="4420" y="949"/>
                  </a:lnTo>
                  <a:lnTo>
                    <a:pt x="4421" y="937"/>
                  </a:lnTo>
                  <a:lnTo>
                    <a:pt x="4423" y="925"/>
                  </a:lnTo>
                  <a:lnTo>
                    <a:pt x="4424" y="913"/>
                  </a:lnTo>
                  <a:lnTo>
                    <a:pt x="4426" y="887"/>
                  </a:lnTo>
                  <a:lnTo>
                    <a:pt x="4427" y="873"/>
                  </a:lnTo>
                  <a:lnTo>
                    <a:pt x="4427" y="859"/>
                  </a:lnTo>
                  <a:lnTo>
                    <a:pt x="4426" y="835"/>
                  </a:lnTo>
                  <a:lnTo>
                    <a:pt x="4424" y="813"/>
                  </a:lnTo>
                  <a:lnTo>
                    <a:pt x="4422" y="791"/>
                  </a:lnTo>
                  <a:lnTo>
                    <a:pt x="4418" y="773"/>
                  </a:lnTo>
                  <a:lnTo>
                    <a:pt x="4413" y="755"/>
                  </a:lnTo>
                  <a:lnTo>
                    <a:pt x="4406" y="739"/>
                  </a:lnTo>
                  <a:lnTo>
                    <a:pt x="4399" y="723"/>
                  </a:lnTo>
                  <a:lnTo>
                    <a:pt x="4391" y="711"/>
                  </a:lnTo>
                  <a:lnTo>
                    <a:pt x="4381" y="699"/>
                  </a:lnTo>
                  <a:lnTo>
                    <a:pt x="4370" y="689"/>
                  </a:lnTo>
                  <a:lnTo>
                    <a:pt x="4358" y="681"/>
                  </a:lnTo>
                  <a:lnTo>
                    <a:pt x="4346" y="673"/>
                  </a:lnTo>
                  <a:lnTo>
                    <a:pt x="4331" y="669"/>
                  </a:lnTo>
                  <a:lnTo>
                    <a:pt x="4316" y="665"/>
                  </a:lnTo>
                  <a:lnTo>
                    <a:pt x="4300" y="663"/>
                  </a:lnTo>
                  <a:lnTo>
                    <a:pt x="4282" y="661"/>
                  </a:lnTo>
                  <a:lnTo>
                    <a:pt x="4165" y="661"/>
                  </a:lnTo>
                  <a:lnTo>
                    <a:pt x="4165" y="1091"/>
                  </a:lnTo>
                  <a:lnTo>
                    <a:pt x="4276" y="10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00"/>
            </a:p>
          </p:txBody>
        </p:sp>
      </p:grp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C2813E5-55F5-8A94-3DE1-71D49DDAE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21F9E0B4-2B48-48F2-9D2D-D2231236919C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D8B47C5-11B1-0904-E798-3D21F88B9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5E8C107-73AF-09B8-3331-EEE2C8E6A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371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Light Blu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919D8-4647-F6A6-4F8F-664F998F80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991" y="1412876"/>
            <a:ext cx="4157997" cy="3024238"/>
          </a:xfrm>
        </p:spPr>
        <p:txBody>
          <a:bodyPr anchor="t" anchorCtr="0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thank you message.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2A9CFB3-2DB2-039B-17A5-C50A5777B96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5991" y="4581128"/>
            <a:ext cx="4157997" cy="144026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50"/>
              </a:spcBef>
              <a:buNone/>
              <a:defRPr sz="135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Contact details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5294374-980A-7525-7E71-40EF6F0AF9B3}"/>
              </a:ext>
            </a:extLst>
          </p:cNvPr>
          <p:cNvGrpSpPr>
            <a:grpSpLocks noChangeAspect="1"/>
          </p:cNvGrpSpPr>
          <p:nvPr/>
        </p:nvGrpSpPr>
        <p:grpSpPr>
          <a:xfrm>
            <a:off x="305991" y="576001"/>
            <a:ext cx="847800" cy="437949"/>
            <a:chOff x="2389188" y="1992313"/>
            <a:chExt cx="7424738" cy="2876551"/>
          </a:xfrm>
          <a:solidFill>
            <a:schemeClr val="bg1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C0324067-CF15-5490-4558-F90AFFF0CB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24113" y="4270376"/>
              <a:ext cx="7361238" cy="598488"/>
            </a:xfrm>
            <a:custGeom>
              <a:avLst/>
              <a:gdLst>
                <a:gd name="T0" fmla="*/ 4474 w 4637"/>
                <a:gd name="T1" fmla="*/ 613 h 753"/>
                <a:gd name="T2" fmla="*/ 4500 w 4637"/>
                <a:gd name="T3" fmla="*/ 735 h 753"/>
                <a:gd name="T4" fmla="*/ 4506 w 4637"/>
                <a:gd name="T5" fmla="*/ 214 h 753"/>
                <a:gd name="T6" fmla="*/ 61 w 4637"/>
                <a:gd name="T7" fmla="*/ 747 h 753"/>
                <a:gd name="T8" fmla="*/ 22 w 4637"/>
                <a:gd name="T9" fmla="*/ 20 h 753"/>
                <a:gd name="T10" fmla="*/ 263 w 4637"/>
                <a:gd name="T11" fmla="*/ 487 h 753"/>
                <a:gd name="T12" fmla="*/ 437 w 4637"/>
                <a:gd name="T13" fmla="*/ 699 h 753"/>
                <a:gd name="T14" fmla="*/ 246 w 4637"/>
                <a:gd name="T15" fmla="*/ 601 h 753"/>
                <a:gd name="T16" fmla="*/ 378 w 4637"/>
                <a:gd name="T17" fmla="*/ 212 h 753"/>
                <a:gd name="T18" fmla="*/ 409 w 4637"/>
                <a:gd name="T19" fmla="*/ 315 h 753"/>
                <a:gd name="T20" fmla="*/ 264 w 4637"/>
                <a:gd name="T21" fmla="*/ 399 h 753"/>
                <a:gd name="T22" fmla="*/ 506 w 4637"/>
                <a:gd name="T23" fmla="*/ 232 h 753"/>
                <a:gd name="T24" fmla="*/ 657 w 4637"/>
                <a:gd name="T25" fmla="*/ 220 h 753"/>
                <a:gd name="T26" fmla="*/ 657 w 4637"/>
                <a:gd name="T27" fmla="*/ 737 h 753"/>
                <a:gd name="T28" fmla="*/ 768 w 4637"/>
                <a:gd name="T29" fmla="*/ 14 h 753"/>
                <a:gd name="T30" fmla="*/ 918 w 4637"/>
                <a:gd name="T31" fmla="*/ 711 h 753"/>
                <a:gd name="T32" fmla="*/ 837 w 4637"/>
                <a:gd name="T33" fmla="*/ 415 h 753"/>
                <a:gd name="T34" fmla="*/ 973 w 4637"/>
                <a:gd name="T35" fmla="*/ 216 h 753"/>
                <a:gd name="T36" fmla="*/ 838 w 4637"/>
                <a:gd name="T37" fmla="*/ 325 h 753"/>
                <a:gd name="T38" fmla="*/ 982 w 4637"/>
                <a:gd name="T39" fmla="*/ 659 h 753"/>
                <a:gd name="T40" fmla="*/ 1245 w 4637"/>
                <a:gd name="T41" fmla="*/ 729 h 753"/>
                <a:gd name="T42" fmla="*/ 1265 w 4637"/>
                <a:gd name="T43" fmla="*/ 210 h 753"/>
                <a:gd name="T44" fmla="*/ 1267 w 4637"/>
                <a:gd name="T45" fmla="*/ 250 h 753"/>
                <a:gd name="T46" fmla="*/ 1276 w 4637"/>
                <a:gd name="T47" fmla="*/ 711 h 753"/>
                <a:gd name="T48" fmla="*/ 1456 w 4637"/>
                <a:gd name="T49" fmla="*/ 6 h 753"/>
                <a:gd name="T50" fmla="*/ 1617 w 4637"/>
                <a:gd name="T51" fmla="*/ 675 h 753"/>
                <a:gd name="T52" fmla="*/ 1700 w 4637"/>
                <a:gd name="T53" fmla="*/ 751 h 753"/>
                <a:gd name="T54" fmla="*/ 1581 w 4637"/>
                <a:gd name="T55" fmla="*/ 315 h 753"/>
                <a:gd name="T56" fmla="*/ 1767 w 4637"/>
                <a:gd name="T57" fmla="*/ 365 h 753"/>
                <a:gd name="T58" fmla="*/ 1681 w 4637"/>
                <a:gd name="T59" fmla="*/ 242 h 753"/>
                <a:gd name="T60" fmla="*/ 2012 w 4637"/>
                <a:gd name="T61" fmla="*/ 731 h 753"/>
                <a:gd name="T62" fmla="*/ 1849 w 4637"/>
                <a:gd name="T63" fmla="*/ 591 h 753"/>
                <a:gd name="T64" fmla="*/ 1999 w 4637"/>
                <a:gd name="T65" fmla="*/ 276 h 753"/>
                <a:gd name="T66" fmla="*/ 1926 w 4637"/>
                <a:gd name="T67" fmla="*/ 204 h 753"/>
                <a:gd name="T68" fmla="*/ 2031 w 4637"/>
                <a:gd name="T69" fmla="*/ 741 h 753"/>
                <a:gd name="T70" fmla="*/ 1881 w 4637"/>
                <a:gd name="T71" fmla="*/ 671 h 753"/>
                <a:gd name="T72" fmla="*/ 2299 w 4637"/>
                <a:gd name="T73" fmla="*/ 355 h 753"/>
                <a:gd name="T74" fmla="*/ 2139 w 4637"/>
                <a:gd name="T75" fmla="*/ 747 h 753"/>
                <a:gd name="T76" fmla="*/ 2224 w 4637"/>
                <a:gd name="T77" fmla="*/ 204 h 753"/>
                <a:gd name="T78" fmla="*/ 2652 w 4637"/>
                <a:gd name="T79" fmla="*/ 753 h 753"/>
                <a:gd name="T80" fmla="*/ 2541 w 4637"/>
                <a:gd name="T81" fmla="*/ 208 h 753"/>
                <a:gd name="T82" fmla="*/ 2681 w 4637"/>
                <a:gd name="T83" fmla="*/ 248 h 753"/>
                <a:gd name="T84" fmla="*/ 2937 w 4637"/>
                <a:gd name="T85" fmla="*/ 751 h 753"/>
                <a:gd name="T86" fmla="*/ 2789 w 4637"/>
                <a:gd name="T87" fmla="*/ 737 h 753"/>
                <a:gd name="T88" fmla="*/ 2882 w 4637"/>
                <a:gd name="T89" fmla="*/ 206 h 753"/>
                <a:gd name="T90" fmla="*/ 3232 w 4637"/>
                <a:gd name="T91" fmla="*/ 487 h 753"/>
                <a:gd name="T92" fmla="*/ 3235 w 4637"/>
                <a:gd name="T93" fmla="*/ 697 h 753"/>
                <a:gd name="T94" fmla="*/ 3046 w 4637"/>
                <a:gd name="T95" fmla="*/ 615 h 753"/>
                <a:gd name="T96" fmla="*/ 3166 w 4637"/>
                <a:gd name="T97" fmla="*/ 206 h 753"/>
                <a:gd name="T98" fmla="*/ 3210 w 4637"/>
                <a:gd name="T99" fmla="*/ 321 h 753"/>
                <a:gd name="T100" fmla="*/ 3064 w 4637"/>
                <a:gd name="T101" fmla="*/ 379 h 753"/>
                <a:gd name="T102" fmla="*/ 3618 w 4637"/>
                <a:gd name="T103" fmla="*/ 305 h 753"/>
                <a:gd name="T104" fmla="*/ 3458 w 4637"/>
                <a:gd name="T105" fmla="*/ 208 h 753"/>
                <a:gd name="T106" fmla="*/ 3634 w 4637"/>
                <a:gd name="T107" fmla="*/ 282 h 753"/>
                <a:gd name="T108" fmla="*/ 3781 w 4637"/>
                <a:gd name="T109" fmla="*/ 232 h 753"/>
                <a:gd name="T110" fmla="*/ 3859 w 4637"/>
                <a:gd name="T111" fmla="*/ 319 h 753"/>
                <a:gd name="T112" fmla="*/ 4039 w 4637"/>
                <a:gd name="T113" fmla="*/ 290 h 753"/>
                <a:gd name="T114" fmla="*/ 3965 w 4637"/>
                <a:gd name="T115" fmla="*/ 753 h 753"/>
                <a:gd name="T116" fmla="*/ 3901 w 4637"/>
                <a:gd name="T117" fmla="*/ 272 h 753"/>
                <a:gd name="T118" fmla="*/ 3919 w 4637"/>
                <a:gd name="T119" fmla="*/ 703 h 753"/>
                <a:gd name="T120" fmla="*/ 4206 w 4637"/>
                <a:gd name="T121" fmla="*/ 250 h 753"/>
                <a:gd name="T122" fmla="*/ 4166 w 4637"/>
                <a:gd name="T123" fmla="*/ 216 h 753"/>
                <a:gd name="T124" fmla="*/ 4339 w 4637"/>
                <a:gd name="T125" fmla="*/ 753 h 7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37" h="753">
                  <a:moveTo>
                    <a:pt x="4615" y="254"/>
                  </a:moveTo>
                  <a:lnTo>
                    <a:pt x="4599" y="250"/>
                  </a:lnTo>
                  <a:lnTo>
                    <a:pt x="4580" y="246"/>
                  </a:lnTo>
                  <a:lnTo>
                    <a:pt x="4561" y="242"/>
                  </a:lnTo>
                  <a:lnTo>
                    <a:pt x="4545" y="242"/>
                  </a:lnTo>
                  <a:lnTo>
                    <a:pt x="4535" y="242"/>
                  </a:lnTo>
                  <a:lnTo>
                    <a:pt x="4526" y="244"/>
                  </a:lnTo>
                  <a:lnTo>
                    <a:pt x="4517" y="248"/>
                  </a:lnTo>
                  <a:lnTo>
                    <a:pt x="4509" y="254"/>
                  </a:lnTo>
                  <a:lnTo>
                    <a:pt x="4503" y="262"/>
                  </a:lnTo>
                  <a:lnTo>
                    <a:pt x="4496" y="270"/>
                  </a:lnTo>
                  <a:lnTo>
                    <a:pt x="4493" y="276"/>
                  </a:lnTo>
                  <a:lnTo>
                    <a:pt x="4491" y="280"/>
                  </a:lnTo>
                  <a:lnTo>
                    <a:pt x="4488" y="286"/>
                  </a:lnTo>
                  <a:lnTo>
                    <a:pt x="4486" y="292"/>
                  </a:lnTo>
                  <a:lnTo>
                    <a:pt x="4482" y="305"/>
                  </a:lnTo>
                  <a:lnTo>
                    <a:pt x="4477" y="319"/>
                  </a:lnTo>
                  <a:lnTo>
                    <a:pt x="4474" y="337"/>
                  </a:lnTo>
                  <a:lnTo>
                    <a:pt x="4471" y="355"/>
                  </a:lnTo>
                  <a:lnTo>
                    <a:pt x="4470" y="375"/>
                  </a:lnTo>
                  <a:lnTo>
                    <a:pt x="4468" y="395"/>
                  </a:lnTo>
                  <a:lnTo>
                    <a:pt x="4468" y="417"/>
                  </a:lnTo>
                  <a:lnTo>
                    <a:pt x="4467" y="443"/>
                  </a:lnTo>
                  <a:lnTo>
                    <a:pt x="4467" y="509"/>
                  </a:lnTo>
                  <a:lnTo>
                    <a:pt x="4468" y="533"/>
                  </a:lnTo>
                  <a:lnTo>
                    <a:pt x="4468" y="555"/>
                  </a:lnTo>
                  <a:lnTo>
                    <a:pt x="4470" y="575"/>
                  </a:lnTo>
                  <a:lnTo>
                    <a:pt x="4471" y="595"/>
                  </a:lnTo>
                  <a:lnTo>
                    <a:pt x="4474" y="613"/>
                  </a:lnTo>
                  <a:lnTo>
                    <a:pt x="4477" y="631"/>
                  </a:lnTo>
                  <a:lnTo>
                    <a:pt x="4480" y="647"/>
                  </a:lnTo>
                  <a:lnTo>
                    <a:pt x="4485" y="659"/>
                  </a:lnTo>
                  <a:lnTo>
                    <a:pt x="4490" y="673"/>
                  </a:lnTo>
                  <a:lnTo>
                    <a:pt x="4496" y="683"/>
                  </a:lnTo>
                  <a:lnTo>
                    <a:pt x="4502" y="693"/>
                  </a:lnTo>
                  <a:lnTo>
                    <a:pt x="4505" y="697"/>
                  </a:lnTo>
                  <a:lnTo>
                    <a:pt x="4509" y="701"/>
                  </a:lnTo>
                  <a:lnTo>
                    <a:pt x="4513" y="703"/>
                  </a:lnTo>
                  <a:lnTo>
                    <a:pt x="4517" y="707"/>
                  </a:lnTo>
                  <a:lnTo>
                    <a:pt x="4525" y="711"/>
                  </a:lnTo>
                  <a:lnTo>
                    <a:pt x="4535" y="713"/>
                  </a:lnTo>
                  <a:lnTo>
                    <a:pt x="4545" y="713"/>
                  </a:lnTo>
                  <a:lnTo>
                    <a:pt x="4563" y="713"/>
                  </a:lnTo>
                  <a:lnTo>
                    <a:pt x="4582" y="709"/>
                  </a:lnTo>
                  <a:lnTo>
                    <a:pt x="4600" y="705"/>
                  </a:lnTo>
                  <a:lnTo>
                    <a:pt x="4615" y="701"/>
                  </a:lnTo>
                  <a:lnTo>
                    <a:pt x="4615" y="254"/>
                  </a:lnTo>
                  <a:close/>
                  <a:moveTo>
                    <a:pt x="4629" y="735"/>
                  </a:moveTo>
                  <a:lnTo>
                    <a:pt x="4611" y="741"/>
                  </a:lnTo>
                  <a:lnTo>
                    <a:pt x="4600" y="745"/>
                  </a:lnTo>
                  <a:lnTo>
                    <a:pt x="4590" y="747"/>
                  </a:lnTo>
                  <a:lnTo>
                    <a:pt x="4567" y="751"/>
                  </a:lnTo>
                  <a:lnTo>
                    <a:pt x="4545" y="753"/>
                  </a:lnTo>
                  <a:lnTo>
                    <a:pt x="4532" y="753"/>
                  </a:lnTo>
                  <a:lnTo>
                    <a:pt x="4521" y="749"/>
                  </a:lnTo>
                  <a:lnTo>
                    <a:pt x="4510" y="743"/>
                  </a:lnTo>
                  <a:lnTo>
                    <a:pt x="4505" y="739"/>
                  </a:lnTo>
                  <a:lnTo>
                    <a:pt x="4500" y="735"/>
                  </a:lnTo>
                  <a:lnTo>
                    <a:pt x="4491" y="725"/>
                  </a:lnTo>
                  <a:lnTo>
                    <a:pt x="4483" y="715"/>
                  </a:lnTo>
                  <a:lnTo>
                    <a:pt x="4478" y="707"/>
                  </a:lnTo>
                  <a:lnTo>
                    <a:pt x="4475" y="701"/>
                  </a:lnTo>
                  <a:lnTo>
                    <a:pt x="4468" y="685"/>
                  </a:lnTo>
                  <a:lnTo>
                    <a:pt x="4463" y="669"/>
                  </a:lnTo>
                  <a:lnTo>
                    <a:pt x="4458" y="649"/>
                  </a:lnTo>
                  <a:lnTo>
                    <a:pt x="4454" y="629"/>
                  </a:lnTo>
                  <a:lnTo>
                    <a:pt x="4451" y="607"/>
                  </a:lnTo>
                  <a:lnTo>
                    <a:pt x="4448" y="585"/>
                  </a:lnTo>
                  <a:lnTo>
                    <a:pt x="4447" y="561"/>
                  </a:lnTo>
                  <a:lnTo>
                    <a:pt x="4445" y="535"/>
                  </a:lnTo>
                  <a:lnTo>
                    <a:pt x="4445" y="509"/>
                  </a:lnTo>
                  <a:lnTo>
                    <a:pt x="4445" y="443"/>
                  </a:lnTo>
                  <a:lnTo>
                    <a:pt x="4446" y="413"/>
                  </a:lnTo>
                  <a:lnTo>
                    <a:pt x="4447" y="387"/>
                  </a:lnTo>
                  <a:lnTo>
                    <a:pt x="4449" y="361"/>
                  </a:lnTo>
                  <a:lnTo>
                    <a:pt x="4451" y="337"/>
                  </a:lnTo>
                  <a:lnTo>
                    <a:pt x="4455" y="315"/>
                  </a:lnTo>
                  <a:lnTo>
                    <a:pt x="4459" y="298"/>
                  </a:lnTo>
                  <a:lnTo>
                    <a:pt x="4464" y="280"/>
                  </a:lnTo>
                  <a:lnTo>
                    <a:pt x="4470" y="264"/>
                  </a:lnTo>
                  <a:lnTo>
                    <a:pt x="4473" y="256"/>
                  </a:lnTo>
                  <a:lnTo>
                    <a:pt x="4476" y="248"/>
                  </a:lnTo>
                  <a:lnTo>
                    <a:pt x="4485" y="236"/>
                  </a:lnTo>
                  <a:lnTo>
                    <a:pt x="4489" y="232"/>
                  </a:lnTo>
                  <a:lnTo>
                    <a:pt x="4493" y="226"/>
                  </a:lnTo>
                  <a:lnTo>
                    <a:pt x="4502" y="218"/>
                  </a:lnTo>
                  <a:lnTo>
                    <a:pt x="4506" y="214"/>
                  </a:lnTo>
                  <a:lnTo>
                    <a:pt x="4511" y="212"/>
                  </a:lnTo>
                  <a:lnTo>
                    <a:pt x="4522" y="206"/>
                  </a:lnTo>
                  <a:lnTo>
                    <a:pt x="4527" y="204"/>
                  </a:lnTo>
                  <a:lnTo>
                    <a:pt x="4533" y="204"/>
                  </a:lnTo>
                  <a:lnTo>
                    <a:pt x="4545" y="202"/>
                  </a:lnTo>
                  <a:lnTo>
                    <a:pt x="4561" y="204"/>
                  </a:lnTo>
                  <a:lnTo>
                    <a:pt x="4580" y="206"/>
                  </a:lnTo>
                  <a:lnTo>
                    <a:pt x="4598" y="212"/>
                  </a:lnTo>
                  <a:lnTo>
                    <a:pt x="4615" y="218"/>
                  </a:lnTo>
                  <a:lnTo>
                    <a:pt x="4615" y="20"/>
                  </a:lnTo>
                  <a:lnTo>
                    <a:pt x="4615" y="16"/>
                  </a:lnTo>
                  <a:lnTo>
                    <a:pt x="4615" y="12"/>
                  </a:lnTo>
                  <a:lnTo>
                    <a:pt x="4617" y="6"/>
                  </a:lnTo>
                  <a:lnTo>
                    <a:pt x="4618" y="4"/>
                  </a:lnTo>
                  <a:lnTo>
                    <a:pt x="4620" y="2"/>
                  </a:lnTo>
                  <a:lnTo>
                    <a:pt x="4623" y="0"/>
                  </a:lnTo>
                  <a:lnTo>
                    <a:pt x="4628" y="0"/>
                  </a:lnTo>
                  <a:lnTo>
                    <a:pt x="4632" y="2"/>
                  </a:lnTo>
                  <a:lnTo>
                    <a:pt x="4635" y="6"/>
                  </a:lnTo>
                  <a:lnTo>
                    <a:pt x="4636" y="12"/>
                  </a:lnTo>
                  <a:lnTo>
                    <a:pt x="4637" y="20"/>
                  </a:lnTo>
                  <a:lnTo>
                    <a:pt x="4637" y="715"/>
                  </a:lnTo>
                  <a:lnTo>
                    <a:pt x="4637" y="723"/>
                  </a:lnTo>
                  <a:lnTo>
                    <a:pt x="4636" y="725"/>
                  </a:lnTo>
                  <a:lnTo>
                    <a:pt x="4635" y="727"/>
                  </a:lnTo>
                  <a:lnTo>
                    <a:pt x="4633" y="731"/>
                  </a:lnTo>
                  <a:lnTo>
                    <a:pt x="4629" y="735"/>
                  </a:lnTo>
                  <a:close/>
                  <a:moveTo>
                    <a:pt x="177" y="747"/>
                  </a:moveTo>
                  <a:lnTo>
                    <a:pt x="61" y="747"/>
                  </a:lnTo>
                  <a:lnTo>
                    <a:pt x="54" y="747"/>
                  </a:lnTo>
                  <a:lnTo>
                    <a:pt x="48" y="745"/>
                  </a:lnTo>
                  <a:lnTo>
                    <a:pt x="41" y="745"/>
                  </a:lnTo>
                  <a:lnTo>
                    <a:pt x="36" y="741"/>
                  </a:lnTo>
                  <a:lnTo>
                    <a:pt x="30" y="739"/>
                  </a:lnTo>
                  <a:lnTo>
                    <a:pt x="28" y="737"/>
                  </a:lnTo>
                  <a:lnTo>
                    <a:pt x="25" y="733"/>
                  </a:lnTo>
                  <a:lnTo>
                    <a:pt x="21" y="729"/>
                  </a:lnTo>
                  <a:lnTo>
                    <a:pt x="16" y="723"/>
                  </a:lnTo>
                  <a:lnTo>
                    <a:pt x="13" y="715"/>
                  </a:lnTo>
                  <a:lnTo>
                    <a:pt x="9" y="707"/>
                  </a:lnTo>
                  <a:lnTo>
                    <a:pt x="7" y="699"/>
                  </a:lnTo>
                  <a:lnTo>
                    <a:pt x="4" y="687"/>
                  </a:lnTo>
                  <a:lnTo>
                    <a:pt x="3" y="677"/>
                  </a:lnTo>
                  <a:lnTo>
                    <a:pt x="1" y="663"/>
                  </a:lnTo>
                  <a:lnTo>
                    <a:pt x="1" y="649"/>
                  </a:lnTo>
                  <a:lnTo>
                    <a:pt x="0" y="635"/>
                  </a:lnTo>
                  <a:lnTo>
                    <a:pt x="0" y="20"/>
                  </a:lnTo>
                  <a:lnTo>
                    <a:pt x="0" y="16"/>
                  </a:lnTo>
                  <a:lnTo>
                    <a:pt x="1" y="12"/>
                  </a:lnTo>
                  <a:lnTo>
                    <a:pt x="3" y="6"/>
                  </a:lnTo>
                  <a:lnTo>
                    <a:pt x="4" y="4"/>
                  </a:lnTo>
                  <a:lnTo>
                    <a:pt x="5" y="2"/>
                  </a:lnTo>
                  <a:lnTo>
                    <a:pt x="9" y="0"/>
                  </a:lnTo>
                  <a:lnTo>
                    <a:pt x="14" y="0"/>
                  </a:lnTo>
                  <a:lnTo>
                    <a:pt x="17" y="2"/>
                  </a:lnTo>
                  <a:lnTo>
                    <a:pt x="20" y="6"/>
                  </a:lnTo>
                  <a:lnTo>
                    <a:pt x="22" y="12"/>
                  </a:lnTo>
                  <a:lnTo>
                    <a:pt x="22" y="20"/>
                  </a:lnTo>
                  <a:lnTo>
                    <a:pt x="22" y="635"/>
                  </a:lnTo>
                  <a:lnTo>
                    <a:pt x="23" y="645"/>
                  </a:lnTo>
                  <a:lnTo>
                    <a:pt x="23" y="655"/>
                  </a:lnTo>
                  <a:lnTo>
                    <a:pt x="24" y="665"/>
                  </a:lnTo>
                  <a:lnTo>
                    <a:pt x="25" y="671"/>
                  </a:lnTo>
                  <a:lnTo>
                    <a:pt x="27" y="679"/>
                  </a:lnTo>
                  <a:lnTo>
                    <a:pt x="28" y="685"/>
                  </a:lnTo>
                  <a:lnTo>
                    <a:pt x="30" y="689"/>
                  </a:lnTo>
                  <a:lnTo>
                    <a:pt x="33" y="693"/>
                  </a:lnTo>
                  <a:lnTo>
                    <a:pt x="35" y="697"/>
                  </a:lnTo>
                  <a:lnTo>
                    <a:pt x="38" y="699"/>
                  </a:lnTo>
                  <a:lnTo>
                    <a:pt x="45" y="703"/>
                  </a:lnTo>
                  <a:lnTo>
                    <a:pt x="53" y="705"/>
                  </a:lnTo>
                  <a:lnTo>
                    <a:pt x="61" y="705"/>
                  </a:lnTo>
                  <a:lnTo>
                    <a:pt x="177" y="705"/>
                  </a:lnTo>
                  <a:lnTo>
                    <a:pt x="181" y="707"/>
                  </a:lnTo>
                  <a:lnTo>
                    <a:pt x="182" y="709"/>
                  </a:lnTo>
                  <a:lnTo>
                    <a:pt x="184" y="711"/>
                  </a:lnTo>
                  <a:lnTo>
                    <a:pt x="186" y="715"/>
                  </a:lnTo>
                  <a:lnTo>
                    <a:pt x="186" y="719"/>
                  </a:lnTo>
                  <a:lnTo>
                    <a:pt x="187" y="723"/>
                  </a:lnTo>
                  <a:lnTo>
                    <a:pt x="187" y="731"/>
                  </a:lnTo>
                  <a:lnTo>
                    <a:pt x="186" y="733"/>
                  </a:lnTo>
                  <a:lnTo>
                    <a:pt x="186" y="737"/>
                  </a:lnTo>
                  <a:lnTo>
                    <a:pt x="184" y="743"/>
                  </a:lnTo>
                  <a:lnTo>
                    <a:pt x="181" y="745"/>
                  </a:lnTo>
                  <a:lnTo>
                    <a:pt x="177" y="747"/>
                  </a:lnTo>
                  <a:close/>
                  <a:moveTo>
                    <a:pt x="433" y="487"/>
                  </a:moveTo>
                  <a:lnTo>
                    <a:pt x="263" y="487"/>
                  </a:lnTo>
                  <a:lnTo>
                    <a:pt x="263" y="509"/>
                  </a:lnTo>
                  <a:lnTo>
                    <a:pt x="263" y="539"/>
                  </a:lnTo>
                  <a:lnTo>
                    <a:pt x="264" y="553"/>
                  </a:lnTo>
                  <a:lnTo>
                    <a:pt x="265" y="565"/>
                  </a:lnTo>
                  <a:lnTo>
                    <a:pt x="266" y="579"/>
                  </a:lnTo>
                  <a:lnTo>
                    <a:pt x="267" y="591"/>
                  </a:lnTo>
                  <a:lnTo>
                    <a:pt x="270" y="613"/>
                  </a:lnTo>
                  <a:lnTo>
                    <a:pt x="274" y="631"/>
                  </a:lnTo>
                  <a:lnTo>
                    <a:pt x="279" y="647"/>
                  </a:lnTo>
                  <a:lnTo>
                    <a:pt x="284" y="663"/>
                  </a:lnTo>
                  <a:lnTo>
                    <a:pt x="287" y="669"/>
                  </a:lnTo>
                  <a:lnTo>
                    <a:pt x="290" y="675"/>
                  </a:lnTo>
                  <a:lnTo>
                    <a:pt x="293" y="681"/>
                  </a:lnTo>
                  <a:lnTo>
                    <a:pt x="296" y="685"/>
                  </a:lnTo>
                  <a:lnTo>
                    <a:pt x="303" y="693"/>
                  </a:lnTo>
                  <a:lnTo>
                    <a:pt x="311" y="701"/>
                  </a:lnTo>
                  <a:lnTo>
                    <a:pt x="319" y="705"/>
                  </a:lnTo>
                  <a:lnTo>
                    <a:pt x="327" y="709"/>
                  </a:lnTo>
                  <a:lnTo>
                    <a:pt x="336" y="713"/>
                  </a:lnTo>
                  <a:lnTo>
                    <a:pt x="345" y="713"/>
                  </a:lnTo>
                  <a:lnTo>
                    <a:pt x="354" y="713"/>
                  </a:lnTo>
                  <a:lnTo>
                    <a:pt x="372" y="713"/>
                  </a:lnTo>
                  <a:lnTo>
                    <a:pt x="390" y="709"/>
                  </a:lnTo>
                  <a:lnTo>
                    <a:pt x="410" y="703"/>
                  </a:lnTo>
                  <a:lnTo>
                    <a:pt x="429" y="697"/>
                  </a:lnTo>
                  <a:lnTo>
                    <a:pt x="431" y="697"/>
                  </a:lnTo>
                  <a:lnTo>
                    <a:pt x="432" y="697"/>
                  </a:lnTo>
                  <a:lnTo>
                    <a:pt x="436" y="697"/>
                  </a:lnTo>
                  <a:lnTo>
                    <a:pt x="437" y="699"/>
                  </a:lnTo>
                  <a:lnTo>
                    <a:pt x="438" y="703"/>
                  </a:lnTo>
                  <a:lnTo>
                    <a:pt x="439" y="705"/>
                  </a:lnTo>
                  <a:lnTo>
                    <a:pt x="439" y="709"/>
                  </a:lnTo>
                  <a:lnTo>
                    <a:pt x="439" y="721"/>
                  </a:lnTo>
                  <a:lnTo>
                    <a:pt x="438" y="725"/>
                  </a:lnTo>
                  <a:lnTo>
                    <a:pt x="437" y="729"/>
                  </a:lnTo>
                  <a:lnTo>
                    <a:pt x="436" y="731"/>
                  </a:lnTo>
                  <a:lnTo>
                    <a:pt x="434" y="733"/>
                  </a:lnTo>
                  <a:lnTo>
                    <a:pt x="430" y="737"/>
                  </a:lnTo>
                  <a:lnTo>
                    <a:pt x="411" y="743"/>
                  </a:lnTo>
                  <a:lnTo>
                    <a:pt x="391" y="749"/>
                  </a:lnTo>
                  <a:lnTo>
                    <a:pt x="372" y="751"/>
                  </a:lnTo>
                  <a:lnTo>
                    <a:pt x="354" y="753"/>
                  </a:lnTo>
                  <a:lnTo>
                    <a:pt x="343" y="753"/>
                  </a:lnTo>
                  <a:lnTo>
                    <a:pt x="331" y="751"/>
                  </a:lnTo>
                  <a:lnTo>
                    <a:pt x="320" y="747"/>
                  </a:lnTo>
                  <a:lnTo>
                    <a:pt x="310" y="741"/>
                  </a:lnTo>
                  <a:lnTo>
                    <a:pt x="300" y="735"/>
                  </a:lnTo>
                  <a:lnTo>
                    <a:pt x="295" y="731"/>
                  </a:lnTo>
                  <a:lnTo>
                    <a:pt x="291" y="727"/>
                  </a:lnTo>
                  <a:lnTo>
                    <a:pt x="282" y="715"/>
                  </a:lnTo>
                  <a:lnTo>
                    <a:pt x="274" y="703"/>
                  </a:lnTo>
                  <a:lnTo>
                    <a:pt x="270" y="695"/>
                  </a:lnTo>
                  <a:lnTo>
                    <a:pt x="267" y="687"/>
                  </a:lnTo>
                  <a:lnTo>
                    <a:pt x="260" y="669"/>
                  </a:lnTo>
                  <a:lnTo>
                    <a:pt x="255" y="649"/>
                  </a:lnTo>
                  <a:lnTo>
                    <a:pt x="250" y="627"/>
                  </a:lnTo>
                  <a:lnTo>
                    <a:pt x="248" y="615"/>
                  </a:lnTo>
                  <a:lnTo>
                    <a:pt x="246" y="601"/>
                  </a:lnTo>
                  <a:lnTo>
                    <a:pt x="243" y="573"/>
                  </a:lnTo>
                  <a:lnTo>
                    <a:pt x="241" y="543"/>
                  </a:lnTo>
                  <a:lnTo>
                    <a:pt x="241" y="527"/>
                  </a:lnTo>
                  <a:lnTo>
                    <a:pt x="241" y="509"/>
                  </a:lnTo>
                  <a:lnTo>
                    <a:pt x="241" y="443"/>
                  </a:lnTo>
                  <a:lnTo>
                    <a:pt x="241" y="417"/>
                  </a:lnTo>
                  <a:lnTo>
                    <a:pt x="242" y="391"/>
                  </a:lnTo>
                  <a:lnTo>
                    <a:pt x="245" y="369"/>
                  </a:lnTo>
                  <a:lnTo>
                    <a:pt x="247" y="345"/>
                  </a:lnTo>
                  <a:lnTo>
                    <a:pt x="249" y="335"/>
                  </a:lnTo>
                  <a:lnTo>
                    <a:pt x="251" y="325"/>
                  </a:lnTo>
                  <a:lnTo>
                    <a:pt x="253" y="315"/>
                  </a:lnTo>
                  <a:lnTo>
                    <a:pt x="255" y="305"/>
                  </a:lnTo>
                  <a:lnTo>
                    <a:pt x="258" y="296"/>
                  </a:lnTo>
                  <a:lnTo>
                    <a:pt x="261" y="288"/>
                  </a:lnTo>
                  <a:lnTo>
                    <a:pt x="267" y="270"/>
                  </a:lnTo>
                  <a:lnTo>
                    <a:pt x="274" y="256"/>
                  </a:lnTo>
                  <a:lnTo>
                    <a:pt x="281" y="242"/>
                  </a:lnTo>
                  <a:lnTo>
                    <a:pt x="289" y="230"/>
                  </a:lnTo>
                  <a:lnTo>
                    <a:pt x="299" y="220"/>
                  </a:lnTo>
                  <a:lnTo>
                    <a:pt x="308" y="212"/>
                  </a:lnTo>
                  <a:lnTo>
                    <a:pt x="319" y="208"/>
                  </a:lnTo>
                  <a:lnTo>
                    <a:pt x="330" y="204"/>
                  </a:lnTo>
                  <a:lnTo>
                    <a:pt x="336" y="202"/>
                  </a:lnTo>
                  <a:lnTo>
                    <a:pt x="343" y="202"/>
                  </a:lnTo>
                  <a:lnTo>
                    <a:pt x="355" y="204"/>
                  </a:lnTo>
                  <a:lnTo>
                    <a:pt x="361" y="204"/>
                  </a:lnTo>
                  <a:lnTo>
                    <a:pt x="367" y="206"/>
                  </a:lnTo>
                  <a:lnTo>
                    <a:pt x="378" y="212"/>
                  </a:lnTo>
                  <a:lnTo>
                    <a:pt x="383" y="216"/>
                  </a:lnTo>
                  <a:lnTo>
                    <a:pt x="387" y="220"/>
                  </a:lnTo>
                  <a:lnTo>
                    <a:pt x="397" y="230"/>
                  </a:lnTo>
                  <a:lnTo>
                    <a:pt x="405" y="240"/>
                  </a:lnTo>
                  <a:lnTo>
                    <a:pt x="412" y="254"/>
                  </a:lnTo>
                  <a:lnTo>
                    <a:pt x="416" y="260"/>
                  </a:lnTo>
                  <a:lnTo>
                    <a:pt x="419" y="268"/>
                  </a:lnTo>
                  <a:lnTo>
                    <a:pt x="424" y="286"/>
                  </a:lnTo>
                  <a:lnTo>
                    <a:pt x="429" y="303"/>
                  </a:lnTo>
                  <a:lnTo>
                    <a:pt x="433" y="323"/>
                  </a:lnTo>
                  <a:lnTo>
                    <a:pt x="437" y="343"/>
                  </a:lnTo>
                  <a:lnTo>
                    <a:pt x="439" y="365"/>
                  </a:lnTo>
                  <a:lnTo>
                    <a:pt x="441" y="389"/>
                  </a:lnTo>
                  <a:lnTo>
                    <a:pt x="442" y="415"/>
                  </a:lnTo>
                  <a:lnTo>
                    <a:pt x="443" y="441"/>
                  </a:lnTo>
                  <a:lnTo>
                    <a:pt x="443" y="469"/>
                  </a:lnTo>
                  <a:lnTo>
                    <a:pt x="443" y="473"/>
                  </a:lnTo>
                  <a:lnTo>
                    <a:pt x="442" y="475"/>
                  </a:lnTo>
                  <a:lnTo>
                    <a:pt x="440" y="483"/>
                  </a:lnTo>
                  <a:lnTo>
                    <a:pt x="437" y="487"/>
                  </a:lnTo>
                  <a:lnTo>
                    <a:pt x="433" y="487"/>
                  </a:lnTo>
                  <a:close/>
                  <a:moveTo>
                    <a:pt x="421" y="441"/>
                  </a:moveTo>
                  <a:lnTo>
                    <a:pt x="420" y="417"/>
                  </a:lnTo>
                  <a:lnTo>
                    <a:pt x="420" y="397"/>
                  </a:lnTo>
                  <a:lnTo>
                    <a:pt x="418" y="375"/>
                  </a:lnTo>
                  <a:lnTo>
                    <a:pt x="416" y="357"/>
                  </a:lnTo>
                  <a:lnTo>
                    <a:pt x="414" y="339"/>
                  </a:lnTo>
                  <a:lnTo>
                    <a:pt x="411" y="321"/>
                  </a:lnTo>
                  <a:lnTo>
                    <a:pt x="409" y="315"/>
                  </a:lnTo>
                  <a:lnTo>
                    <a:pt x="407" y="307"/>
                  </a:lnTo>
                  <a:lnTo>
                    <a:pt x="403" y="294"/>
                  </a:lnTo>
                  <a:lnTo>
                    <a:pt x="400" y="288"/>
                  </a:lnTo>
                  <a:lnTo>
                    <a:pt x="398" y="282"/>
                  </a:lnTo>
                  <a:lnTo>
                    <a:pt x="395" y="276"/>
                  </a:lnTo>
                  <a:lnTo>
                    <a:pt x="392" y="272"/>
                  </a:lnTo>
                  <a:lnTo>
                    <a:pt x="389" y="266"/>
                  </a:lnTo>
                  <a:lnTo>
                    <a:pt x="386" y="262"/>
                  </a:lnTo>
                  <a:lnTo>
                    <a:pt x="379" y="256"/>
                  </a:lnTo>
                  <a:lnTo>
                    <a:pt x="371" y="250"/>
                  </a:lnTo>
                  <a:lnTo>
                    <a:pt x="362" y="246"/>
                  </a:lnTo>
                  <a:lnTo>
                    <a:pt x="353" y="242"/>
                  </a:lnTo>
                  <a:lnTo>
                    <a:pt x="343" y="242"/>
                  </a:lnTo>
                  <a:lnTo>
                    <a:pt x="332" y="242"/>
                  </a:lnTo>
                  <a:lnTo>
                    <a:pt x="328" y="244"/>
                  </a:lnTo>
                  <a:lnTo>
                    <a:pt x="323" y="246"/>
                  </a:lnTo>
                  <a:lnTo>
                    <a:pt x="314" y="250"/>
                  </a:lnTo>
                  <a:lnTo>
                    <a:pt x="307" y="256"/>
                  </a:lnTo>
                  <a:lnTo>
                    <a:pt x="299" y="264"/>
                  </a:lnTo>
                  <a:lnTo>
                    <a:pt x="293" y="274"/>
                  </a:lnTo>
                  <a:lnTo>
                    <a:pt x="287" y="284"/>
                  </a:lnTo>
                  <a:lnTo>
                    <a:pt x="282" y="298"/>
                  </a:lnTo>
                  <a:lnTo>
                    <a:pt x="277" y="311"/>
                  </a:lnTo>
                  <a:lnTo>
                    <a:pt x="275" y="317"/>
                  </a:lnTo>
                  <a:lnTo>
                    <a:pt x="273" y="325"/>
                  </a:lnTo>
                  <a:lnTo>
                    <a:pt x="270" y="343"/>
                  </a:lnTo>
                  <a:lnTo>
                    <a:pt x="268" y="361"/>
                  </a:lnTo>
                  <a:lnTo>
                    <a:pt x="266" y="379"/>
                  </a:lnTo>
                  <a:lnTo>
                    <a:pt x="264" y="399"/>
                  </a:lnTo>
                  <a:lnTo>
                    <a:pt x="263" y="421"/>
                  </a:lnTo>
                  <a:lnTo>
                    <a:pt x="263" y="443"/>
                  </a:lnTo>
                  <a:lnTo>
                    <a:pt x="421" y="447"/>
                  </a:lnTo>
                  <a:lnTo>
                    <a:pt x="421" y="441"/>
                  </a:lnTo>
                  <a:close/>
                  <a:moveTo>
                    <a:pt x="649" y="751"/>
                  </a:moveTo>
                  <a:lnTo>
                    <a:pt x="636" y="753"/>
                  </a:lnTo>
                  <a:lnTo>
                    <a:pt x="622" y="753"/>
                  </a:lnTo>
                  <a:lnTo>
                    <a:pt x="610" y="753"/>
                  </a:lnTo>
                  <a:lnTo>
                    <a:pt x="598" y="749"/>
                  </a:lnTo>
                  <a:lnTo>
                    <a:pt x="593" y="745"/>
                  </a:lnTo>
                  <a:lnTo>
                    <a:pt x="589" y="741"/>
                  </a:lnTo>
                  <a:lnTo>
                    <a:pt x="584" y="737"/>
                  </a:lnTo>
                  <a:lnTo>
                    <a:pt x="581" y="731"/>
                  </a:lnTo>
                  <a:lnTo>
                    <a:pt x="577" y="725"/>
                  </a:lnTo>
                  <a:lnTo>
                    <a:pt x="574" y="717"/>
                  </a:lnTo>
                  <a:lnTo>
                    <a:pt x="571" y="709"/>
                  </a:lnTo>
                  <a:lnTo>
                    <a:pt x="569" y="699"/>
                  </a:lnTo>
                  <a:lnTo>
                    <a:pt x="568" y="687"/>
                  </a:lnTo>
                  <a:lnTo>
                    <a:pt x="566" y="675"/>
                  </a:lnTo>
                  <a:lnTo>
                    <a:pt x="566" y="659"/>
                  </a:lnTo>
                  <a:lnTo>
                    <a:pt x="565" y="645"/>
                  </a:lnTo>
                  <a:lnTo>
                    <a:pt x="565" y="248"/>
                  </a:lnTo>
                  <a:lnTo>
                    <a:pt x="516" y="248"/>
                  </a:lnTo>
                  <a:lnTo>
                    <a:pt x="512" y="248"/>
                  </a:lnTo>
                  <a:lnTo>
                    <a:pt x="510" y="246"/>
                  </a:lnTo>
                  <a:lnTo>
                    <a:pt x="509" y="244"/>
                  </a:lnTo>
                  <a:lnTo>
                    <a:pt x="507" y="240"/>
                  </a:lnTo>
                  <a:lnTo>
                    <a:pt x="506" y="236"/>
                  </a:lnTo>
                  <a:lnTo>
                    <a:pt x="506" y="232"/>
                  </a:lnTo>
                  <a:lnTo>
                    <a:pt x="506" y="222"/>
                  </a:lnTo>
                  <a:lnTo>
                    <a:pt x="506" y="220"/>
                  </a:lnTo>
                  <a:lnTo>
                    <a:pt x="507" y="216"/>
                  </a:lnTo>
                  <a:lnTo>
                    <a:pt x="508" y="214"/>
                  </a:lnTo>
                  <a:lnTo>
                    <a:pt x="509" y="212"/>
                  </a:lnTo>
                  <a:lnTo>
                    <a:pt x="510" y="210"/>
                  </a:lnTo>
                  <a:lnTo>
                    <a:pt x="512" y="208"/>
                  </a:lnTo>
                  <a:lnTo>
                    <a:pt x="516" y="208"/>
                  </a:lnTo>
                  <a:lnTo>
                    <a:pt x="565" y="208"/>
                  </a:lnTo>
                  <a:lnTo>
                    <a:pt x="565" y="104"/>
                  </a:lnTo>
                  <a:lnTo>
                    <a:pt x="566" y="96"/>
                  </a:lnTo>
                  <a:lnTo>
                    <a:pt x="567" y="94"/>
                  </a:lnTo>
                  <a:lnTo>
                    <a:pt x="568" y="90"/>
                  </a:lnTo>
                  <a:lnTo>
                    <a:pt x="569" y="88"/>
                  </a:lnTo>
                  <a:lnTo>
                    <a:pt x="570" y="86"/>
                  </a:lnTo>
                  <a:lnTo>
                    <a:pt x="572" y="86"/>
                  </a:lnTo>
                  <a:lnTo>
                    <a:pt x="574" y="84"/>
                  </a:lnTo>
                  <a:lnTo>
                    <a:pt x="580" y="84"/>
                  </a:lnTo>
                  <a:lnTo>
                    <a:pt x="583" y="86"/>
                  </a:lnTo>
                  <a:lnTo>
                    <a:pt x="585" y="90"/>
                  </a:lnTo>
                  <a:lnTo>
                    <a:pt x="587" y="96"/>
                  </a:lnTo>
                  <a:lnTo>
                    <a:pt x="588" y="104"/>
                  </a:lnTo>
                  <a:lnTo>
                    <a:pt x="588" y="208"/>
                  </a:lnTo>
                  <a:lnTo>
                    <a:pt x="648" y="208"/>
                  </a:lnTo>
                  <a:lnTo>
                    <a:pt x="651" y="208"/>
                  </a:lnTo>
                  <a:lnTo>
                    <a:pt x="653" y="210"/>
                  </a:lnTo>
                  <a:lnTo>
                    <a:pt x="654" y="212"/>
                  </a:lnTo>
                  <a:lnTo>
                    <a:pt x="656" y="216"/>
                  </a:lnTo>
                  <a:lnTo>
                    <a:pt x="657" y="220"/>
                  </a:lnTo>
                  <a:lnTo>
                    <a:pt x="657" y="222"/>
                  </a:lnTo>
                  <a:lnTo>
                    <a:pt x="657" y="232"/>
                  </a:lnTo>
                  <a:lnTo>
                    <a:pt x="657" y="236"/>
                  </a:lnTo>
                  <a:lnTo>
                    <a:pt x="656" y="240"/>
                  </a:lnTo>
                  <a:lnTo>
                    <a:pt x="654" y="244"/>
                  </a:lnTo>
                  <a:lnTo>
                    <a:pt x="653" y="246"/>
                  </a:lnTo>
                  <a:lnTo>
                    <a:pt x="651" y="248"/>
                  </a:lnTo>
                  <a:lnTo>
                    <a:pt x="648" y="248"/>
                  </a:lnTo>
                  <a:lnTo>
                    <a:pt x="588" y="248"/>
                  </a:lnTo>
                  <a:lnTo>
                    <a:pt x="588" y="645"/>
                  </a:lnTo>
                  <a:lnTo>
                    <a:pt x="588" y="665"/>
                  </a:lnTo>
                  <a:lnTo>
                    <a:pt x="590" y="681"/>
                  </a:lnTo>
                  <a:lnTo>
                    <a:pt x="593" y="693"/>
                  </a:lnTo>
                  <a:lnTo>
                    <a:pt x="595" y="697"/>
                  </a:lnTo>
                  <a:lnTo>
                    <a:pt x="597" y="701"/>
                  </a:lnTo>
                  <a:lnTo>
                    <a:pt x="599" y="705"/>
                  </a:lnTo>
                  <a:lnTo>
                    <a:pt x="602" y="707"/>
                  </a:lnTo>
                  <a:lnTo>
                    <a:pt x="605" y="711"/>
                  </a:lnTo>
                  <a:lnTo>
                    <a:pt x="608" y="711"/>
                  </a:lnTo>
                  <a:lnTo>
                    <a:pt x="615" y="713"/>
                  </a:lnTo>
                  <a:lnTo>
                    <a:pt x="622" y="713"/>
                  </a:lnTo>
                  <a:lnTo>
                    <a:pt x="647" y="713"/>
                  </a:lnTo>
                  <a:lnTo>
                    <a:pt x="651" y="715"/>
                  </a:lnTo>
                  <a:lnTo>
                    <a:pt x="655" y="717"/>
                  </a:lnTo>
                  <a:lnTo>
                    <a:pt x="656" y="719"/>
                  </a:lnTo>
                  <a:lnTo>
                    <a:pt x="657" y="723"/>
                  </a:lnTo>
                  <a:lnTo>
                    <a:pt x="657" y="725"/>
                  </a:lnTo>
                  <a:lnTo>
                    <a:pt x="657" y="729"/>
                  </a:lnTo>
                  <a:lnTo>
                    <a:pt x="657" y="737"/>
                  </a:lnTo>
                  <a:lnTo>
                    <a:pt x="655" y="743"/>
                  </a:lnTo>
                  <a:lnTo>
                    <a:pt x="654" y="747"/>
                  </a:lnTo>
                  <a:lnTo>
                    <a:pt x="653" y="747"/>
                  </a:lnTo>
                  <a:lnTo>
                    <a:pt x="649" y="751"/>
                  </a:lnTo>
                  <a:close/>
                  <a:moveTo>
                    <a:pt x="767" y="20"/>
                  </a:moveTo>
                  <a:lnTo>
                    <a:pt x="743" y="192"/>
                  </a:lnTo>
                  <a:lnTo>
                    <a:pt x="742" y="202"/>
                  </a:lnTo>
                  <a:lnTo>
                    <a:pt x="740" y="208"/>
                  </a:lnTo>
                  <a:lnTo>
                    <a:pt x="737" y="210"/>
                  </a:lnTo>
                  <a:lnTo>
                    <a:pt x="734" y="212"/>
                  </a:lnTo>
                  <a:lnTo>
                    <a:pt x="726" y="212"/>
                  </a:lnTo>
                  <a:lnTo>
                    <a:pt x="724" y="210"/>
                  </a:lnTo>
                  <a:lnTo>
                    <a:pt x="722" y="208"/>
                  </a:lnTo>
                  <a:lnTo>
                    <a:pt x="722" y="206"/>
                  </a:lnTo>
                  <a:lnTo>
                    <a:pt x="722" y="202"/>
                  </a:lnTo>
                  <a:lnTo>
                    <a:pt x="722" y="198"/>
                  </a:lnTo>
                  <a:lnTo>
                    <a:pt x="722" y="192"/>
                  </a:lnTo>
                  <a:lnTo>
                    <a:pt x="743" y="20"/>
                  </a:lnTo>
                  <a:lnTo>
                    <a:pt x="744" y="10"/>
                  </a:lnTo>
                  <a:lnTo>
                    <a:pt x="745" y="6"/>
                  </a:lnTo>
                  <a:lnTo>
                    <a:pt x="746" y="4"/>
                  </a:lnTo>
                  <a:lnTo>
                    <a:pt x="749" y="2"/>
                  </a:lnTo>
                  <a:lnTo>
                    <a:pt x="753" y="0"/>
                  </a:lnTo>
                  <a:lnTo>
                    <a:pt x="762" y="0"/>
                  </a:lnTo>
                  <a:lnTo>
                    <a:pt x="765" y="0"/>
                  </a:lnTo>
                  <a:lnTo>
                    <a:pt x="767" y="2"/>
                  </a:lnTo>
                  <a:lnTo>
                    <a:pt x="768" y="6"/>
                  </a:lnTo>
                  <a:lnTo>
                    <a:pt x="768" y="12"/>
                  </a:lnTo>
                  <a:lnTo>
                    <a:pt x="768" y="14"/>
                  </a:lnTo>
                  <a:lnTo>
                    <a:pt x="767" y="20"/>
                  </a:lnTo>
                  <a:close/>
                  <a:moveTo>
                    <a:pt x="898" y="753"/>
                  </a:moveTo>
                  <a:lnTo>
                    <a:pt x="879" y="753"/>
                  </a:lnTo>
                  <a:lnTo>
                    <a:pt x="859" y="749"/>
                  </a:lnTo>
                  <a:lnTo>
                    <a:pt x="841" y="745"/>
                  </a:lnTo>
                  <a:lnTo>
                    <a:pt x="825" y="739"/>
                  </a:lnTo>
                  <a:lnTo>
                    <a:pt x="820" y="737"/>
                  </a:lnTo>
                  <a:lnTo>
                    <a:pt x="818" y="735"/>
                  </a:lnTo>
                  <a:lnTo>
                    <a:pt x="817" y="735"/>
                  </a:lnTo>
                  <a:lnTo>
                    <a:pt x="815" y="733"/>
                  </a:lnTo>
                  <a:lnTo>
                    <a:pt x="814" y="729"/>
                  </a:lnTo>
                  <a:lnTo>
                    <a:pt x="814" y="727"/>
                  </a:lnTo>
                  <a:lnTo>
                    <a:pt x="814" y="723"/>
                  </a:lnTo>
                  <a:lnTo>
                    <a:pt x="814" y="711"/>
                  </a:lnTo>
                  <a:lnTo>
                    <a:pt x="814" y="707"/>
                  </a:lnTo>
                  <a:lnTo>
                    <a:pt x="814" y="705"/>
                  </a:lnTo>
                  <a:lnTo>
                    <a:pt x="816" y="701"/>
                  </a:lnTo>
                  <a:lnTo>
                    <a:pt x="817" y="699"/>
                  </a:lnTo>
                  <a:lnTo>
                    <a:pt x="819" y="699"/>
                  </a:lnTo>
                  <a:lnTo>
                    <a:pt x="820" y="697"/>
                  </a:lnTo>
                  <a:lnTo>
                    <a:pt x="822" y="697"/>
                  </a:lnTo>
                  <a:lnTo>
                    <a:pt x="825" y="697"/>
                  </a:lnTo>
                  <a:lnTo>
                    <a:pt x="844" y="703"/>
                  </a:lnTo>
                  <a:lnTo>
                    <a:pt x="863" y="709"/>
                  </a:lnTo>
                  <a:lnTo>
                    <a:pt x="873" y="711"/>
                  </a:lnTo>
                  <a:lnTo>
                    <a:pt x="882" y="713"/>
                  </a:lnTo>
                  <a:lnTo>
                    <a:pt x="899" y="713"/>
                  </a:lnTo>
                  <a:lnTo>
                    <a:pt x="912" y="713"/>
                  </a:lnTo>
                  <a:lnTo>
                    <a:pt x="918" y="711"/>
                  </a:lnTo>
                  <a:lnTo>
                    <a:pt x="924" y="709"/>
                  </a:lnTo>
                  <a:lnTo>
                    <a:pt x="930" y="707"/>
                  </a:lnTo>
                  <a:lnTo>
                    <a:pt x="935" y="703"/>
                  </a:lnTo>
                  <a:lnTo>
                    <a:pt x="940" y="699"/>
                  </a:lnTo>
                  <a:lnTo>
                    <a:pt x="944" y="695"/>
                  </a:lnTo>
                  <a:lnTo>
                    <a:pt x="948" y="689"/>
                  </a:lnTo>
                  <a:lnTo>
                    <a:pt x="952" y="681"/>
                  </a:lnTo>
                  <a:lnTo>
                    <a:pt x="955" y="673"/>
                  </a:lnTo>
                  <a:lnTo>
                    <a:pt x="958" y="663"/>
                  </a:lnTo>
                  <a:lnTo>
                    <a:pt x="960" y="653"/>
                  </a:lnTo>
                  <a:lnTo>
                    <a:pt x="961" y="641"/>
                  </a:lnTo>
                  <a:lnTo>
                    <a:pt x="962" y="627"/>
                  </a:lnTo>
                  <a:lnTo>
                    <a:pt x="963" y="613"/>
                  </a:lnTo>
                  <a:lnTo>
                    <a:pt x="962" y="599"/>
                  </a:lnTo>
                  <a:lnTo>
                    <a:pt x="960" y="585"/>
                  </a:lnTo>
                  <a:lnTo>
                    <a:pt x="959" y="579"/>
                  </a:lnTo>
                  <a:lnTo>
                    <a:pt x="957" y="573"/>
                  </a:lnTo>
                  <a:lnTo>
                    <a:pt x="952" y="561"/>
                  </a:lnTo>
                  <a:lnTo>
                    <a:pt x="949" y="555"/>
                  </a:lnTo>
                  <a:lnTo>
                    <a:pt x="945" y="547"/>
                  </a:lnTo>
                  <a:lnTo>
                    <a:pt x="935" y="535"/>
                  </a:lnTo>
                  <a:lnTo>
                    <a:pt x="924" y="519"/>
                  </a:lnTo>
                  <a:lnTo>
                    <a:pt x="909" y="503"/>
                  </a:lnTo>
                  <a:lnTo>
                    <a:pt x="877" y="469"/>
                  </a:lnTo>
                  <a:lnTo>
                    <a:pt x="864" y="453"/>
                  </a:lnTo>
                  <a:lnTo>
                    <a:pt x="852" y="439"/>
                  </a:lnTo>
                  <a:lnTo>
                    <a:pt x="841" y="423"/>
                  </a:lnTo>
                  <a:lnTo>
                    <a:pt x="839" y="419"/>
                  </a:lnTo>
                  <a:lnTo>
                    <a:pt x="837" y="415"/>
                  </a:lnTo>
                  <a:lnTo>
                    <a:pt x="832" y="407"/>
                  </a:lnTo>
                  <a:lnTo>
                    <a:pt x="829" y="399"/>
                  </a:lnTo>
                  <a:lnTo>
                    <a:pt x="825" y="389"/>
                  </a:lnTo>
                  <a:lnTo>
                    <a:pt x="823" y="381"/>
                  </a:lnTo>
                  <a:lnTo>
                    <a:pt x="820" y="371"/>
                  </a:lnTo>
                  <a:lnTo>
                    <a:pt x="819" y="361"/>
                  </a:lnTo>
                  <a:lnTo>
                    <a:pt x="817" y="349"/>
                  </a:lnTo>
                  <a:lnTo>
                    <a:pt x="816" y="337"/>
                  </a:lnTo>
                  <a:lnTo>
                    <a:pt x="816" y="325"/>
                  </a:lnTo>
                  <a:lnTo>
                    <a:pt x="817" y="309"/>
                  </a:lnTo>
                  <a:lnTo>
                    <a:pt x="818" y="294"/>
                  </a:lnTo>
                  <a:lnTo>
                    <a:pt x="820" y="280"/>
                  </a:lnTo>
                  <a:lnTo>
                    <a:pt x="823" y="268"/>
                  </a:lnTo>
                  <a:lnTo>
                    <a:pt x="826" y="256"/>
                  </a:lnTo>
                  <a:lnTo>
                    <a:pt x="830" y="246"/>
                  </a:lnTo>
                  <a:lnTo>
                    <a:pt x="835" y="238"/>
                  </a:lnTo>
                  <a:lnTo>
                    <a:pt x="840" y="230"/>
                  </a:lnTo>
                  <a:lnTo>
                    <a:pt x="845" y="222"/>
                  </a:lnTo>
                  <a:lnTo>
                    <a:pt x="851" y="216"/>
                  </a:lnTo>
                  <a:lnTo>
                    <a:pt x="858" y="212"/>
                  </a:lnTo>
                  <a:lnTo>
                    <a:pt x="864" y="208"/>
                  </a:lnTo>
                  <a:lnTo>
                    <a:pt x="871" y="206"/>
                  </a:lnTo>
                  <a:lnTo>
                    <a:pt x="878" y="204"/>
                  </a:lnTo>
                  <a:lnTo>
                    <a:pt x="893" y="202"/>
                  </a:lnTo>
                  <a:lnTo>
                    <a:pt x="917" y="204"/>
                  </a:lnTo>
                  <a:lnTo>
                    <a:pt x="936" y="206"/>
                  </a:lnTo>
                  <a:lnTo>
                    <a:pt x="965" y="212"/>
                  </a:lnTo>
                  <a:lnTo>
                    <a:pt x="970" y="214"/>
                  </a:lnTo>
                  <a:lnTo>
                    <a:pt x="973" y="216"/>
                  </a:lnTo>
                  <a:lnTo>
                    <a:pt x="974" y="218"/>
                  </a:lnTo>
                  <a:lnTo>
                    <a:pt x="975" y="220"/>
                  </a:lnTo>
                  <a:lnTo>
                    <a:pt x="976" y="224"/>
                  </a:lnTo>
                  <a:lnTo>
                    <a:pt x="976" y="228"/>
                  </a:lnTo>
                  <a:lnTo>
                    <a:pt x="976" y="236"/>
                  </a:lnTo>
                  <a:lnTo>
                    <a:pt x="975" y="246"/>
                  </a:lnTo>
                  <a:lnTo>
                    <a:pt x="973" y="252"/>
                  </a:lnTo>
                  <a:lnTo>
                    <a:pt x="970" y="254"/>
                  </a:lnTo>
                  <a:lnTo>
                    <a:pt x="965" y="252"/>
                  </a:lnTo>
                  <a:lnTo>
                    <a:pt x="953" y="250"/>
                  </a:lnTo>
                  <a:lnTo>
                    <a:pt x="936" y="246"/>
                  </a:lnTo>
                  <a:lnTo>
                    <a:pt x="926" y="244"/>
                  </a:lnTo>
                  <a:lnTo>
                    <a:pt x="916" y="244"/>
                  </a:lnTo>
                  <a:lnTo>
                    <a:pt x="895" y="242"/>
                  </a:lnTo>
                  <a:lnTo>
                    <a:pt x="883" y="242"/>
                  </a:lnTo>
                  <a:lnTo>
                    <a:pt x="873" y="244"/>
                  </a:lnTo>
                  <a:lnTo>
                    <a:pt x="868" y="246"/>
                  </a:lnTo>
                  <a:lnTo>
                    <a:pt x="863" y="250"/>
                  </a:lnTo>
                  <a:lnTo>
                    <a:pt x="859" y="254"/>
                  </a:lnTo>
                  <a:lnTo>
                    <a:pt x="855" y="258"/>
                  </a:lnTo>
                  <a:lnTo>
                    <a:pt x="851" y="262"/>
                  </a:lnTo>
                  <a:lnTo>
                    <a:pt x="848" y="268"/>
                  </a:lnTo>
                  <a:lnTo>
                    <a:pt x="845" y="276"/>
                  </a:lnTo>
                  <a:lnTo>
                    <a:pt x="844" y="278"/>
                  </a:lnTo>
                  <a:lnTo>
                    <a:pt x="843" y="282"/>
                  </a:lnTo>
                  <a:lnTo>
                    <a:pt x="841" y="292"/>
                  </a:lnTo>
                  <a:lnTo>
                    <a:pt x="839" y="301"/>
                  </a:lnTo>
                  <a:lnTo>
                    <a:pt x="839" y="313"/>
                  </a:lnTo>
                  <a:lnTo>
                    <a:pt x="838" y="325"/>
                  </a:lnTo>
                  <a:lnTo>
                    <a:pt x="838" y="333"/>
                  </a:lnTo>
                  <a:lnTo>
                    <a:pt x="839" y="341"/>
                  </a:lnTo>
                  <a:lnTo>
                    <a:pt x="840" y="349"/>
                  </a:lnTo>
                  <a:lnTo>
                    <a:pt x="842" y="355"/>
                  </a:lnTo>
                  <a:lnTo>
                    <a:pt x="843" y="363"/>
                  </a:lnTo>
                  <a:lnTo>
                    <a:pt x="846" y="369"/>
                  </a:lnTo>
                  <a:lnTo>
                    <a:pt x="848" y="375"/>
                  </a:lnTo>
                  <a:lnTo>
                    <a:pt x="851" y="381"/>
                  </a:lnTo>
                  <a:lnTo>
                    <a:pt x="858" y="393"/>
                  </a:lnTo>
                  <a:lnTo>
                    <a:pt x="867" y="405"/>
                  </a:lnTo>
                  <a:lnTo>
                    <a:pt x="876" y="417"/>
                  </a:lnTo>
                  <a:lnTo>
                    <a:pt x="887" y="431"/>
                  </a:lnTo>
                  <a:lnTo>
                    <a:pt x="921" y="467"/>
                  </a:lnTo>
                  <a:lnTo>
                    <a:pt x="936" y="485"/>
                  </a:lnTo>
                  <a:lnTo>
                    <a:pt x="948" y="501"/>
                  </a:lnTo>
                  <a:lnTo>
                    <a:pt x="954" y="509"/>
                  </a:lnTo>
                  <a:lnTo>
                    <a:pt x="959" y="517"/>
                  </a:lnTo>
                  <a:lnTo>
                    <a:pt x="968" y="533"/>
                  </a:lnTo>
                  <a:lnTo>
                    <a:pt x="972" y="541"/>
                  </a:lnTo>
                  <a:lnTo>
                    <a:pt x="976" y="551"/>
                  </a:lnTo>
                  <a:lnTo>
                    <a:pt x="978" y="559"/>
                  </a:lnTo>
                  <a:lnTo>
                    <a:pt x="981" y="569"/>
                  </a:lnTo>
                  <a:lnTo>
                    <a:pt x="982" y="579"/>
                  </a:lnTo>
                  <a:lnTo>
                    <a:pt x="984" y="589"/>
                  </a:lnTo>
                  <a:lnTo>
                    <a:pt x="985" y="601"/>
                  </a:lnTo>
                  <a:lnTo>
                    <a:pt x="985" y="613"/>
                  </a:lnTo>
                  <a:lnTo>
                    <a:pt x="984" y="633"/>
                  </a:lnTo>
                  <a:lnTo>
                    <a:pt x="983" y="651"/>
                  </a:lnTo>
                  <a:lnTo>
                    <a:pt x="982" y="659"/>
                  </a:lnTo>
                  <a:lnTo>
                    <a:pt x="981" y="667"/>
                  </a:lnTo>
                  <a:lnTo>
                    <a:pt x="979" y="673"/>
                  </a:lnTo>
                  <a:lnTo>
                    <a:pt x="978" y="681"/>
                  </a:lnTo>
                  <a:lnTo>
                    <a:pt x="974" y="693"/>
                  </a:lnTo>
                  <a:lnTo>
                    <a:pt x="972" y="699"/>
                  </a:lnTo>
                  <a:lnTo>
                    <a:pt x="970" y="705"/>
                  </a:lnTo>
                  <a:lnTo>
                    <a:pt x="964" y="715"/>
                  </a:lnTo>
                  <a:lnTo>
                    <a:pt x="959" y="723"/>
                  </a:lnTo>
                  <a:lnTo>
                    <a:pt x="953" y="731"/>
                  </a:lnTo>
                  <a:lnTo>
                    <a:pt x="946" y="737"/>
                  </a:lnTo>
                  <a:lnTo>
                    <a:pt x="939" y="743"/>
                  </a:lnTo>
                  <a:lnTo>
                    <a:pt x="931" y="747"/>
                  </a:lnTo>
                  <a:lnTo>
                    <a:pt x="923" y="749"/>
                  </a:lnTo>
                  <a:lnTo>
                    <a:pt x="915" y="751"/>
                  </a:lnTo>
                  <a:lnTo>
                    <a:pt x="906" y="753"/>
                  </a:lnTo>
                  <a:lnTo>
                    <a:pt x="898" y="753"/>
                  </a:lnTo>
                  <a:close/>
                  <a:moveTo>
                    <a:pt x="1357" y="745"/>
                  </a:moveTo>
                  <a:lnTo>
                    <a:pt x="1341" y="747"/>
                  </a:lnTo>
                  <a:lnTo>
                    <a:pt x="1324" y="751"/>
                  </a:lnTo>
                  <a:lnTo>
                    <a:pt x="1309" y="753"/>
                  </a:lnTo>
                  <a:lnTo>
                    <a:pt x="1296" y="753"/>
                  </a:lnTo>
                  <a:lnTo>
                    <a:pt x="1283" y="751"/>
                  </a:lnTo>
                  <a:lnTo>
                    <a:pt x="1277" y="751"/>
                  </a:lnTo>
                  <a:lnTo>
                    <a:pt x="1271" y="749"/>
                  </a:lnTo>
                  <a:lnTo>
                    <a:pt x="1265" y="745"/>
                  </a:lnTo>
                  <a:lnTo>
                    <a:pt x="1260" y="743"/>
                  </a:lnTo>
                  <a:lnTo>
                    <a:pt x="1255" y="739"/>
                  </a:lnTo>
                  <a:lnTo>
                    <a:pt x="1250" y="733"/>
                  </a:lnTo>
                  <a:lnTo>
                    <a:pt x="1245" y="729"/>
                  </a:lnTo>
                  <a:lnTo>
                    <a:pt x="1241" y="723"/>
                  </a:lnTo>
                  <a:lnTo>
                    <a:pt x="1233" y="711"/>
                  </a:lnTo>
                  <a:lnTo>
                    <a:pt x="1225" y="697"/>
                  </a:lnTo>
                  <a:lnTo>
                    <a:pt x="1219" y="681"/>
                  </a:lnTo>
                  <a:lnTo>
                    <a:pt x="1213" y="663"/>
                  </a:lnTo>
                  <a:lnTo>
                    <a:pt x="1209" y="645"/>
                  </a:lnTo>
                  <a:lnTo>
                    <a:pt x="1205" y="625"/>
                  </a:lnTo>
                  <a:lnTo>
                    <a:pt x="1202" y="603"/>
                  </a:lnTo>
                  <a:lnTo>
                    <a:pt x="1199" y="581"/>
                  </a:lnTo>
                  <a:lnTo>
                    <a:pt x="1197" y="557"/>
                  </a:lnTo>
                  <a:lnTo>
                    <a:pt x="1196" y="535"/>
                  </a:lnTo>
                  <a:lnTo>
                    <a:pt x="1196" y="509"/>
                  </a:lnTo>
                  <a:lnTo>
                    <a:pt x="1196" y="443"/>
                  </a:lnTo>
                  <a:lnTo>
                    <a:pt x="1196" y="417"/>
                  </a:lnTo>
                  <a:lnTo>
                    <a:pt x="1197" y="393"/>
                  </a:lnTo>
                  <a:lnTo>
                    <a:pt x="1199" y="371"/>
                  </a:lnTo>
                  <a:lnTo>
                    <a:pt x="1202" y="349"/>
                  </a:lnTo>
                  <a:lnTo>
                    <a:pt x="1205" y="327"/>
                  </a:lnTo>
                  <a:lnTo>
                    <a:pt x="1209" y="307"/>
                  </a:lnTo>
                  <a:lnTo>
                    <a:pt x="1213" y="290"/>
                  </a:lnTo>
                  <a:lnTo>
                    <a:pt x="1219" y="272"/>
                  </a:lnTo>
                  <a:lnTo>
                    <a:pt x="1222" y="264"/>
                  </a:lnTo>
                  <a:lnTo>
                    <a:pt x="1225" y="258"/>
                  </a:lnTo>
                  <a:lnTo>
                    <a:pt x="1233" y="244"/>
                  </a:lnTo>
                  <a:lnTo>
                    <a:pt x="1237" y="238"/>
                  </a:lnTo>
                  <a:lnTo>
                    <a:pt x="1241" y="232"/>
                  </a:lnTo>
                  <a:lnTo>
                    <a:pt x="1250" y="222"/>
                  </a:lnTo>
                  <a:lnTo>
                    <a:pt x="1260" y="214"/>
                  </a:lnTo>
                  <a:lnTo>
                    <a:pt x="1265" y="210"/>
                  </a:lnTo>
                  <a:lnTo>
                    <a:pt x="1271" y="208"/>
                  </a:lnTo>
                  <a:lnTo>
                    <a:pt x="1277" y="206"/>
                  </a:lnTo>
                  <a:lnTo>
                    <a:pt x="1283" y="204"/>
                  </a:lnTo>
                  <a:lnTo>
                    <a:pt x="1289" y="202"/>
                  </a:lnTo>
                  <a:lnTo>
                    <a:pt x="1296" y="202"/>
                  </a:lnTo>
                  <a:lnTo>
                    <a:pt x="1309" y="204"/>
                  </a:lnTo>
                  <a:lnTo>
                    <a:pt x="1324" y="206"/>
                  </a:lnTo>
                  <a:lnTo>
                    <a:pt x="1341" y="208"/>
                  </a:lnTo>
                  <a:lnTo>
                    <a:pt x="1357" y="212"/>
                  </a:lnTo>
                  <a:lnTo>
                    <a:pt x="1361" y="214"/>
                  </a:lnTo>
                  <a:lnTo>
                    <a:pt x="1364" y="218"/>
                  </a:lnTo>
                  <a:lnTo>
                    <a:pt x="1365" y="220"/>
                  </a:lnTo>
                  <a:lnTo>
                    <a:pt x="1366" y="222"/>
                  </a:lnTo>
                  <a:lnTo>
                    <a:pt x="1366" y="230"/>
                  </a:lnTo>
                  <a:lnTo>
                    <a:pt x="1366" y="236"/>
                  </a:lnTo>
                  <a:lnTo>
                    <a:pt x="1365" y="240"/>
                  </a:lnTo>
                  <a:lnTo>
                    <a:pt x="1365" y="244"/>
                  </a:lnTo>
                  <a:lnTo>
                    <a:pt x="1363" y="248"/>
                  </a:lnTo>
                  <a:lnTo>
                    <a:pt x="1362" y="250"/>
                  </a:lnTo>
                  <a:lnTo>
                    <a:pt x="1360" y="250"/>
                  </a:lnTo>
                  <a:lnTo>
                    <a:pt x="1356" y="250"/>
                  </a:lnTo>
                  <a:lnTo>
                    <a:pt x="1339" y="246"/>
                  </a:lnTo>
                  <a:lnTo>
                    <a:pt x="1323" y="244"/>
                  </a:lnTo>
                  <a:lnTo>
                    <a:pt x="1309" y="242"/>
                  </a:lnTo>
                  <a:lnTo>
                    <a:pt x="1296" y="242"/>
                  </a:lnTo>
                  <a:lnTo>
                    <a:pt x="1285" y="242"/>
                  </a:lnTo>
                  <a:lnTo>
                    <a:pt x="1276" y="246"/>
                  </a:lnTo>
                  <a:lnTo>
                    <a:pt x="1272" y="248"/>
                  </a:lnTo>
                  <a:lnTo>
                    <a:pt x="1267" y="250"/>
                  </a:lnTo>
                  <a:lnTo>
                    <a:pt x="1259" y="256"/>
                  </a:lnTo>
                  <a:lnTo>
                    <a:pt x="1252" y="264"/>
                  </a:lnTo>
                  <a:lnTo>
                    <a:pt x="1246" y="274"/>
                  </a:lnTo>
                  <a:lnTo>
                    <a:pt x="1240" y="284"/>
                  </a:lnTo>
                  <a:lnTo>
                    <a:pt x="1236" y="296"/>
                  </a:lnTo>
                  <a:lnTo>
                    <a:pt x="1231" y="309"/>
                  </a:lnTo>
                  <a:lnTo>
                    <a:pt x="1228" y="325"/>
                  </a:lnTo>
                  <a:lnTo>
                    <a:pt x="1225" y="341"/>
                  </a:lnTo>
                  <a:lnTo>
                    <a:pt x="1222" y="359"/>
                  </a:lnTo>
                  <a:lnTo>
                    <a:pt x="1221" y="379"/>
                  </a:lnTo>
                  <a:lnTo>
                    <a:pt x="1219" y="399"/>
                  </a:lnTo>
                  <a:lnTo>
                    <a:pt x="1219" y="419"/>
                  </a:lnTo>
                  <a:lnTo>
                    <a:pt x="1218" y="443"/>
                  </a:lnTo>
                  <a:lnTo>
                    <a:pt x="1218" y="509"/>
                  </a:lnTo>
                  <a:lnTo>
                    <a:pt x="1219" y="531"/>
                  </a:lnTo>
                  <a:lnTo>
                    <a:pt x="1219" y="553"/>
                  </a:lnTo>
                  <a:lnTo>
                    <a:pt x="1221" y="573"/>
                  </a:lnTo>
                  <a:lnTo>
                    <a:pt x="1222" y="593"/>
                  </a:lnTo>
                  <a:lnTo>
                    <a:pt x="1225" y="611"/>
                  </a:lnTo>
                  <a:lnTo>
                    <a:pt x="1228" y="627"/>
                  </a:lnTo>
                  <a:lnTo>
                    <a:pt x="1231" y="643"/>
                  </a:lnTo>
                  <a:lnTo>
                    <a:pt x="1236" y="657"/>
                  </a:lnTo>
                  <a:lnTo>
                    <a:pt x="1240" y="671"/>
                  </a:lnTo>
                  <a:lnTo>
                    <a:pt x="1246" y="681"/>
                  </a:lnTo>
                  <a:lnTo>
                    <a:pt x="1252" y="691"/>
                  </a:lnTo>
                  <a:lnTo>
                    <a:pt x="1259" y="699"/>
                  </a:lnTo>
                  <a:lnTo>
                    <a:pt x="1267" y="705"/>
                  </a:lnTo>
                  <a:lnTo>
                    <a:pt x="1272" y="709"/>
                  </a:lnTo>
                  <a:lnTo>
                    <a:pt x="1276" y="711"/>
                  </a:lnTo>
                  <a:lnTo>
                    <a:pt x="1285" y="713"/>
                  </a:lnTo>
                  <a:lnTo>
                    <a:pt x="1296" y="713"/>
                  </a:lnTo>
                  <a:lnTo>
                    <a:pt x="1309" y="713"/>
                  </a:lnTo>
                  <a:lnTo>
                    <a:pt x="1323" y="711"/>
                  </a:lnTo>
                  <a:lnTo>
                    <a:pt x="1339" y="709"/>
                  </a:lnTo>
                  <a:lnTo>
                    <a:pt x="1356" y="705"/>
                  </a:lnTo>
                  <a:lnTo>
                    <a:pt x="1360" y="705"/>
                  </a:lnTo>
                  <a:lnTo>
                    <a:pt x="1362" y="705"/>
                  </a:lnTo>
                  <a:lnTo>
                    <a:pt x="1363" y="707"/>
                  </a:lnTo>
                  <a:lnTo>
                    <a:pt x="1365" y="709"/>
                  </a:lnTo>
                  <a:lnTo>
                    <a:pt x="1365" y="711"/>
                  </a:lnTo>
                  <a:lnTo>
                    <a:pt x="1366" y="715"/>
                  </a:lnTo>
                  <a:lnTo>
                    <a:pt x="1366" y="719"/>
                  </a:lnTo>
                  <a:lnTo>
                    <a:pt x="1366" y="731"/>
                  </a:lnTo>
                  <a:lnTo>
                    <a:pt x="1365" y="735"/>
                  </a:lnTo>
                  <a:lnTo>
                    <a:pt x="1364" y="737"/>
                  </a:lnTo>
                  <a:lnTo>
                    <a:pt x="1363" y="741"/>
                  </a:lnTo>
                  <a:lnTo>
                    <a:pt x="1361" y="741"/>
                  </a:lnTo>
                  <a:lnTo>
                    <a:pt x="1357" y="745"/>
                  </a:lnTo>
                  <a:close/>
                  <a:moveTo>
                    <a:pt x="1467" y="753"/>
                  </a:moveTo>
                  <a:lnTo>
                    <a:pt x="1462" y="753"/>
                  </a:lnTo>
                  <a:lnTo>
                    <a:pt x="1458" y="751"/>
                  </a:lnTo>
                  <a:lnTo>
                    <a:pt x="1456" y="747"/>
                  </a:lnTo>
                  <a:lnTo>
                    <a:pt x="1454" y="741"/>
                  </a:lnTo>
                  <a:lnTo>
                    <a:pt x="1453" y="735"/>
                  </a:lnTo>
                  <a:lnTo>
                    <a:pt x="1453" y="20"/>
                  </a:lnTo>
                  <a:lnTo>
                    <a:pt x="1454" y="16"/>
                  </a:lnTo>
                  <a:lnTo>
                    <a:pt x="1454" y="12"/>
                  </a:lnTo>
                  <a:lnTo>
                    <a:pt x="1456" y="6"/>
                  </a:lnTo>
                  <a:lnTo>
                    <a:pt x="1457" y="4"/>
                  </a:lnTo>
                  <a:lnTo>
                    <a:pt x="1458" y="2"/>
                  </a:lnTo>
                  <a:lnTo>
                    <a:pt x="1462" y="0"/>
                  </a:lnTo>
                  <a:lnTo>
                    <a:pt x="1467" y="0"/>
                  </a:lnTo>
                  <a:lnTo>
                    <a:pt x="1470" y="2"/>
                  </a:lnTo>
                  <a:lnTo>
                    <a:pt x="1473" y="6"/>
                  </a:lnTo>
                  <a:lnTo>
                    <a:pt x="1475" y="12"/>
                  </a:lnTo>
                  <a:lnTo>
                    <a:pt x="1476" y="20"/>
                  </a:lnTo>
                  <a:lnTo>
                    <a:pt x="1476" y="735"/>
                  </a:lnTo>
                  <a:lnTo>
                    <a:pt x="1475" y="737"/>
                  </a:lnTo>
                  <a:lnTo>
                    <a:pt x="1475" y="741"/>
                  </a:lnTo>
                  <a:lnTo>
                    <a:pt x="1473" y="747"/>
                  </a:lnTo>
                  <a:lnTo>
                    <a:pt x="1472" y="749"/>
                  </a:lnTo>
                  <a:lnTo>
                    <a:pt x="1470" y="751"/>
                  </a:lnTo>
                  <a:lnTo>
                    <a:pt x="1467" y="753"/>
                  </a:lnTo>
                  <a:close/>
                  <a:moveTo>
                    <a:pt x="1761" y="487"/>
                  </a:moveTo>
                  <a:lnTo>
                    <a:pt x="1591" y="487"/>
                  </a:lnTo>
                  <a:lnTo>
                    <a:pt x="1591" y="509"/>
                  </a:lnTo>
                  <a:lnTo>
                    <a:pt x="1591" y="539"/>
                  </a:lnTo>
                  <a:lnTo>
                    <a:pt x="1592" y="553"/>
                  </a:lnTo>
                  <a:lnTo>
                    <a:pt x="1593" y="565"/>
                  </a:lnTo>
                  <a:lnTo>
                    <a:pt x="1594" y="579"/>
                  </a:lnTo>
                  <a:lnTo>
                    <a:pt x="1595" y="591"/>
                  </a:lnTo>
                  <a:lnTo>
                    <a:pt x="1598" y="613"/>
                  </a:lnTo>
                  <a:lnTo>
                    <a:pt x="1602" y="631"/>
                  </a:lnTo>
                  <a:lnTo>
                    <a:pt x="1606" y="647"/>
                  </a:lnTo>
                  <a:lnTo>
                    <a:pt x="1612" y="663"/>
                  </a:lnTo>
                  <a:lnTo>
                    <a:pt x="1614" y="669"/>
                  </a:lnTo>
                  <a:lnTo>
                    <a:pt x="1617" y="675"/>
                  </a:lnTo>
                  <a:lnTo>
                    <a:pt x="1621" y="681"/>
                  </a:lnTo>
                  <a:lnTo>
                    <a:pt x="1624" y="685"/>
                  </a:lnTo>
                  <a:lnTo>
                    <a:pt x="1631" y="693"/>
                  </a:lnTo>
                  <a:lnTo>
                    <a:pt x="1638" y="701"/>
                  </a:lnTo>
                  <a:lnTo>
                    <a:pt x="1646" y="705"/>
                  </a:lnTo>
                  <a:lnTo>
                    <a:pt x="1655" y="709"/>
                  </a:lnTo>
                  <a:lnTo>
                    <a:pt x="1664" y="713"/>
                  </a:lnTo>
                  <a:lnTo>
                    <a:pt x="1673" y="713"/>
                  </a:lnTo>
                  <a:lnTo>
                    <a:pt x="1682" y="713"/>
                  </a:lnTo>
                  <a:lnTo>
                    <a:pt x="1699" y="713"/>
                  </a:lnTo>
                  <a:lnTo>
                    <a:pt x="1718" y="709"/>
                  </a:lnTo>
                  <a:lnTo>
                    <a:pt x="1737" y="703"/>
                  </a:lnTo>
                  <a:lnTo>
                    <a:pt x="1756" y="697"/>
                  </a:lnTo>
                  <a:lnTo>
                    <a:pt x="1758" y="697"/>
                  </a:lnTo>
                  <a:lnTo>
                    <a:pt x="1760" y="697"/>
                  </a:lnTo>
                  <a:lnTo>
                    <a:pt x="1764" y="697"/>
                  </a:lnTo>
                  <a:lnTo>
                    <a:pt x="1765" y="699"/>
                  </a:lnTo>
                  <a:lnTo>
                    <a:pt x="1766" y="703"/>
                  </a:lnTo>
                  <a:lnTo>
                    <a:pt x="1767" y="705"/>
                  </a:lnTo>
                  <a:lnTo>
                    <a:pt x="1767" y="709"/>
                  </a:lnTo>
                  <a:lnTo>
                    <a:pt x="1767" y="721"/>
                  </a:lnTo>
                  <a:lnTo>
                    <a:pt x="1766" y="725"/>
                  </a:lnTo>
                  <a:lnTo>
                    <a:pt x="1765" y="729"/>
                  </a:lnTo>
                  <a:lnTo>
                    <a:pt x="1764" y="731"/>
                  </a:lnTo>
                  <a:lnTo>
                    <a:pt x="1762" y="733"/>
                  </a:lnTo>
                  <a:lnTo>
                    <a:pt x="1757" y="737"/>
                  </a:lnTo>
                  <a:lnTo>
                    <a:pt x="1739" y="743"/>
                  </a:lnTo>
                  <a:lnTo>
                    <a:pt x="1719" y="749"/>
                  </a:lnTo>
                  <a:lnTo>
                    <a:pt x="1700" y="751"/>
                  </a:lnTo>
                  <a:lnTo>
                    <a:pt x="1682" y="753"/>
                  </a:lnTo>
                  <a:lnTo>
                    <a:pt x="1670" y="753"/>
                  </a:lnTo>
                  <a:lnTo>
                    <a:pt x="1659" y="751"/>
                  </a:lnTo>
                  <a:lnTo>
                    <a:pt x="1648" y="747"/>
                  </a:lnTo>
                  <a:lnTo>
                    <a:pt x="1638" y="741"/>
                  </a:lnTo>
                  <a:lnTo>
                    <a:pt x="1628" y="735"/>
                  </a:lnTo>
                  <a:lnTo>
                    <a:pt x="1623" y="731"/>
                  </a:lnTo>
                  <a:lnTo>
                    <a:pt x="1619" y="727"/>
                  </a:lnTo>
                  <a:lnTo>
                    <a:pt x="1610" y="715"/>
                  </a:lnTo>
                  <a:lnTo>
                    <a:pt x="1602" y="703"/>
                  </a:lnTo>
                  <a:lnTo>
                    <a:pt x="1598" y="695"/>
                  </a:lnTo>
                  <a:lnTo>
                    <a:pt x="1595" y="687"/>
                  </a:lnTo>
                  <a:lnTo>
                    <a:pt x="1588" y="669"/>
                  </a:lnTo>
                  <a:lnTo>
                    <a:pt x="1582" y="649"/>
                  </a:lnTo>
                  <a:lnTo>
                    <a:pt x="1578" y="627"/>
                  </a:lnTo>
                  <a:lnTo>
                    <a:pt x="1575" y="615"/>
                  </a:lnTo>
                  <a:lnTo>
                    <a:pt x="1574" y="601"/>
                  </a:lnTo>
                  <a:lnTo>
                    <a:pt x="1571" y="573"/>
                  </a:lnTo>
                  <a:lnTo>
                    <a:pt x="1569" y="543"/>
                  </a:lnTo>
                  <a:lnTo>
                    <a:pt x="1569" y="527"/>
                  </a:lnTo>
                  <a:lnTo>
                    <a:pt x="1569" y="509"/>
                  </a:lnTo>
                  <a:lnTo>
                    <a:pt x="1569" y="443"/>
                  </a:lnTo>
                  <a:lnTo>
                    <a:pt x="1569" y="417"/>
                  </a:lnTo>
                  <a:lnTo>
                    <a:pt x="1570" y="391"/>
                  </a:lnTo>
                  <a:lnTo>
                    <a:pt x="1572" y="369"/>
                  </a:lnTo>
                  <a:lnTo>
                    <a:pt x="1575" y="345"/>
                  </a:lnTo>
                  <a:lnTo>
                    <a:pt x="1577" y="335"/>
                  </a:lnTo>
                  <a:lnTo>
                    <a:pt x="1579" y="325"/>
                  </a:lnTo>
                  <a:lnTo>
                    <a:pt x="1581" y="315"/>
                  </a:lnTo>
                  <a:lnTo>
                    <a:pt x="1583" y="305"/>
                  </a:lnTo>
                  <a:lnTo>
                    <a:pt x="1586" y="296"/>
                  </a:lnTo>
                  <a:lnTo>
                    <a:pt x="1589" y="288"/>
                  </a:lnTo>
                  <a:lnTo>
                    <a:pt x="1595" y="270"/>
                  </a:lnTo>
                  <a:lnTo>
                    <a:pt x="1601" y="256"/>
                  </a:lnTo>
                  <a:lnTo>
                    <a:pt x="1609" y="242"/>
                  </a:lnTo>
                  <a:lnTo>
                    <a:pt x="1617" y="230"/>
                  </a:lnTo>
                  <a:lnTo>
                    <a:pt x="1626" y="220"/>
                  </a:lnTo>
                  <a:lnTo>
                    <a:pt x="1636" y="212"/>
                  </a:lnTo>
                  <a:lnTo>
                    <a:pt x="1647" y="208"/>
                  </a:lnTo>
                  <a:lnTo>
                    <a:pt x="1658" y="204"/>
                  </a:lnTo>
                  <a:lnTo>
                    <a:pt x="1664" y="202"/>
                  </a:lnTo>
                  <a:lnTo>
                    <a:pt x="1670" y="202"/>
                  </a:lnTo>
                  <a:lnTo>
                    <a:pt x="1683" y="204"/>
                  </a:lnTo>
                  <a:lnTo>
                    <a:pt x="1689" y="204"/>
                  </a:lnTo>
                  <a:lnTo>
                    <a:pt x="1695" y="206"/>
                  </a:lnTo>
                  <a:lnTo>
                    <a:pt x="1705" y="212"/>
                  </a:lnTo>
                  <a:lnTo>
                    <a:pt x="1710" y="216"/>
                  </a:lnTo>
                  <a:lnTo>
                    <a:pt x="1715" y="220"/>
                  </a:lnTo>
                  <a:lnTo>
                    <a:pt x="1724" y="230"/>
                  </a:lnTo>
                  <a:lnTo>
                    <a:pt x="1733" y="240"/>
                  </a:lnTo>
                  <a:lnTo>
                    <a:pt x="1740" y="254"/>
                  </a:lnTo>
                  <a:lnTo>
                    <a:pt x="1743" y="260"/>
                  </a:lnTo>
                  <a:lnTo>
                    <a:pt x="1746" y="268"/>
                  </a:lnTo>
                  <a:lnTo>
                    <a:pt x="1752" y="286"/>
                  </a:lnTo>
                  <a:lnTo>
                    <a:pt x="1757" y="303"/>
                  </a:lnTo>
                  <a:lnTo>
                    <a:pt x="1761" y="323"/>
                  </a:lnTo>
                  <a:lnTo>
                    <a:pt x="1765" y="343"/>
                  </a:lnTo>
                  <a:lnTo>
                    <a:pt x="1767" y="365"/>
                  </a:lnTo>
                  <a:lnTo>
                    <a:pt x="1769" y="389"/>
                  </a:lnTo>
                  <a:lnTo>
                    <a:pt x="1770" y="415"/>
                  </a:lnTo>
                  <a:lnTo>
                    <a:pt x="1770" y="441"/>
                  </a:lnTo>
                  <a:lnTo>
                    <a:pt x="1770" y="469"/>
                  </a:lnTo>
                  <a:lnTo>
                    <a:pt x="1770" y="473"/>
                  </a:lnTo>
                  <a:lnTo>
                    <a:pt x="1770" y="475"/>
                  </a:lnTo>
                  <a:lnTo>
                    <a:pt x="1768" y="483"/>
                  </a:lnTo>
                  <a:lnTo>
                    <a:pt x="1765" y="487"/>
                  </a:lnTo>
                  <a:lnTo>
                    <a:pt x="1761" y="487"/>
                  </a:lnTo>
                  <a:close/>
                  <a:moveTo>
                    <a:pt x="1748" y="441"/>
                  </a:moveTo>
                  <a:lnTo>
                    <a:pt x="1748" y="417"/>
                  </a:lnTo>
                  <a:lnTo>
                    <a:pt x="1747" y="397"/>
                  </a:lnTo>
                  <a:lnTo>
                    <a:pt x="1746" y="375"/>
                  </a:lnTo>
                  <a:lnTo>
                    <a:pt x="1744" y="357"/>
                  </a:lnTo>
                  <a:lnTo>
                    <a:pt x="1742" y="339"/>
                  </a:lnTo>
                  <a:lnTo>
                    <a:pt x="1739" y="321"/>
                  </a:lnTo>
                  <a:lnTo>
                    <a:pt x="1737" y="315"/>
                  </a:lnTo>
                  <a:lnTo>
                    <a:pt x="1735" y="307"/>
                  </a:lnTo>
                  <a:lnTo>
                    <a:pt x="1731" y="294"/>
                  </a:lnTo>
                  <a:lnTo>
                    <a:pt x="1728" y="288"/>
                  </a:lnTo>
                  <a:lnTo>
                    <a:pt x="1726" y="282"/>
                  </a:lnTo>
                  <a:lnTo>
                    <a:pt x="1723" y="276"/>
                  </a:lnTo>
                  <a:lnTo>
                    <a:pt x="1720" y="272"/>
                  </a:lnTo>
                  <a:lnTo>
                    <a:pt x="1717" y="266"/>
                  </a:lnTo>
                  <a:lnTo>
                    <a:pt x="1714" y="262"/>
                  </a:lnTo>
                  <a:lnTo>
                    <a:pt x="1706" y="256"/>
                  </a:lnTo>
                  <a:lnTo>
                    <a:pt x="1699" y="250"/>
                  </a:lnTo>
                  <a:lnTo>
                    <a:pt x="1690" y="246"/>
                  </a:lnTo>
                  <a:lnTo>
                    <a:pt x="1681" y="242"/>
                  </a:lnTo>
                  <a:lnTo>
                    <a:pt x="1670" y="242"/>
                  </a:lnTo>
                  <a:lnTo>
                    <a:pt x="1660" y="242"/>
                  </a:lnTo>
                  <a:lnTo>
                    <a:pt x="1655" y="244"/>
                  </a:lnTo>
                  <a:lnTo>
                    <a:pt x="1651" y="246"/>
                  </a:lnTo>
                  <a:lnTo>
                    <a:pt x="1642" y="250"/>
                  </a:lnTo>
                  <a:lnTo>
                    <a:pt x="1634" y="256"/>
                  </a:lnTo>
                  <a:lnTo>
                    <a:pt x="1627" y="264"/>
                  </a:lnTo>
                  <a:lnTo>
                    <a:pt x="1621" y="274"/>
                  </a:lnTo>
                  <a:lnTo>
                    <a:pt x="1615" y="284"/>
                  </a:lnTo>
                  <a:lnTo>
                    <a:pt x="1610" y="298"/>
                  </a:lnTo>
                  <a:lnTo>
                    <a:pt x="1605" y="311"/>
                  </a:lnTo>
                  <a:lnTo>
                    <a:pt x="1603" y="317"/>
                  </a:lnTo>
                  <a:lnTo>
                    <a:pt x="1601" y="325"/>
                  </a:lnTo>
                  <a:lnTo>
                    <a:pt x="1598" y="343"/>
                  </a:lnTo>
                  <a:lnTo>
                    <a:pt x="1595" y="361"/>
                  </a:lnTo>
                  <a:lnTo>
                    <a:pt x="1593" y="379"/>
                  </a:lnTo>
                  <a:lnTo>
                    <a:pt x="1592" y="399"/>
                  </a:lnTo>
                  <a:lnTo>
                    <a:pt x="1591" y="421"/>
                  </a:lnTo>
                  <a:lnTo>
                    <a:pt x="1591" y="443"/>
                  </a:lnTo>
                  <a:lnTo>
                    <a:pt x="1748" y="447"/>
                  </a:lnTo>
                  <a:lnTo>
                    <a:pt x="1748" y="441"/>
                  </a:lnTo>
                  <a:close/>
                  <a:moveTo>
                    <a:pt x="2024" y="747"/>
                  </a:moveTo>
                  <a:lnTo>
                    <a:pt x="2021" y="747"/>
                  </a:lnTo>
                  <a:lnTo>
                    <a:pt x="2019" y="745"/>
                  </a:lnTo>
                  <a:lnTo>
                    <a:pt x="2017" y="743"/>
                  </a:lnTo>
                  <a:lnTo>
                    <a:pt x="2015" y="741"/>
                  </a:lnTo>
                  <a:lnTo>
                    <a:pt x="2013" y="739"/>
                  </a:lnTo>
                  <a:lnTo>
                    <a:pt x="2012" y="735"/>
                  </a:lnTo>
                  <a:lnTo>
                    <a:pt x="2012" y="731"/>
                  </a:lnTo>
                  <a:lnTo>
                    <a:pt x="2012" y="727"/>
                  </a:lnTo>
                  <a:lnTo>
                    <a:pt x="2012" y="701"/>
                  </a:lnTo>
                  <a:lnTo>
                    <a:pt x="2002" y="711"/>
                  </a:lnTo>
                  <a:lnTo>
                    <a:pt x="1992" y="721"/>
                  </a:lnTo>
                  <a:lnTo>
                    <a:pt x="1982" y="731"/>
                  </a:lnTo>
                  <a:lnTo>
                    <a:pt x="1977" y="735"/>
                  </a:lnTo>
                  <a:lnTo>
                    <a:pt x="1971" y="737"/>
                  </a:lnTo>
                  <a:lnTo>
                    <a:pt x="1960" y="745"/>
                  </a:lnTo>
                  <a:lnTo>
                    <a:pt x="1949" y="749"/>
                  </a:lnTo>
                  <a:lnTo>
                    <a:pt x="1943" y="751"/>
                  </a:lnTo>
                  <a:lnTo>
                    <a:pt x="1938" y="753"/>
                  </a:lnTo>
                  <a:lnTo>
                    <a:pt x="1926" y="753"/>
                  </a:lnTo>
                  <a:lnTo>
                    <a:pt x="1919" y="753"/>
                  </a:lnTo>
                  <a:lnTo>
                    <a:pt x="1912" y="751"/>
                  </a:lnTo>
                  <a:lnTo>
                    <a:pt x="1905" y="749"/>
                  </a:lnTo>
                  <a:lnTo>
                    <a:pt x="1898" y="745"/>
                  </a:lnTo>
                  <a:lnTo>
                    <a:pt x="1891" y="741"/>
                  </a:lnTo>
                  <a:lnTo>
                    <a:pt x="1888" y="739"/>
                  </a:lnTo>
                  <a:lnTo>
                    <a:pt x="1885" y="735"/>
                  </a:lnTo>
                  <a:lnTo>
                    <a:pt x="1879" y="727"/>
                  </a:lnTo>
                  <a:lnTo>
                    <a:pt x="1873" y="719"/>
                  </a:lnTo>
                  <a:lnTo>
                    <a:pt x="1868" y="709"/>
                  </a:lnTo>
                  <a:lnTo>
                    <a:pt x="1863" y="697"/>
                  </a:lnTo>
                  <a:lnTo>
                    <a:pt x="1859" y="685"/>
                  </a:lnTo>
                  <a:lnTo>
                    <a:pt x="1856" y="669"/>
                  </a:lnTo>
                  <a:lnTo>
                    <a:pt x="1853" y="653"/>
                  </a:lnTo>
                  <a:lnTo>
                    <a:pt x="1851" y="635"/>
                  </a:lnTo>
                  <a:lnTo>
                    <a:pt x="1849" y="613"/>
                  </a:lnTo>
                  <a:lnTo>
                    <a:pt x="1849" y="591"/>
                  </a:lnTo>
                  <a:lnTo>
                    <a:pt x="1849" y="579"/>
                  </a:lnTo>
                  <a:lnTo>
                    <a:pt x="1849" y="559"/>
                  </a:lnTo>
                  <a:lnTo>
                    <a:pt x="1851" y="541"/>
                  </a:lnTo>
                  <a:lnTo>
                    <a:pt x="1853" y="525"/>
                  </a:lnTo>
                  <a:lnTo>
                    <a:pt x="1854" y="517"/>
                  </a:lnTo>
                  <a:lnTo>
                    <a:pt x="1855" y="511"/>
                  </a:lnTo>
                  <a:lnTo>
                    <a:pt x="1859" y="497"/>
                  </a:lnTo>
                  <a:lnTo>
                    <a:pt x="1864" y="483"/>
                  </a:lnTo>
                  <a:lnTo>
                    <a:pt x="1870" y="471"/>
                  </a:lnTo>
                  <a:lnTo>
                    <a:pt x="1877" y="461"/>
                  </a:lnTo>
                  <a:lnTo>
                    <a:pt x="1885" y="453"/>
                  </a:lnTo>
                  <a:lnTo>
                    <a:pt x="1894" y="445"/>
                  </a:lnTo>
                  <a:lnTo>
                    <a:pt x="1904" y="439"/>
                  </a:lnTo>
                  <a:lnTo>
                    <a:pt x="1915" y="433"/>
                  </a:lnTo>
                  <a:lnTo>
                    <a:pt x="1928" y="429"/>
                  </a:lnTo>
                  <a:lnTo>
                    <a:pt x="1942" y="425"/>
                  </a:lnTo>
                  <a:lnTo>
                    <a:pt x="1957" y="423"/>
                  </a:lnTo>
                  <a:lnTo>
                    <a:pt x="1973" y="423"/>
                  </a:lnTo>
                  <a:lnTo>
                    <a:pt x="2012" y="423"/>
                  </a:lnTo>
                  <a:lnTo>
                    <a:pt x="2012" y="387"/>
                  </a:lnTo>
                  <a:lnTo>
                    <a:pt x="2012" y="367"/>
                  </a:lnTo>
                  <a:lnTo>
                    <a:pt x="2011" y="351"/>
                  </a:lnTo>
                  <a:lnTo>
                    <a:pt x="2010" y="335"/>
                  </a:lnTo>
                  <a:lnTo>
                    <a:pt x="2010" y="327"/>
                  </a:lnTo>
                  <a:lnTo>
                    <a:pt x="2009" y="319"/>
                  </a:lnTo>
                  <a:lnTo>
                    <a:pt x="2007" y="307"/>
                  </a:lnTo>
                  <a:lnTo>
                    <a:pt x="2005" y="296"/>
                  </a:lnTo>
                  <a:lnTo>
                    <a:pt x="2002" y="284"/>
                  </a:lnTo>
                  <a:lnTo>
                    <a:pt x="1999" y="276"/>
                  </a:lnTo>
                  <a:lnTo>
                    <a:pt x="1995" y="268"/>
                  </a:lnTo>
                  <a:lnTo>
                    <a:pt x="1990" y="260"/>
                  </a:lnTo>
                  <a:lnTo>
                    <a:pt x="1985" y="254"/>
                  </a:lnTo>
                  <a:lnTo>
                    <a:pt x="1979" y="250"/>
                  </a:lnTo>
                  <a:lnTo>
                    <a:pt x="1973" y="246"/>
                  </a:lnTo>
                  <a:lnTo>
                    <a:pt x="1965" y="244"/>
                  </a:lnTo>
                  <a:lnTo>
                    <a:pt x="1957" y="242"/>
                  </a:lnTo>
                  <a:lnTo>
                    <a:pt x="1949" y="242"/>
                  </a:lnTo>
                  <a:lnTo>
                    <a:pt x="1927" y="242"/>
                  </a:lnTo>
                  <a:lnTo>
                    <a:pt x="1909" y="244"/>
                  </a:lnTo>
                  <a:lnTo>
                    <a:pt x="1894" y="248"/>
                  </a:lnTo>
                  <a:lnTo>
                    <a:pt x="1877" y="250"/>
                  </a:lnTo>
                  <a:lnTo>
                    <a:pt x="1873" y="250"/>
                  </a:lnTo>
                  <a:lnTo>
                    <a:pt x="1869" y="250"/>
                  </a:lnTo>
                  <a:lnTo>
                    <a:pt x="1868" y="248"/>
                  </a:lnTo>
                  <a:lnTo>
                    <a:pt x="1867" y="246"/>
                  </a:lnTo>
                  <a:lnTo>
                    <a:pt x="1867" y="244"/>
                  </a:lnTo>
                  <a:lnTo>
                    <a:pt x="1866" y="240"/>
                  </a:lnTo>
                  <a:lnTo>
                    <a:pt x="1866" y="236"/>
                  </a:lnTo>
                  <a:lnTo>
                    <a:pt x="1866" y="230"/>
                  </a:lnTo>
                  <a:lnTo>
                    <a:pt x="1866" y="224"/>
                  </a:lnTo>
                  <a:lnTo>
                    <a:pt x="1867" y="220"/>
                  </a:lnTo>
                  <a:lnTo>
                    <a:pt x="1869" y="218"/>
                  </a:lnTo>
                  <a:lnTo>
                    <a:pt x="1870" y="216"/>
                  </a:lnTo>
                  <a:lnTo>
                    <a:pt x="1872" y="214"/>
                  </a:lnTo>
                  <a:lnTo>
                    <a:pt x="1877" y="212"/>
                  </a:lnTo>
                  <a:lnTo>
                    <a:pt x="1893" y="208"/>
                  </a:lnTo>
                  <a:lnTo>
                    <a:pt x="1908" y="206"/>
                  </a:lnTo>
                  <a:lnTo>
                    <a:pt x="1926" y="204"/>
                  </a:lnTo>
                  <a:lnTo>
                    <a:pt x="1949" y="202"/>
                  </a:lnTo>
                  <a:lnTo>
                    <a:pt x="1961" y="204"/>
                  </a:lnTo>
                  <a:lnTo>
                    <a:pt x="1972" y="206"/>
                  </a:lnTo>
                  <a:lnTo>
                    <a:pt x="1977" y="208"/>
                  </a:lnTo>
                  <a:lnTo>
                    <a:pt x="1982" y="210"/>
                  </a:lnTo>
                  <a:lnTo>
                    <a:pt x="1986" y="212"/>
                  </a:lnTo>
                  <a:lnTo>
                    <a:pt x="1991" y="216"/>
                  </a:lnTo>
                  <a:lnTo>
                    <a:pt x="1995" y="220"/>
                  </a:lnTo>
                  <a:lnTo>
                    <a:pt x="1999" y="224"/>
                  </a:lnTo>
                  <a:lnTo>
                    <a:pt x="2002" y="228"/>
                  </a:lnTo>
                  <a:lnTo>
                    <a:pt x="2006" y="232"/>
                  </a:lnTo>
                  <a:lnTo>
                    <a:pt x="2009" y="238"/>
                  </a:lnTo>
                  <a:lnTo>
                    <a:pt x="2012" y="242"/>
                  </a:lnTo>
                  <a:lnTo>
                    <a:pt x="2014" y="248"/>
                  </a:lnTo>
                  <a:lnTo>
                    <a:pt x="2017" y="254"/>
                  </a:lnTo>
                  <a:lnTo>
                    <a:pt x="2021" y="268"/>
                  </a:lnTo>
                  <a:lnTo>
                    <a:pt x="2025" y="282"/>
                  </a:lnTo>
                  <a:lnTo>
                    <a:pt x="2028" y="296"/>
                  </a:lnTo>
                  <a:lnTo>
                    <a:pt x="2029" y="303"/>
                  </a:lnTo>
                  <a:lnTo>
                    <a:pt x="2030" y="311"/>
                  </a:lnTo>
                  <a:lnTo>
                    <a:pt x="2032" y="329"/>
                  </a:lnTo>
                  <a:lnTo>
                    <a:pt x="2033" y="347"/>
                  </a:lnTo>
                  <a:lnTo>
                    <a:pt x="2034" y="367"/>
                  </a:lnTo>
                  <a:lnTo>
                    <a:pt x="2034" y="387"/>
                  </a:lnTo>
                  <a:lnTo>
                    <a:pt x="2034" y="727"/>
                  </a:lnTo>
                  <a:lnTo>
                    <a:pt x="2034" y="731"/>
                  </a:lnTo>
                  <a:lnTo>
                    <a:pt x="2033" y="735"/>
                  </a:lnTo>
                  <a:lnTo>
                    <a:pt x="2032" y="739"/>
                  </a:lnTo>
                  <a:lnTo>
                    <a:pt x="2031" y="741"/>
                  </a:lnTo>
                  <a:lnTo>
                    <a:pt x="2030" y="743"/>
                  </a:lnTo>
                  <a:lnTo>
                    <a:pt x="2028" y="745"/>
                  </a:lnTo>
                  <a:lnTo>
                    <a:pt x="2024" y="747"/>
                  </a:lnTo>
                  <a:close/>
                  <a:moveTo>
                    <a:pt x="2012" y="463"/>
                  </a:moveTo>
                  <a:lnTo>
                    <a:pt x="1973" y="463"/>
                  </a:lnTo>
                  <a:lnTo>
                    <a:pt x="1960" y="463"/>
                  </a:lnTo>
                  <a:lnTo>
                    <a:pt x="1947" y="463"/>
                  </a:lnTo>
                  <a:lnTo>
                    <a:pt x="1936" y="465"/>
                  </a:lnTo>
                  <a:lnTo>
                    <a:pt x="1925" y="469"/>
                  </a:lnTo>
                  <a:lnTo>
                    <a:pt x="1916" y="471"/>
                  </a:lnTo>
                  <a:lnTo>
                    <a:pt x="1908" y="477"/>
                  </a:lnTo>
                  <a:lnTo>
                    <a:pt x="1900" y="481"/>
                  </a:lnTo>
                  <a:lnTo>
                    <a:pt x="1894" y="489"/>
                  </a:lnTo>
                  <a:lnTo>
                    <a:pt x="1888" y="495"/>
                  </a:lnTo>
                  <a:lnTo>
                    <a:pt x="1883" y="503"/>
                  </a:lnTo>
                  <a:lnTo>
                    <a:pt x="1879" y="513"/>
                  </a:lnTo>
                  <a:lnTo>
                    <a:pt x="1876" y="523"/>
                  </a:lnTo>
                  <a:lnTo>
                    <a:pt x="1875" y="529"/>
                  </a:lnTo>
                  <a:lnTo>
                    <a:pt x="1874" y="535"/>
                  </a:lnTo>
                  <a:lnTo>
                    <a:pt x="1872" y="549"/>
                  </a:lnTo>
                  <a:lnTo>
                    <a:pt x="1871" y="563"/>
                  </a:lnTo>
                  <a:lnTo>
                    <a:pt x="1871" y="579"/>
                  </a:lnTo>
                  <a:lnTo>
                    <a:pt x="1871" y="591"/>
                  </a:lnTo>
                  <a:lnTo>
                    <a:pt x="1871" y="607"/>
                  </a:lnTo>
                  <a:lnTo>
                    <a:pt x="1872" y="623"/>
                  </a:lnTo>
                  <a:lnTo>
                    <a:pt x="1874" y="637"/>
                  </a:lnTo>
                  <a:lnTo>
                    <a:pt x="1875" y="649"/>
                  </a:lnTo>
                  <a:lnTo>
                    <a:pt x="1878" y="661"/>
                  </a:lnTo>
                  <a:lnTo>
                    <a:pt x="1881" y="671"/>
                  </a:lnTo>
                  <a:lnTo>
                    <a:pt x="1884" y="679"/>
                  </a:lnTo>
                  <a:lnTo>
                    <a:pt x="1885" y="683"/>
                  </a:lnTo>
                  <a:lnTo>
                    <a:pt x="1887" y="687"/>
                  </a:lnTo>
                  <a:lnTo>
                    <a:pt x="1891" y="695"/>
                  </a:lnTo>
                  <a:lnTo>
                    <a:pt x="1895" y="699"/>
                  </a:lnTo>
                  <a:lnTo>
                    <a:pt x="1900" y="705"/>
                  </a:lnTo>
                  <a:lnTo>
                    <a:pt x="1905" y="707"/>
                  </a:lnTo>
                  <a:lnTo>
                    <a:pt x="1910" y="711"/>
                  </a:lnTo>
                  <a:lnTo>
                    <a:pt x="1915" y="713"/>
                  </a:lnTo>
                  <a:lnTo>
                    <a:pt x="1926" y="713"/>
                  </a:lnTo>
                  <a:lnTo>
                    <a:pt x="1936" y="713"/>
                  </a:lnTo>
                  <a:lnTo>
                    <a:pt x="1947" y="711"/>
                  </a:lnTo>
                  <a:lnTo>
                    <a:pt x="1952" y="709"/>
                  </a:lnTo>
                  <a:lnTo>
                    <a:pt x="1957" y="707"/>
                  </a:lnTo>
                  <a:lnTo>
                    <a:pt x="1967" y="701"/>
                  </a:lnTo>
                  <a:lnTo>
                    <a:pt x="1977" y="695"/>
                  </a:lnTo>
                  <a:lnTo>
                    <a:pt x="1988" y="685"/>
                  </a:lnTo>
                  <a:lnTo>
                    <a:pt x="2000" y="675"/>
                  </a:lnTo>
                  <a:lnTo>
                    <a:pt x="2012" y="663"/>
                  </a:lnTo>
                  <a:lnTo>
                    <a:pt x="2012" y="463"/>
                  </a:lnTo>
                  <a:close/>
                  <a:moveTo>
                    <a:pt x="2313" y="747"/>
                  </a:moveTo>
                  <a:lnTo>
                    <a:pt x="2310" y="747"/>
                  </a:lnTo>
                  <a:lnTo>
                    <a:pt x="2307" y="745"/>
                  </a:lnTo>
                  <a:lnTo>
                    <a:pt x="2303" y="741"/>
                  </a:lnTo>
                  <a:lnTo>
                    <a:pt x="2301" y="735"/>
                  </a:lnTo>
                  <a:lnTo>
                    <a:pt x="2300" y="729"/>
                  </a:lnTo>
                  <a:lnTo>
                    <a:pt x="2300" y="393"/>
                  </a:lnTo>
                  <a:lnTo>
                    <a:pt x="2300" y="373"/>
                  </a:lnTo>
                  <a:lnTo>
                    <a:pt x="2299" y="355"/>
                  </a:lnTo>
                  <a:lnTo>
                    <a:pt x="2297" y="337"/>
                  </a:lnTo>
                  <a:lnTo>
                    <a:pt x="2295" y="321"/>
                  </a:lnTo>
                  <a:lnTo>
                    <a:pt x="2292" y="307"/>
                  </a:lnTo>
                  <a:lnTo>
                    <a:pt x="2288" y="296"/>
                  </a:lnTo>
                  <a:lnTo>
                    <a:pt x="2285" y="284"/>
                  </a:lnTo>
                  <a:lnTo>
                    <a:pt x="2280" y="276"/>
                  </a:lnTo>
                  <a:lnTo>
                    <a:pt x="2275" y="266"/>
                  </a:lnTo>
                  <a:lnTo>
                    <a:pt x="2270" y="260"/>
                  </a:lnTo>
                  <a:lnTo>
                    <a:pt x="2265" y="254"/>
                  </a:lnTo>
                  <a:lnTo>
                    <a:pt x="2259" y="250"/>
                  </a:lnTo>
                  <a:lnTo>
                    <a:pt x="2252" y="246"/>
                  </a:lnTo>
                  <a:lnTo>
                    <a:pt x="2246" y="244"/>
                  </a:lnTo>
                  <a:lnTo>
                    <a:pt x="2239" y="242"/>
                  </a:lnTo>
                  <a:lnTo>
                    <a:pt x="2232" y="242"/>
                  </a:lnTo>
                  <a:lnTo>
                    <a:pt x="2222" y="242"/>
                  </a:lnTo>
                  <a:lnTo>
                    <a:pt x="2212" y="244"/>
                  </a:lnTo>
                  <a:lnTo>
                    <a:pt x="2202" y="248"/>
                  </a:lnTo>
                  <a:lnTo>
                    <a:pt x="2192" y="254"/>
                  </a:lnTo>
                  <a:lnTo>
                    <a:pt x="2182" y="260"/>
                  </a:lnTo>
                  <a:lnTo>
                    <a:pt x="2172" y="266"/>
                  </a:lnTo>
                  <a:lnTo>
                    <a:pt x="2162" y="274"/>
                  </a:lnTo>
                  <a:lnTo>
                    <a:pt x="2152" y="284"/>
                  </a:lnTo>
                  <a:lnTo>
                    <a:pt x="2152" y="729"/>
                  </a:lnTo>
                  <a:lnTo>
                    <a:pt x="2152" y="731"/>
                  </a:lnTo>
                  <a:lnTo>
                    <a:pt x="2152" y="735"/>
                  </a:lnTo>
                  <a:lnTo>
                    <a:pt x="2150" y="741"/>
                  </a:lnTo>
                  <a:lnTo>
                    <a:pt x="2147" y="745"/>
                  </a:lnTo>
                  <a:lnTo>
                    <a:pt x="2142" y="747"/>
                  </a:lnTo>
                  <a:lnTo>
                    <a:pt x="2139" y="747"/>
                  </a:lnTo>
                  <a:lnTo>
                    <a:pt x="2137" y="745"/>
                  </a:lnTo>
                  <a:lnTo>
                    <a:pt x="2133" y="741"/>
                  </a:lnTo>
                  <a:lnTo>
                    <a:pt x="2130" y="735"/>
                  </a:lnTo>
                  <a:lnTo>
                    <a:pt x="2129" y="729"/>
                  </a:lnTo>
                  <a:lnTo>
                    <a:pt x="2129" y="228"/>
                  </a:lnTo>
                  <a:lnTo>
                    <a:pt x="2129" y="224"/>
                  </a:lnTo>
                  <a:lnTo>
                    <a:pt x="2130" y="220"/>
                  </a:lnTo>
                  <a:lnTo>
                    <a:pt x="2132" y="214"/>
                  </a:lnTo>
                  <a:lnTo>
                    <a:pt x="2133" y="210"/>
                  </a:lnTo>
                  <a:lnTo>
                    <a:pt x="2135" y="210"/>
                  </a:lnTo>
                  <a:lnTo>
                    <a:pt x="2136" y="208"/>
                  </a:lnTo>
                  <a:lnTo>
                    <a:pt x="2138" y="208"/>
                  </a:lnTo>
                  <a:lnTo>
                    <a:pt x="2142" y="208"/>
                  </a:lnTo>
                  <a:lnTo>
                    <a:pt x="2144" y="208"/>
                  </a:lnTo>
                  <a:lnTo>
                    <a:pt x="2147" y="210"/>
                  </a:lnTo>
                  <a:lnTo>
                    <a:pt x="2149" y="210"/>
                  </a:lnTo>
                  <a:lnTo>
                    <a:pt x="2150" y="214"/>
                  </a:lnTo>
                  <a:lnTo>
                    <a:pt x="2151" y="216"/>
                  </a:lnTo>
                  <a:lnTo>
                    <a:pt x="2152" y="220"/>
                  </a:lnTo>
                  <a:lnTo>
                    <a:pt x="2152" y="224"/>
                  </a:lnTo>
                  <a:lnTo>
                    <a:pt x="2152" y="228"/>
                  </a:lnTo>
                  <a:lnTo>
                    <a:pt x="2152" y="244"/>
                  </a:lnTo>
                  <a:lnTo>
                    <a:pt x="2162" y="234"/>
                  </a:lnTo>
                  <a:lnTo>
                    <a:pt x="2172" y="226"/>
                  </a:lnTo>
                  <a:lnTo>
                    <a:pt x="2183" y="220"/>
                  </a:lnTo>
                  <a:lnTo>
                    <a:pt x="2193" y="214"/>
                  </a:lnTo>
                  <a:lnTo>
                    <a:pt x="2203" y="208"/>
                  </a:lnTo>
                  <a:lnTo>
                    <a:pt x="2213" y="206"/>
                  </a:lnTo>
                  <a:lnTo>
                    <a:pt x="2224" y="204"/>
                  </a:lnTo>
                  <a:lnTo>
                    <a:pt x="2234" y="202"/>
                  </a:lnTo>
                  <a:lnTo>
                    <a:pt x="2242" y="204"/>
                  </a:lnTo>
                  <a:lnTo>
                    <a:pt x="2251" y="204"/>
                  </a:lnTo>
                  <a:lnTo>
                    <a:pt x="2260" y="208"/>
                  </a:lnTo>
                  <a:lnTo>
                    <a:pt x="2268" y="212"/>
                  </a:lnTo>
                  <a:lnTo>
                    <a:pt x="2275" y="218"/>
                  </a:lnTo>
                  <a:lnTo>
                    <a:pt x="2283" y="226"/>
                  </a:lnTo>
                  <a:lnTo>
                    <a:pt x="2290" y="236"/>
                  </a:lnTo>
                  <a:lnTo>
                    <a:pt x="2296" y="246"/>
                  </a:lnTo>
                  <a:lnTo>
                    <a:pt x="2302" y="258"/>
                  </a:lnTo>
                  <a:lnTo>
                    <a:pt x="2307" y="272"/>
                  </a:lnTo>
                  <a:lnTo>
                    <a:pt x="2311" y="288"/>
                  </a:lnTo>
                  <a:lnTo>
                    <a:pt x="2313" y="296"/>
                  </a:lnTo>
                  <a:lnTo>
                    <a:pt x="2315" y="305"/>
                  </a:lnTo>
                  <a:lnTo>
                    <a:pt x="2317" y="315"/>
                  </a:lnTo>
                  <a:lnTo>
                    <a:pt x="2318" y="325"/>
                  </a:lnTo>
                  <a:lnTo>
                    <a:pt x="2320" y="345"/>
                  </a:lnTo>
                  <a:lnTo>
                    <a:pt x="2322" y="369"/>
                  </a:lnTo>
                  <a:lnTo>
                    <a:pt x="2322" y="393"/>
                  </a:lnTo>
                  <a:lnTo>
                    <a:pt x="2322" y="729"/>
                  </a:lnTo>
                  <a:lnTo>
                    <a:pt x="2322" y="731"/>
                  </a:lnTo>
                  <a:lnTo>
                    <a:pt x="2321" y="735"/>
                  </a:lnTo>
                  <a:lnTo>
                    <a:pt x="2319" y="741"/>
                  </a:lnTo>
                  <a:lnTo>
                    <a:pt x="2318" y="743"/>
                  </a:lnTo>
                  <a:lnTo>
                    <a:pt x="2316" y="745"/>
                  </a:lnTo>
                  <a:lnTo>
                    <a:pt x="2313" y="747"/>
                  </a:lnTo>
                  <a:close/>
                  <a:moveTo>
                    <a:pt x="2678" y="751"/>
                  </a:moveTo>
                  <a:lnTo>
                    <a:pt x="2665" y="753"/>
                  </a:lnTo>
                  <a:lnTo>
                    <a:pt x="2652" y="753"/>
                  </a:lnTo>
                  <a:lnTo>
                    <a:pt x="2639" y="753"/>
                  </a:lnTo>
                  <a:lnTo>
                    <a:pt x="2628" y="749"/>
                  </a:lnTo>
                  <a:lnTo>
                    <a:pt x="2623" y="745"/>
                  </a:lnTo>
                  <a:lnTo>
                    <a:pt x="2618" y="741"/>
                  </a:lnTo>
                  <a:lnTo>
                    <a:pt x="2614" y="737"/>
                  </a:lnTo>
                  <a:lnTo>
                    <a:pt x="2610" y="731"/>
                  </a:lnTo>
                  <a:lnTo>
                    <a:pt x="2606" y="725"/>
                  </a:lnTo>
                  <a:lnTo>
                    <a:pt x="2603" y="717"/>
                  </a:lnTo>
                  <a:lnTo>
                    <a:pt x="2601" y="709"/>
                  </a:lnTo>
                  <a:lnTo>
                    <a:pt x="2599" y="699"/>
                  </a:lnTo>
                  <a:lnTo>
                    <a:pt x="2597" y="687"/>
                  </a:lnTo>
                  <a:lnTo>
                    <a:pt x="2596" y="675"/>
                  </a:lnTo>
                  <a:lnTo>
                    <a:pt x="2595" y="659"/>
                  </a:lnTo>
                  <a:lnTo>
                    <a:pt x="2595" y="645"/>
                  </a:lnTo>
                  <a:lnTo>
                    <a:pt x="2595" y="248"/>
                  </a:lnTo>
                  <a:lnTo>
                    <a:pt x="2545" y="248"/>
                  </a:lnTo>
                  <a:lnTo>
                    <a:pt x="2541" y="248"/>
                  </a:lnTo>
                  <a:lnTo>
                    <a:pt x="2540" y="246"/>
                  </a:lnTo>
                  <a:lnTo>
                    <a:pt x="2538" y="244"/>
                  </a:lnTo>
                  <a:lnTo>
                    <a:pt x="2536" y="240"/>
                  </a:lnTo>
                  <a:lnTo>
                    <a:pt x="2536" y="236"/>
                  </a:lnTo>
                  <a:lnTo>
                    <a:pt x="2535" y="232"/>
                  </a:lnTo>
                  <a:lnTo>
                    <a:pt x="2535" y="222"/>
                  </a:lnTo>
                  <a:lnTo>
                    <a:pt x="2536" y="220"/>
                  </a:lnTo>
                  <a:lnTo>
                    <a:pt x="2536" y="216"/>
                  </a:lnTo>
                  <a:lnTo>
                    <a:pt x="2537" y="214"/>
                  </a:lnTo>
                  <a:lnTo>
                    <a:pt x="2538" y="212"/>
                  </a:lnTo>
                  <a:lnTo>
                    <a:pt x="2540" y="210"/>
                  </a:lnTo>
                  <a:lnTo>
                    <a:pt x="2541" y="208"/>
                  </a:lnTo>
                  <a:lnTo>
                    <a:pt x="2545" y="208"/>
                  </a:lnTo>
                  <a:lnTo>
                    <a:pt x="2595" y="208"/>
                  </a:lnTo>
                  <a:lnTo>
                    <a:pt x="2595" y="104"/>
                  </a:lnTo>
                  <a:lnTo>
                    <a:pt x="2595" y="96"/>
                  </a:lnTo>
                  <a:lnTo>
                    <a:pt x="2596" y="94"/>
                  </a:lnTo>
                  <a:lnTo>
                    <a:pt x="2597" y="90"/>
                  </a:lnTo>
                  <a:lnTo>
                    <a:pt x="2598" y="88"/>
                  </a:lnTo>
                  <a:lnTo>
                    <a:pt x="2600" y="86"/>
                  </a:lnTo>
                  <a:lnTo>
                    <a:pt x="2602" y="86"/>
                  </a:lnTo>
                  <a:lnTo>
                    <a:pt x="2603" y="84"/>
                  </a:lnTo>
                  <a:lnTo>
                    <a:pt x="2609" y="84"/>
                  </a:lnTo>
                  <a:lnTo>
                    <a:pt x="2612" y="86"/>
                  </a:lnTo>
                  <a:lnTo>
                    <a:pt x="2615" y="90"/>
                  </a:lnTo>
                  <a:lnTo>
                    <a:pt x="2617" y="96"/>
                  </a:lnTo>
                  <a:lnTo>
                    <a:pt x="2617" y="104"/>
                  </a:lnTo>
                  <a:lnTo>
                    <a:pt x="2617" y="208"/>
                  </a:lnTo>
                  <a:lnTo>
                    <a:pt x="2677" y="208"/>
                  </a:lnTo>
                  <a:lnTo>
                    <a:pt x="2681" y="208"/>
                  </a:lnTo>
                  <a:lnTo>
                    <a:pt x="2682" y="210"/>
                  </a:lnTo>
                  <a:lnTo>
                    <a:pt x="2684" y="212"/>
                  </a:lnTo>
                  <a:lnTo>
                    <a:pt x="2686" y="216"/>
                  </a:lnTo>
                  <a:lnTo>
                    <a:pt x="2686" y="220"/>
                  </a:lnTo>
                  <a:lnTo>
                    <a:pt x="2687" y="222"/>
                  </a:lnTo>
                  <a:lnTo>
                    <a:pt x="2687" y="232"/>
                  </a:lnTo>
                  <a:lnTo>
                    <a:pt x="2686" y="236"/>
                  </a:lnTo>
                  <a:lnTo>
                    <a:pt x="2686" y="240"/>
                  </a:lnTo>
                  <a:lnTo>
                    <a:pt x="2684" y="244"/>
                  </a:lnTo>
                  <a:lnTo>
                    <a:pt x="2682" y="246"/>
                  </a:lnTo>
                  <a:lnTo>
                    <a:pt x="2681" y="248"/>
                  </a:lnTo>
                  <a:lnTo>
                    <a:pt x="2677" y="248"/>
                  </a:lnTo>
                  <a:lnTo>
                    <a:pt x="2617" y="248"/>
                  </a:lnTo>
                  <a:lnTo>
                    <a:pt x="2617" y="645"/>
                  </a:lnTo>
                  <a:lnTo>
                    <a:pt x="2618" y="665"/>
                  </a:lnTo>
                  <a:lnTo>
                    <a:pt x="2619" y="681"/>
                  </a:lnTo>
                  <a:lnTo>
                    <a:pt x="2622" y="693"/>
                  </a:lnTo>
                  <a:lnTo>
                    <a:pt x="2624" y="697"/>
                  </a:lnTo>
                  <a:lnTo>
                    <a:pt x="2626" y="701"/>
                  </a:lnTo>
                  <a:lnTo>
                    <a:pt x="2628" y="705"/>
                  </a:lnTo>
                  <a:lnTo>
                    <a:pt x="2631" y="707"/>
                  </a:lnTo>
                  <a:lnTo>
                    <a:pt x="2634" y="711"/>
                  </a:lnTo>
                  <a:lnTo>
                    <a:pt x="2637" y="711"/>
                  </a:lnTo>
                  <a:lnTo>
                    <a:pt x="2644" y="713"/>
                  </a:lnTo>
                  <a:lnTo>
                    <a:pt x="2652" y="713"/>
                  </a:lnTo>
                  <a:lnTo>
                    <a:pt x="2676" y="713"/>
                  </a:lnTo>
                  <a:lnTo>
                    <a:pt x="2681" y="715"/>
                  </a:lnTo>
                  <a:lnTo>
                    <a:pt x="2684" y="717"/>
                  </a:lnTo>
                  <a:lnTo>
                    <a:pt x="2685" y="719"/>
                  </a:lnTo>
                  <a:lnTo>
                    <a:pt x="2686" y="723"/>
                  </a:lnTo>
                  <a:lnTo>
                    <a:pt x="2686" y="725"/>
                  </a:lnTo>
                  <a:lnTo>
                    <a:pt x="2687" y="729"/>
                  </a:lnTo>
                  <a:lnTo>
                    <a:pt x="2686" y="737"/>
                  </a:lnTo>
                  <a:lnTo>
                    <a:pt x="2685" y="743"/>
                  </a:lnTo>
                  <a:lnTo>
                    <a:pt x="2684" y="747"/>
                  </a:lnTo>
                  <a:lnTo>
                    <a:pt x="2682" y="747"/>
                  </a:lnTo>
                  <a:lnTo>
                    <a:pt x="2678" y="751"/>
                  </a:lnTo>
                  <a:close/>
                  <a:moveTo>
                    <a:pt x="2945" y="753"/>
                  </a:moveTo>
                  <a:lnTo>
                    <a:pt x="2940" y="753"/>
                  </a:lnTo>
                  <a:lnTo>
                    <a:pt x="2937" y="751"/>
                  </a:lnTo>
                  <a:lnTo>
                    <a:pt x="2934" y="747"/>
                  </a:lnTo>
                  <a:lnTo>
                    <a:pt x="2933" y="741"/>
                  </a:lnTo>
                  <a:lnTo>
                    <a:pt x="2932" y="735"/>
                  </a:lnTo>
                  <a:lnTo>
                    <a:pt x="2932" y="395"/>
                  </a:lnTo>
                  <a:lnTo>
                    <a:pt x="2932" y="377"/>
                  </a:lnTo>
                  <a:lnTo>
                    <a:pt x="2931" y="359"/>
                  </a:lnTo>
                  <a:lnTo>
                    <a:pt x="2930" y="343"/>
                  </a:lnTo>
                  <a:lnTo>
                    <a:pt x="2928" y="329"/>
                  </a:lnTo>
                  <a:lnTo>
                    <a:pt x="2926" y="315"/>
                  </a:lnTo>
                  <a:lnTo>
                    <a:pt x="2923" y="303"/>
                  </a:lnTo>
                  <a:lnTo>
                    <a:pt x="2919" y="292"/>
                  </a:lnTo>
                  <a:lnTo>
                    <a:pt x="2915" y="282"/>
                  </a:lnTo>
                  <a:lnTo>
                    <a:pt x="2913" y="276"/>
                  </a:lnTo>
                  <a:lnTo>
                    <a:pt x="2910" y="272"/>
                  </a:lnTo>
                  <a:lnTo>
                    <a:pt x="2905" y="264"/>
                  </a:lnTo>
                  <a:lnTo>
                    <a:pt x="2899" y="258"/>
                  </a:lnTo>
                  <a:lnTo>
                    <a:pt x="2892" y="252"/>
                  </a:lnTo>
                  <a:lnTo>
                    <a:pt x="2885" y="248"/>
                  </a:lnTo>
                  <a:lnTo>
                    <a:pt x="2881" y="246"/>
                  </a:lnTo>
                  <a:lnTo>
                    <a:pt x="2876" y="244"/>
                  </a:lnTo>
                  <a:lnTo>
                    <a:pt x="2867" y="242"/>
                  </a:lnTo>
                  <a:lnTo>
                    <a:pt x="2858" y="242"/>
                  </a:lnTo>
                  <a:lnTo>
                    <a:pt x="2841" y="244"/>
                  </a:lnTo>
                  <a:lnTo>
                    <a:pt x="2823" y="246"/>
                  </a:lnTo>
                  <a:lnTo>
                    <a:pt x="2804" y="252"/>
                  </a:lnTo>
                  <a:lnTo>
                    <a:pt x="2796" y="256"/>
                  </a:lnTo>
                  <a:lnTo>
                    <a:pt x="2789" y="260"/>
                  </a:lnTo>
                  <a:lnTo>
                    <a:pt x="2789" y="735"/>
                  </a:lnTo>
                  <a:lnTo>
                    <a:pt x="2789" y="737"/>
                  </a:lnTo>
                  <a:lnTo>
                    <a:pt x="2788" y="741"/>
                  </a:lnTo>
                  <a:lnTo>
                    <a:pt x="2786" y="747"/>
                  </a:lnTo>
                  <a:lnTo>
                    <a:pt x="2785" y="749"/>
                  </a:lnTo>
                  <a:lnTo>
                    <a:pt x="2784" y="751"/>
                  </a:lnTo>
                  <a:lnTo>
                    <a:pt x="2780" y="753"/>
                  </a:lnTo>
                  <a:lnTo>
                    <a:pt x="2775" y="753"/>
                  </a:lnTo>
                  <a:lnTo>
                    <a:pt x="2772" y="751"/>
                  </a:lnTo>
                  <a:lnTo>
                    <a:pt x="2769" y="747"/>
                  </a:lnTo>
                  <a:lnTo>
                    <a:pt x="2767" y="741"/>
                  </a:lnTo>
                  <a:lnTo>
                    <a:pt x="2767" y="735"/>
                  </a:lnTo>
                  <a:lnTo>
                    <a:pt x="2767" y="20"/>
                  </a:lnTo>
                  <a:lnTo>
                    <a:pt x="2767" y="16"/>
                  </a:lnTo>
                  <a:lnTo>
                    <a:pt x="2767" y="12"/>
                  </a:lnTo>
                  <a:lnTo>
                    <a:pt x="2769" y="6"/>
                  </a:lnTo>
                  <a:lnTo>
                    <a:pt x="2770" y="4"/>
                  </a:lnTo>
                  <a:lnTo>
                    <a:pt x="2772" y="2"/>
                  </a:lnTo>
                  <a:lnTo>
                    <a:pt x="2775" y="0"/>
                  </a:lnTo>
                  <a:lnTo>
                    <a:pt x="2780" y="0"/>
                  </a:lnTo>
                  <a:lnTo>
                    <a:pt x="2784" y="2"/>
                  </a:lnTo>
                  <a:lnTo>
                    <a:pt x="2786" y="6"/>
                  </a:lnTo>
                  <a:lnTo>
                    <a:pt x="2788" y="12"/>
                  </a:lnTo>
                  <a:lnTo>
                    <a:pt x="2789" y="20"/>
                  </a:lnTo>
                  <a:lnTo>
                    <a:pt x="2789" y="220"/>
                  </a:lnTo>
                  <a:lnTo>
                    <a:pt x="2804" y="214"/>
                  </a:lnTo>
                  <a:lnTo>
                    <a:pt x="2823" y="208"/>
                  </a:lnTo>
                  <a:lnTo>
                    <a:pt x="2840" y="204"/>
                  </a:lnTo>
                  <a:lnTo>
                    <a:pt x="2858" y="202"/>
                  </a:lnTo>
                  <a:lnTo>
                    <a:pt x="2870" y="204"/>
                  </a:lnTo>
                  <a:lnTo>
                    <a:pt x="2882" y="206"/>
                  </a:lnTo>
                  <a:lnTo>
                    <a:pt x="2887" y="208"/>
                  </a:lnTo>
                  <a:lnTo>
                    <a:pt x="2892" y="210"/>
                  </a:lnTo>
                  <a:lnTo>
                    <a:pt x="2902" y="216"/>
                  </a:lnTo>
                  <a:lnTo>
                    <a:pt x="2911" y="224"/>
                  </a:lnTo>
                  <a:lnTo>
                    <a:pt x="2915" y="230"/>
                  </a:lnTo>
                  <a:lnTo>
                    <a:pt x="2919" y="234"/>
                  </a:lnTo>
                  <a:lnTo>
                    <a:pt x="2926" y="244"/>
                  </a:lnTo>
                  <a:lnTo>
                    <a:pt x="2932" y="256"/>
                  </a:lnTo>
                  <a:lnTo>
                    <a:pt x="2937" y="270"/>
                  </a:lnTo>
                  <a:lnTo>
                    <a:pt x="2940" y="278"/>
                  </a:lnTo>
                  <a:lnTo>
                    <a:pt x="2942" y="286"/>
                  </a:lnTo>
                  <a:lnTo>
                    <a:pt x="2944" y="292"/>
                  </a:lnTo>
                  <a:lnTo>
                    <a:pt x="2946" y="300"/>
                  </a:lnTo>
                  <a:lnTo>
                    <a:pt x="2947" y="309"/>
                  </a:lnTo>
                  <a:lnTo>
                    <a:pt x="2949" y="317"/>
                  </a:lnTo>
                  <a:lnTo>
                    <a:pt x="2951" y="335"/>
                  </a:lnTo>
                  <a:lnTo>
                    <a:pt x="2952" y="345"/>
                  </a:lnTo>
                  <a:lnTo>
                    <a:pt x="2953" y="355"/>
                  </a:lnTo>
                  <a:lnTo>
                    <a:pt x="2953" y="375"/>
                  </a:lnTo>
                  <a:lnTo>
                    <a:pt x="2954" y="395"/>
                  </a:lnTo>
                  <a:lnTo>
                    <a:pt x="2954" y="735"/>
                  </a:lnTo>
                  <a:lnTo>
                    <a:pt x="2953" y="741"/>
                  </a:lnTo>
                  <a:lnTo>
                    <a:pt x="2953" y="745"/>
                  </a:lnTo>
                  <a:lnTo>
                    <a:pt x="2952" y="747"/>
                  </a:lnTo>
                  <a:lnTo>
                    <a:pt x="2950" y="749"/>
                  </a:lnTo>
                  <a:lnTo>
                    <a:pt x="2949" y="751"/>
                  </a:lnTo>
                  <a:lnTo>
                    <a:pt x="2947" y="753"/>
                  </a:lnTo>
                  <a:lnTo>
                    <a:pt x="2945" y="753"/>
                  </a:lnTo>
                  <a:close/>
                  <a:moveTo>
                    <a:pt x="3232" y="487"/>
                  </a:moveTo>
                  <a:lnTo>
                    <a:pt x="3061" y="487"/>
                  </a:lnTo>
                  <a:lnTo>
                    <a:pt x="3061" y="509"/>
                  </a:lnTo>
                  <a:lnTo>
                    <a:pt x="3061" y="539"/>
                  </a:lnTo>
                  <a:lnTo>
                    <a:pt x="3062" y="553"/>
                  </a:lnTo>
                  <a:lnTo>
                    <a:pt x="3063" y="565"/>
                  </a:lnTo>
                  <a:lnTo>
                    <a:pt x="3064" y="579"/>
                  </a:lnTo>
                  <a:lnTo>
                    <a:pt x="3065" y="591"/>
                  </a:lnTo>
                  <a:lnTo>
                    <a:pt x="3068" y="613"/>
                  </a:lnTo>
                  <a:lnTo>
                    <a:pt x="3072" y="631"/>
                  </a:lnTo>
                  <a:lnTo>
                    <a:pt x="3077" y="647"/>
                  </a:lnTo>
                  <a:lnTo>
                    <a:pt x="3082" y="663"/>
                  </a:lnTo>
                  <a:lnTo>
                    <a:pt x="3085" y="669"/>
                  </a:lnTo>
                  <a:lnTo>
                    <a:pt x="3088" y="675"/>
                  </a:lnTo>
                  <a:lnTo>
                    <a:pt x="3091" y="681"/>
                  </a:lnTo>
                  <a:lnTo>
                    <a:pt x="3094" y="685"/>
                  </a:lnTo>
                  <a:lnTo>
                    <a:pt x="3101" y="693"/>
                  </a:lnTo>
                  <a:lnTo>
                    <a:pt x="3109" y="701"/>
                  </a:lnTo>
                  <a:lnTo>
                    <a:pt x="3117" y="705"/>
                  </a:lnTo>
                  <a:lnTo>
                    <a:pt x="3125" y="709"/>
                  </a:lnTo>
                  <a:lnTo>
                    <a:pt x="3134" y="713"/>
                  </a:lnTo>
                  <a:lnTo>
                    <a:pt x="3143" y="713"/>
                  </a:lnTo>
                  <a:lnTo>
                    <a:pt x="3153" y="713"/>
                  </a:lnTo>
                  <a:lnTo>
                    <a:pt x="3171" y="713"/>
                  </a:lnTo>
                  <a:lnTo>
                    <a:pt x="3189" y="709"/>
                  </a:lnTo>
                  <a:lnTo>
                    <a:pt x="3209" y="703"/>
                  </a:lnTo>
                  <a:lnTo>
                    <a:pt x="3228" y="697"/>
                  </a:lnTo>
                  <a:lnTo>
                    <a:pt x="3229" y="697"/>
                  </a:lnTo>
                  <a:lnTo>
                    <a:pt x="3231" y="697"/>
                  </a:lnTo>
                  <a:lnTo>
                    <a:pt x="3235" y="697"/>
                  </a:lnTo>
                  <a:lnTo>
                    <a:pt x="3236" y="699"/>
                  </a:lnTo>
                  <a:lnTo>
                    <a:pt x="3237" y="703"/>
                  </a:lnTo>
                  <a:lnTo>
                    <a:pt x="3238" y="705"/>
                  </a:lnTo>
                  <a:lnTo>
                    <a:pt x="3238" y="709"/>
                  </a:lnTo>
                  <a:lnTo>
                    <a:pt x="3238" y="721"/>
                  </a:lnTo>
                  <a:lnTo>
                    <a:pt x="3237" y="725"/>
                  </a:lnTo>
                  <a:lnTo>
                    <a:pt x="3236" y="729"/>
                  </a:lnTo>
                  <a:lnTo>
                    <a:pt x="3235" y="731"/>
                  </a:lnTo>
                  <a:lnTo>
                    <a:pt x="3233" y="733"/>
                  </a:lnTo>
                  <a:lnTo>
                    <a:pt x="3229" y="737"/>
                  </a:lnTo>
                  <a:lnTo>
                    <a:pt x="3210" y="743"/>
                  </a:lnTo>
                  <a:lnTo>
                    <a:pt x="3190" y="749"/>
                  </a:lnTo>
                  <a:lnTo>
                    <a:pt x="3171" y="751"/>
                  </a:lnTo>
                  <a:lnTo>
                    <a:pt x="3153" y="753"/>
                  </a:lnTo>
                  <a:lnTo>
                    <a:pt x="3141" y="753"/>
                  </a:lnTo>
                  <a:lnTo>
                    <a:pt x="3129" y="751"/>
                  </a:lnTo>
                  <a:lnTo>
                    <a:pt x="3118" y="747"/>
                  </a:lnTo>
                  <a:lnTo>
                    <a:pt x="3108" y="741"/>
                  </a:lnTo>
                  <a:lnTo>
                    <a:pt x="3098" y="735"/>
                  </a:lnTo>
                  <a:lnTo>
                    <a:pt x="3093" y="731"/>
                  </a:lnTo>
                  <a:lnTo>
                    <a:pt x="3089" y="727"/>
                  </a:lnTo>
                  <a:lnTo>
                    <a:pt x="3080" y="715"/>
                  </a:lnTo>
                  <a:lnTo>
                    <a:pt x="3072" y="703"/>
                  </a:lnTo>
                  <a:lnTo>
                    <a:pt x="3068" y="695"/>
                  </a:lnTo>
                  <a:lnTo>
                    <a:pt x="3065" y="687"/>
                  </a:lnTo>
                  <a:lnTo>
                    <a:pt x="3058" y="669"/>
                  </a:lnTo>
                  <a:lnTo>
                    <a:pt x="3053" y="649"/>
                  </a:lnTo>
                  <a:lnTo>
                    <a:pt x="3048" y="627"/>
                  </a:lnTo>
                  <a:lnTo>
                    <a:pt x="3046" y="615"/>
                  </a:lnTo>
                  <a:lnTo>
                    <a:pt x="3044" y="601"/>
                  </a:lnTo>
                  <a:lnTo>
                    <a:pt x="3041" y="573"/>
                  </a:lnTo>
                  <a:lnTo>
                    <a:pt x="3039" y="543"/>
                  </a:lnTo>
                  <a:lnTo>
                    <a:pt x="3039" y="527"/>
                  </a:lnTo>
                  <a:lnTo>
                    <a:pt x="3039" y="509"/>
                  </a:lnTo>
                  <a:lnTo>
                    <a:pt x="3039" y="443"/>
                  </a:lnTo>
                  <a:lnTo>
                    <a:pt x="3039" y="417"/>
                  </a:lnTo>
                  <a:lnTo>
                    <a:pt x="3040" y="391"/>
                  </a:lnTo>
                  <a:lnTo>
                    <a:pt x="3043" y="369"/>
                  </a:lnTo>
                  <a:lnTo>
                    <a:pt x="3045" y="345"/>
                  </a:lnTo>
                  <a:lnTo>
                    <a:pt x="3047" y="335"/>
                  </a:lnTo>
                  <a:lnTo>
                    <a:pt x="3049" y="325"/>
                  </a:lnTo>
                  <a:lnTo>
                    <a:pt x="3051" y="315"/>
                  </a:lnTo>
                  <a:lnTo>
                    <a:pt x="3053" y="305"/>
                  </a:lnTo>
                  <a:lnTo>
                    <a:pt x="3056" y="296"/>
                  </a:lnTo>
                  <a:lnTo>
                    <a:pt x="3059" y="288"/>
                  </a:lnTo>
                  <a:lnTo>
                    <a:pt x="3065" y="270"/>
                  </a:lnTo>
                  <a:lnTo>
                    <a:pt x="3072" y="256"/>
                  </a:lnTo>
                  <a:lnTo>
                    <a:pt x="3079" y="242"/>
                  </a:lnTo>
                  <a:lnTo>
                    <a:pt x="3087" y="230"/>
                  </a:lnTo>
                  <a:lnTo>
                    <a:pt x="3097" y="220"/>
                  </a:lnTo>
                  <a:lnTo>
                    <a:pt x="3106" y="212"/>
                  </a:lnTo>
                  <a:lnTo>
                    <a:pt x="3117" y="208"/>
                  </a:lnTo>
                  <a:lnTo>
                    <a:pt x="3128" y="204"/>
                  </a:lnTo>
                  <a:lnTo>
                    <a:pt x="3134" y="202"/>
                  </a:lnTo>
                  <a:lnTo>
                    <a:pt x="3141" y="202"/>
                  </a:lnTo>
                  <a:lnTo>
                    <a:pt x="3154" y="204"/>
                  </a:lnTo>
                  <a:lnTo>
                    <a:pt x="3160" y="204"/>
                  </a:lnTo>
                  <a:lnTo>
                    <a:pt x="3166" y="206"/>
                  </a:lnTo>
                  <a:lnTo>
                    <a:pt x="3177" y="212"/>
                  </a:lnTo>
                  <a:lnTo>
                    <a:pt x="3182" y="216"/>
                  </a:lnTo>
                  <a:lnTo>
                    <a:pt x="3186" y="220"/>
                  </a:lnTo>
                  <a:lnTo>
                    <a:pt x="3196" y="230"/>
                  </a:lnTo>
                  <a:lnTo>
                    <a:pt x="3204" y="240"/>
                  </a:lnTo>
                  <a:lnTo>
                    <a:pt x="3211" y="254"/>
                  </a:lnTo>
                  <a:lnTo>
                    <a:pt x="3214" y="260"/>
                  </a:lnTo>
                  <a:lnTo>
                    <a:pt x="3218" y="268"/>
                  </a:lnTo>
                  <a:lnTo>
                    <a:pt x="3223" y="286"/>
                  </a:lnTo>
                  <a:lnTo>
                    <a:pt x="3228" y="303"/>
                  </a:lnTo>
                  <a:lnTo>
                    <a:pt x="3232" y="323"/>
                  </a:lnTo>
                  <a:lnTo>
                    <a:pt x="3236" y="343"/>
                  </a:lnTo>
                  <a:lnTo>
                    <a:pt x="3238" y="365"/>
                  </a:lnTo>
                  <a:lnTo>
                    <a:pt x="3240" y="389"/>
                  </a:lnTo>
                  <a:lnTo>
                    <a:pt x="3241" y="415"/>
                  </a:lnTo>
                  <a:lnTo>
                    <a:pt x="3242" y="441"/>
                  </a:lnTo>
                  <a:lnTo>
                    <a:pt x="3242" y="469"/>
                  </a:lnTo>
                  <a:lnTo>
                    <a:pt x="3241" y="473"/>
                  </a:lnTo>
                  <a:lnTo>
                    <a:pt x="3241" y="475"/>
                  </a:lnTo>
                  <a:lnTo>
                    <a:pt x="3239" y="483"/>
                  </a:lnTo>
                  <a:lnTo>
                    <a:pt x="3236" y="487"/>
                  </a:lnTo>
                  <a:lnTo>
                    <a:pt x="3232" y="487"/>
                  </a:lnTo>
                  <a:close/>
                  <a:moveTo>
                    <a:pt x="3220" y="441"/>
                  </a:moveTo>
                  <a:lnTo>
                    <a:pt x="3219" y="417"/>
                  </a:lnTo>
                  <a:lnTo>
                    <a:pt x="3219" y="397"/>
                  </a:lnTo>
                  <a:lnTo>
                    <a:pt x="3217" y="375"/>
                  </a:lnTo>
                  <a:lnTo>
                    <a:pt x="3215" y="357"/>
                  </a:lnTo>
                  <a:lnTo>
                    <a:pt x="3213" y="339"/>
                  </a:lnTo>
                  <a:lnTo>
                    <a:pt x="3210" y="321"/>
                  </a:lnTo>
                  <a:lnTo>
                    <a:pt x="3208" y="315"/>
                  </a:lnTo>
                  <a:lnTo>
                    <a:pt x="3206" y="307"/>
                  </a:lnTo>
                  <a:lnTo>
                    <a:pt x="3202" y="294"/>
                  </a:lnTo>
                  <a:lnTo>
                    <a:pt x="3199" y="288"/>
                  </a:lnTo>
                  <a:lnTo>
                    <a:pt x="3197" y="282"/>
                  </a:lnTo>
                  <a:lnTo>
                    <a:pt x="3194" y="276"/>
                  </a:lnTo>
                  <a:lnTo>
                    <a:pt x="3191" y="272"/>
                  </a:lnTo>
                  <a:lnTo>
                    <a:pt x="3188" y="266"/>
                  </a:lnTo>
                  <a:lnTo>
                    <a:pt x="3185" y="262"/>
                  </a:lnTo>
                  <a:lnTo>
                    <a:pt x="3178" y="256"/>
                  </a:lnTo>
                  <a:lnTo>
                    <a:pt x="3170" y="250"/>
                  </a:lnTo>
                  <a:lnTo>
                    <a:pt x="3161" y="246"/>
                  </a:lnTo>
                  <a:lnTo>
                    <a:pt x="3152" y="242"/>
                  </a:lnTo>
                  <a:lnTo>
                    <a:pt x="3141" y="242"/>
                  </a:lnTo>
                  <a:lnTo>
                    <a:pt x="3130" y="242"/>
                  </a:lnTo>
                  <a:lnTo>
                    <a:pt x="3126" y="244"/>
                  </a:lnTo>
                  <a:lnTo>
                    <a:pt x="3121" y="246"/>
                  </a:lnTo>
                  <a:lnTo>
                    <a:pt x="3112" y="250"/>
                  </a:lnTo>
                  <a:lnTo>
                    <a:pt x="3105" y="256"/>
                  </a:lnTo>
                  <a:lnTo>
                    <a:pt x="3097" y="264"/>
                  </a:lnTo>
                  <a:lnTo>
                    <a:pt x="3091" y="274"/>
                  </a:lnTo>
                  <a:lnTo>
                    <a:pt x="3085" y="284"/>
                  </a:lnTo>
                  <a:lnTo>
                    <a:pt x="3080" y="298"/>
                  </a:lnTo>
                  <a:lnTo>
                    <a:pt x="3075" y="311"/>
                  </a:lnTo>
                  <a:lnTo>
                    <a:pt x="3073" y="317"/>
                  </a:lnTo>
                  <a:lnTo>
                    <a:pt x="3071" y="325"/>
                  </a:lnTo>
                  <a:lnTo>
                    <a:pt x="3068" y="343"/>
                  </a:lnTo>
                  <a:lnTo>
                    <a:pt x="3066" y="361"/>
                  </a:lnTo>
                  <a:lnTo>
                    <a:pt x="3064" y="379"/>
                  </a:lnTo>
                  <a:lnTo>
                    <a:pt x="3062" y="399"/>
                  </a:lnTo>
                  <a:lnTo>
                    <a:pt x="3061" y="421"/>
                  </a:lnTo>
                  <a:lnTo>
                    <a:pt x="3061" y="443"/>
                  </a:lnTo>
                  <a:lnTo>
                    <a:pt x="3220" y="447"/>
                  </a:lnTo>
                  <a:lnTo>
                    <a:pt x="3220" y="441"/>
                  </a:lnTo>
                  <a:close/>
                  <a:moveTo>
                    <a:pt x="3726" y="699"/>
                  </a:moveTo>
                  <a:lnTo>
                    <a:pt x="3724" y="713"/>
                  </a:lnTo>
                  <a:lnTo>
                    <a:pt x="3722" y="723"/>
                  </a:lnTo>
                  <a:lnTo>
                    <a:pt x="3720" y="733"/>
                  </a:lnTo>
                  <a:lnTo>
                    <a:pt x="3718" y="737"/>
                  </a:lnTo>
                  <a:lnTo>
                    <a:pt x="3717" y="741"/>
                  </a:lnTo>
                  <a:lnTo>
                    <a:pt x="3714" y="747"/>
                  </a:lnTo>
                  <a:lnTo>
                    <a:pt x="3710" y="751"/>
                  </a:lnTo>
                  <a:lnTo>
                    <a:pt x="3705" y="753"/>
                  </a:lnTo>
                  <a:lnTo>
                    <a:pt x="3700" y="753"/>
                  </a:lnTo>
                  <a:lnTo>
                    <a:pt x="3694" y="753"/>
                  </a:lnTo>
                  <a:lnTo>
                    <a:pt x="3692" y="751"/>
                  </a:lnTo>
                  <a:lnTo>
                    <a:pt x="3690" y="749"/>
                  </a:lnTo>
                  <a:lnTo>
                    <a:pt x="3688" y="747"/>
                  </a:lnTo>
                  <a:lnTo>
                    <a:pt x="3686" y="745"/>
                  </a:lnTo>
                  <a:lnTo>
                    <a:pt x="3684" y="741"/>
                  </a:lnTo>
                  <a:lnTo>
                    <a:pt x="3683" y="739"/>
                  </a:lnTo>
                  <a:lnTo>
                    <a:pt x="3680" y="731"/>
                  </a:lnTo>
                  <a:lnTo>
                    <a:pt x="3678" y="721"/>
                  </a:lnTo>
                  <a:lnTo>
                    <a:pt x="3676" y="709"/>
                  </a:lnTo>
                  <a:lnTo>
                    <a:pt x="3674" y="695"/>
                  </a:lnTo>
                  <a:lnTo>
                    <a:pt x="3621" y="313"/>
                  </a:lnTo>
                  <a:lnTo>
                    <a:pt x="3619" y="305"/>
                  </a:lnTo>
                  <a:lnTo>
                    <a:pt x="3618" y="305"/>
                  </a:lnTo>
                  <a:lnTo>
                    <a:pt x="3617" y="305"/>
                  </a:lnTo>
                  <a:lnTo>
                    <a:pt x="3615" y="305"/>
                  </a:lnTo>
                  <a:lnTo>
                    <a:pt x="3614" y="313"/>
                  </a:lnTo>
                  <a:lnTo>
                    <a:pt x="3560" y="695"/>
                  </a:lnTo>
                  <a:lnTo>
                    <a:pt x="3556" y="721"/>
                  </a:lnTo>
                  <a:lnTo>
                    <a:pt x="3554" y="731"/>
                  </a:lnTo>
                  <a:lnTo>
                    <a:pt x="3552" y="739"/>
                  </a:lnTo>
                  <a:lnTo>
                    <a:pt x="3548" y="745"/>
                  </a:lnTo>
                  <a:lnTo>
                    <a:pt x="3545" y="749"/>
                  </a:lnTo>
                  <a:lnTo>
                    <a:pt x="3540" y="753"/>
                  </a:lnTo>
                  <a:lnTo>
                    <a:pt x="3535" y="753"/>
                  </a:lnTo>
                  <a:lnTo>
                    <a:pt x="3529" y="753"/>
                  </a:lnTo>
                  <a:lnTo>
                    <a:pt x="3525" y="751"/>
                  </a:lnTo>
                  <a:lnTo>
                    <a:pt x="3521" y="747"/>
                  </a:lnTo>
                  <a:lnTo>
                    <a:pt x="3517" y="741"/>
                  </a:lnTo>
                  <a:lnTo>
                    <a:pt x="3516" y="737"/>
                  </a:lnTo>
                  <a:lnTo>
                    <a:pt x="3515" y="733"/>
                  </a:lnTo>
                  <a:lnTo>
                    <a:pt x="3513" y="729"/>
                  </a:lnTo>
                  <a:lnTo>
                    <a:pt x="3512" y="723"/>
                  </a:lnTo>
                  <a:lnTo>
                    <a:pt x="3510" y="713"/>
                  </a:lnTo>
                  <a:lnTo>
                    <a:pt x="3508" y="699"/>
                  </a:lnTo>
                  <a:lnTo>
                    <a:pt x="3452" y="232"/>
                  </a:lnTo>
                  <a:lnTo>
                    <a:pt x="3452" y="228"/>
                  </a:lnTo>
                  <a:lnTo>
                    <a:pt x="3452" y="222"/>
                  </a:lnTo>
                  <a:lnTo>
                    <a:pt x="3452" y="218"/>
                  </a:lnTo>
                  <a:lnTo>
                    <a:pt x="3453" y="216"/>
                  </a:lnTo>
                  <a:lnTo>
                    <a:pt x="3454" y="212"/>
                  </a:lnTo>
                  <a:lnTo>
                    <a:pt x="3456" y="210"/>
                  </a:lnTo>
                  <a:lnTo>
                    <a:pt x="3458" y="208"/>
                  </a:lnTo>
                  <a:lnTo>
                    <a:pt x="3461" y="208"/>
                  </a:lnTo>
                  <a:lnTo>
                    <a:pt x="3467" y="208"/>
                  </a:lnTo>
                  <a:lnTo>
                    <a:pt x="3470" y="212"/>
                  </a:lnTo>
                  <a:lnTo>
                    <a:pt x="3471" y="216"/>
                  </a:lnTo>
                  <a:lnTo>
                    <a:pt x="3472" y="222"/>
                  </a:lnTo>
                  <a:lnTo>
                    <a:pt x="3528" y="689"/>
                  </a:lnTo>
                  <a:lnTo>
                    <a:pt x="3530" y="703"/>
                  </a:lnTo>
                  <a:lnTo>
                    <a:pt x="3531" y="711"/>
                  </a:lnTo>
                  <a:lnTo>
                    <a:pt x="3533" y="713"/>
                  </a:lnTo>
                  <a:lnTo>
                    <a:pt x="3535" y="713"/>
                  </a:lnTo>
                  <a:lnTo>
                    <a:pt x="3536" y="713"/>
                  </a:lnTo>
                  <a:lnTo>
                    <a:pt x="3538" y="709"/>
                  </a:lnTo>
                  <a:lnTo>
                    <a:pt x="3539" y="703"/>
                  </a:lnTo>
                  <a:lnTo>
                    <a:pt x="3541" y="689"/>
                  </a:lnTo>
                  <a:lnTo>
                    <a:pt x="3596" y="301"/>
                  </a:lnTo>
                  <a:lnTo>
                    <a:pt x="3597" y="294"/>
                  </a:lnTo>
                  <a:lnTo>
                    <a:pt x="3599" y="286"/>
                  </a:lnTo>
                  <a:lnTo>
                    <a:pt x="3601" y="280"/>
                  </a:lnTo>
                  <a:lnTo>
                    <a:pt x="3604" y="274"/>
                  </a:lnTo>
                  <a:lnTo>
                    <a:pt x="3607" y="270"/>
                  </a:lnTo>
                  <a:lnTo>
                    <a:pt x="3610" y="268"/>
                  </a:lnTo>
                  <a:lnTo>
                    <a:pt x="3614" y="266"/>
                  </a:lnTo>
                  <a:lnTo>
                    <a:pt x="3617" y="266"/>
                  </a:lnTo>
                  <a:lnTo>
                    <a:pt x="3621" y="266"/>
                  </a:lnTo>
                  <a:lnTo>
                    <a:pt x="3624" y="268"/>
                  </a:lnTo>
                  <a:lnTo>
                    <a:pt x="3627" y="270"/>
                  </a:lnTo>
                  <a:lnTo>
                    <a:pt x="3630" y="274"/>
                  </a:lnTo>
                  <a:lnTo>
                    <a:pt x="3633" y="280"/>
                  </a:lnTo>
                  <a:lnTo>
                    <a:pt x="3634" y="282"/>
                  </a:lnTo>
                  <a:lnTo>
                    <a:pt x="3635" y="286"/>
                  </a:lnTo>
                  <a:lnTo>
                    <a:pt x="3637" y="294"/>
                  </a:lnTo>
                  <a:lnTo>
                    <a:pt x="3639" y="301"/>
                  </a:lnTo>
                  <a:lnTo>
                    <a:pt x="3693" y="689"/>
                  </a:lnTo>
                  <a:lnTo>
                    <a:pt x="3695" y="703"/>
                  </a:lnTo>
                  <a:lnTo>
                    <a:pt x="3696" y="707"/>
                  </a:lnTo>
                  <a:lnTo>
                    <a:pt x="3697" y="709"/>
                  </a:lnTo>
                  <a:lnTo>
                    <a:pt x="3698" y="713"/>
                  </a:lnTo>
                  <a:lnTo>
                    <a:pt x="3700" y="713"/>
                  </a:lnTo>
                  <a:lnTo>
                    <a:pt x="3701" y="713"/>
                  </a:lnTo>
                  <a:lnTo>
                    <a:pt x="3702" y="713"/>
                  </a:lnTo>
                  <a:lnTo>
                    <a:pt x="3703" y="711"/>
                  </a:lnTo>
                  <a:lnTo>
                    <a:pt x="3704" y="707"/>
                  </a:lnTo>
                  <a:lnTo>
                    <a:pt x="3705" y="703"/>
                  </a:lnTo>
                  <a:lnTo>
                    <a:pt x="3707" y="689"/>
                  </a:lnTo>
                  <a:lnTo>
                    <a:pt x="3761" y="222"/>
                  </a:lnTo>
                  <a:lnTo>
                    <a:pt x="3762" y="216"/>
                  </a:lnTo>
                  <a:lnTo>
                    <a:pt x="3763" y="212"/>
                  </a:lnTo>
                  <a:lnTo>
                    <a:pt x="3764" y="210"/>
                  </a:lnTo>
                  <a:lnTo>
                    <a:pt x="3766" y="208"/>
                  </a:lnTo>
                  <a:lnTo>
                    <a:pt x="3767" y="208"/>
                  </a:lnTo>
                  <a:lnTo>
                    <a:pt x="3769" y="208"/>
                  </a:lnTo>
                  <a:lnTo>
                    <a:pt x="3773" y="208"/>
                  </a:lnTo>
                  <a:lnTo>
                    <a:pt x="3777" y="210"/>
                  </a:lnTo>
                  <a:lnTo>
                    <a:pt x="3779" y="212"/>
                  </a:lnTo>
                  <a:lnTo>
                    <a:pt x="3781" y="214"/>
                  </a:lnTo>
                  <a:lnTo>
                    <a:pt x="3782" y="218"/>
                  </a:lnTo>
                  <a:lnTo>
                    <a:pt x="3782" y="222"/>
                  </a:lnTo>
                  <a:lnTo>
                    <a:pt x="3781" y="232"/>
                  </a:lnTo>
                  <a:lnTo>
                    <a:pt x="3726" y="699"/>
                  </a:lnTo>
                  <a:close/>
                  <a:moveTo>
                    <a:pt x="3953" y="753"/>
                  </a:moveTo>
                  <a:lnTo>
                    <a:pt x="3940" y="753"/>
                  </a:lnTo>
                  <a:lnTo>
                    <a:pt x="3934" y="751"/>
                  </a:lnTo>
                  <a:lnTo>
                    <a:pt x="3929" y="749"/>
                  </a:lnTo>
                  <a:lnTo>
                    <a:pt x="3918" y="745"/>
                  </a:lnTo>
                  <a:lnTo>
                    <a:pt x="3908" y="737"/>
                  </a:lnTo>
                  <a:lnTo>
                    <a:pt x="3903" y="733"/>
                  </a:lnTo>
                  <a:lnTo>
                    <a:pt x="3898" y="729"/>
                  </a:lnTo>
                  <a:lnTo>
                    <a:pt x="3890" y="717"/>
                  </a:lnTo>
                  <a:lnTo>
                    <a:pt x="3882" y="705"/>
                  </a:lnTo>
                  <a:lnTo>
                    <a:pt x="3875" y="689"/>
                  </a:lnTo>
                  <a:lnTo>
                    <a:pt x="3872" y="683"/>
                  </a:lnTo>
                  <a:lnTo>
                    <a:pt x="3869" y="673"/>
                  </a:lnTo>
                  <a:lnTo>
                    <a:pt x="3866" y="665"/>
                  </a:lnTo>
                  <a:lnTo>
                    <a:pt x="3864" y="655"/>
                  </a:lnTo>
                  <a:lnTo>
                    <a:pt x="3859" y="635"/>
                  </a:lnTo>
                  <a:lnTo>
                    <a:pt x="3856" y="615"/>
                  </a:lnTo>
                  <a:lnTo>
                    <a:pt x="3853" y="591"/>
                  </a:lnTo>
                  <a:lnTo>
                    <a:pt x="3851" y="567"/>
                  </a:lnTo>
                  <a:lnTo>
                    <a:pt x="3850" y="541"/>
                  </a:lnTo>
                  <a:lnTo>
                    <a:pt x="3849" y="513"/>
                  </a:lnTo>
                  <a:lnTo>
                    <a:pt x="3849" y="443"/>
                  </a:lnTo>
                  <a:lnTo>
                    <a:pt x="3850" y="415"/>
                  </a:lnTo>
                  <a:lnTo>
                    <a:pt x="3851" y="389"/>
                  </a:lnTo>
                  <a:lnTo>
                    <a:pt x="3853" y="363"/>
                  </a:lnTo>
                  <a:lnTo>
                    <a:pt x="3856" y="341"/>
                  </a:lnTo>
                  <a:lnTo>
                    <a:pt x="3857" y="329"/>
                  </a:lnTo>
                  <a:lnTo>
                    <a:pt x="3859" y="319"/>
                  </a:lnTo>
                  <a:lnTo>
                    <a:pt x="3861" y="309"/>
                  </a:lnTo>
                  <a:lnTo>
                    <a:pt x="3864" y="300"/>
                  </a:lnTo>
                  <a:lnTo>
                    <a:pt x="3866" y="290"/>
                  </a:lnTo>
                  <a:lnTo>
                    <a:pt x="3869" y="282"/>
                  </a:lnTo>
                  <a:lnTo>
                    <a:pt x="3875" y="266"/>
                  </a:lnTo>
                  <a:lnTo>
                    <a:pt x="3882" y="252"/>
                  </a:lnTo>
                  <a:lnTo>
                    <a:pt x="3886" y="244"/>
                  </a:lnTo>
                  <a:lnTo>
                    <a:pt x="3890" y="238"/>
                  </a:lnTo>
                  <a:lnTo>
                    <a:pt x="3898" y="228"/>
                  </a:lnTo>
                  <a:lnTo>
                    <a:pt x="3903" y="222"/>
                  </a:lnTo>
                  <a:lnTo>
                    <a:pt x="3908" y="218"/>
                  </a:lnTo>
                  <a:lnTo>
                    <a:pt x="3918" y="212"/>
                  </a:lnTo>
                  <a:lnTo>
                    <a:pt x="3929" y="206"/>
                  </a:lnTo>
                  <a:lnTo>
                    <a:pt x="3934" y="204"/>
                  </a:lnTo>
                  <a:lnTo>
                    <a:pt x="3940" y="204"/>
                  </a:lnTo>
                  <a:lnTo>
                    <a:pt x="3953" y="202"/>
                  </a:lnTo>
                  <a:lnTo>
                    <a:pt x="3965" y="204"/>
                  </a:lnTo>
                  <a:lnTo>
                    <a:pt x="3971" y="204"/>
                  </a:lnTo>
                  <a:lnTo>
                    <a:pt x="3977" y="206"/>
                  </a:lnTo>
                  <a:lnTo>
                    <a:pt x="3988" y="212"/>
                  </a:lnTo>
                  <a:lnTo>
                    <a:pt x="3998" y="218"/>
                  </a:lnTo>
                  <a:lnTo>
                    <a:pt x="4003" y="222"/>
                  </a:lnTo>
                  <a:lnTo>
                    <a:pt x="4007" y="228"/>
                  </a:lnTo>
                  <a:lnTo>
                    <a:pt x="4016" y="238"/>
                  </a:lnTo>
                  <a:lnTo>
                    <a:pt x="4024" y="252"/>
                  </a:lnTo>
                  <a:lnTo>
                    <a:pt x="4031" y="266"/>
                  </a:lnTo>
                  <a:lnTo>
                    <a:pt x="4034" y="274"/>
                  </a:lnTo>
                  <a:lnTo>
                    <a:pt x="4037" y="282"/>
                  </a:lnTo>
                  <a:lnTo>
                    <a:pt x="4039" y="290"/>
                  </a:lnTo>
                  <a:lnTo>
                    <a:pt x="4042" y="300"/>
                  </a:lnTo>
                  <a:lnTo>
                    <a:pt x="4046" y="319"/>
                  </a:lnTo>
                  <a:lnTo>
                    <a:pt x="4050" y="341"/>
                  </a:lnTo>
                  <a:lnTo>
                    <a:pt x="4053" y="363"/>
                  </a:lnTo>
                  <a:lnTo>
                    <a:pt x="4055" y="389"/>
                  </a:lnTo>
                  <a:lnTo>
                    <a:pt x="4056" y="415"/>
                  </a:lnTo>
                  <a:lnTo>
                    <a:pt x="4057" y="443"/>
                  </a:lnTo>
                  <a:lnTo>
                    <a:pt x="4057" y="513"/>
                  </a:lnTo>
                  <a:lnTo>
                    <a:pt x="4056" y="541"/>
                  </a:lnTo>
                  <a:lnTo>
                    <a:pt x="4055" y="567"/>
                  </a:lnTo>
                  <a:lnTo>
                    <a:pt x="4053" y="591"/>
                  </a:lnTo>
                  <a:lnTo>
                    <a:pt x="4050" y="615"/>
                  </a:lnTo>
                  <a:lnTo>
                    <a:pt x="4048" y="625"/>
                  </a:lnTo>
                  <a:lnTo>
                    <a:pt x="4046" y="635"/>
                  </a:lnTo>
                  <a:lnTo>
                    <a:pt x="4044" y="645"/>
                  </a:lnTo>
                  <a:lnTo>
                    <a:pt x="4042" y="655"/>
                  </a:lnTo>
                  <a:lnTo>
                    <a:pt x="4039" y="665"/>
                  </a:lnTo>
                  <a:lnTo>
                    <a:pt x="4037" y="673"/>
                  </a:lnTo>
                  <a:lnTo>
                    <a:pt x="4031" y="689"/>
                  </a:lnTo>
                  <a:lnTo>
                    <a:pt x="4024" y="705"/>
                  </a:lnTo>
                  <a:lnTo>
                    <a:pt x="4020" y="711"/>
                  </a:lnTo>
                  <a:lnTo>
                    <a:pt x="4016" y="717"/>
                  </a:lnTo>
                  <a:lnTo>
                    <a:pt x="4007" y="729"/>
                  </a:lnTo>
                  <a:lnTo>
                    <a:pt x="4003" y="733"/>
                  </a:lnTo>
                  <a:lnTo>
                    <a:pt x="3998" y="737"/>
                  </a:lnTo>
                  <a:lnTo>
                    <a:pt x="3988" y="745"/>
                  </a:lnTo>
                  <a:lnTo>
                    <a:pt x="3977" y="749"/>
                  </a:lnTo>
                  <a:lnTo>
                    <a:pt x="3971" y="751"/>
                  </a:lnTo>
                  <a:lnTo>
                    <a:pt x="3965" y="753"/>
                  </a:lnTo>
                  <a:lnTo>
                    <a:pt x="3953" y="753"/>
                  </a:lnTo>
                  <a:close/>
                  <a:moveTo>
                    <a:pt x="4034" y="443"/>
                  </a:moveTo>
                  <a:lnTo>
                    <a:pt x="4034" y="419"/>
                  </a:lnTo>
                  <a:lnTo>
                    <a:pt x="4033" y="397"/>
                  </a:lnTo>
                  <a:lnTo>
                    <a:pt x="4033" y="387"/>
                  </a:lnTo>
                  <a:lnTo>
                    <a:pt x="4032" y="377"/>
                  </a:lnTo>
                  <a:lnTo>
                    <a:pt x="4030" y="359"/>
                  </a:lnTo>
                  <a:lnTo>
                    <a:pt x="4027" y="341"/>
                  </a:lnTo>
                  <a:lnTo>
                    <a:pt x="4024" y="323"/>
                  </a:lnTo>
                  <a:lnTo>
                    <a:pt x="4020" y="309"/>
                  </a:lnTo>
                  <a:lnTo>
                    <a:pt x="4016" y="296"/>
                  </a:lnTo>
                  <a:lnTo>
                    <a:pt x="4011" y="284"/>
                  </a:lnTo>
                  <a:lnTo>
                    <a:pt x="4008" y="278"/>
                  </a:lnTo>
                  <a:lnTo>
                    <a:pt x="4005" y="272"/>
                  </a:lnTo>
                  <a:lnTo>
                    <a:pt x="3998" y="264"/>
                  </a:lnTo>
                  <a:lnTo>
                    <a:pt x="3994" y="260"/>
                  </a:lnTo>
                  <a:lnTo>
                    <a:pt x="3990" y="256"/>
                  </a:lnTo>
                  <a:lnTo>
                    <a:pt x="3986" y="252"/>
                  </a:lnTo>
                  <a:lnTo>
                    <a:pt x="3982" y="250"/>
                  </a:lnTo>
                  <a:lnTo>
                    <a:pt x="3973" y="246"/>
                  </a:lnTo>
                  <a:lnTo>
                    <a:pt x="3963" y="242"/>
                  </a:lnTo>
                  <a:lnTo>
                    <a:pt x="3953" y="242"/>
                  </a:lnTo>
                  <a:lnTo>
                    <a:pt x="3942" y="242"/>
                  </a:lnTo>
                  <a:lnTo>
                    <a:pt x="3932" y="246"/>
                  </a:lnTo>
                  <a:lnTo>
                    <a:pt x="3928" y="248"/>
                  </a:lnTo>
                  <a:lnTo>
                    <a:pt x="3923" y="250"/>
                  </a:lnTo>
                  <a:lnTo>
                    <a:pt x="3915" y="256"/>
                  </a:lnTo>
                  <a:lnTo>
                    <a:pt x="3908" y="264"/>
                  </a:lnTo>
                  <a:lnTo>
                    <a:pt x="3901" y="272"/>
                  </a:lnTo>
                  <a:lnTo>
                    <a:pt x="3895" y="284"/>
                  </a:lnTo>
                  <a:lnTo>
                    <a:pt x="3890" y="296"/>
                  </a:lnTo>
                  <a:lnTo>
                    <a:pt x="3888" y="301"/>
                  </a:lnTo>
                  <a:lnTo>
                    <a:pt x="3885" y="309"/>
                  </a:lnTo>
                  <a:lnTo>
                    <a:pt x="3882" y="323"/>
                  </a:lnTo>
                  <a:lnTo>
                    <a:pt x="3878" y="341"/>
                  </a:lnTo>
                  <a:lnTo>
                    <a:pt x="3876" y="359"/>
                  </a:lnTo>
                  <a:lnTo>
                    <a:pt x="3874" y="377"/>
                  </a:lnTo>
                  <a:lnTo>
                    <a:pt x="3872" y="397"/>
                  </a:lnTo>
                  <a:lnTo>
                    <a:pt x="3872" y="409"/>
                  </a:lnTo>
                  <a:lnTo>
                    <a:pt x="3872" y="419"/>
                  </a:lnTo>
                  <a:lnTo>
                    <a:pt x="3871" y="443"/>
                  </a:lnTo>
                  <a:lnTo>
                    <a:pt x="3871" y="513"/>
                  </a:lnTo>
                  <a:lnTo>
                    <a:pt x="3872" y="535"/>
                  </a:lnTo>
                  <a:lnTo>
                    <a:pt x="3872" y="557"/>
                  </a:lnTo>
                  <a:lnTo>
                    <a:pt x="3873" y="567"/>
                  </a:lnTo>
                  <a:lnTo>
                    <a:pt x="3874" y="577"/>
                  </a:lnTo>
                  <a:lnTo>
                    <a:pt x="3876" y="597"/>
                  </a:lnTo>
                  <a:lnTo>
                    <a:pt x="3878" y="615"/>
                  </a:lnTo>
                  <a:lnTo>
                    <a:pt x="3882" y="631"/>
                  </a:lnTo>
                  <a:lnTo>
                    <a:pt x="3885" y="645"/>
                  </a:lnTo>
                  <a:lnTo>
                    <a:pt x="3890" y="659"/>
                  </a:lnTo>
                  <a:lnTo>
                    <a:pt x="3895" y="673"/>
                  </a:lnTo>
                  <a:lnTo>
                    <a:pt x="3898" y="677"/>
                  </a:lnTo>
                  <a:lnTo>
                    <a:pt x="3901" y="683"/>
                  </a:lnTo>
                  <a:lnTo>
                    <a:pt x="3908" y="693"/>
                  </a:lnTo>
                  <a:lnTo>
                    <a:pt x="3911" y="697"/>
                  </a:lnTo>
                  <a:lnTo>
                    <a:pt x="3915" y="699"/>
                  </a:lnTo>
                  <a:lnTo>
                    <a:pt x="3919" y="703"/>
                  </a:lnTo>
                  <a:lnTo>
                    <a:pt x="3923" y="707"/>
                  </a:lnTo>
                  <a:lnTo>
                    <a:pt x="3932" y="711"/>
                  </a:lnTo>
                  <a:lnTo>
                    <a:pt x="3942" y="713"/>
                  </a:lnTo>
                  <a:lnTo>
                    <a:pt x="3953" y="713"/>
                  </a:lnTo>
                  <a:lnTo>
                    <a:pt x="3963" y="713"/>
                  </a:lnTo>
                  <a:lnTo>
                    <a:pt x="3973" y="711"/>
                  </a:lnTo>
                  <a:lnTo>
                    <a:pt x="3978" y="709"/>
                  </a:lnTo>
                  <a:lnTo>
                    <a:pt x="3982" y="707"/>
                  </a:lnTo>
                  <a:lnTo>
                    <a:pt x="3990" y="699"/>
                  </a:lnTo>
                  <a:lnTo>
                    <a:pt x="3998" y="693"/>
                  </a:lnTo>
                  <a:lnTo>
                    <a:pt x="4005" y="683"/>
                  </a:lnTo>
                  <a:lnTo>
                    <a:pt x="4011" y="673"/>
                  </a:lnTo>
                  <a:lnTo>
                    <a:pt x="4016" y="659"/>
                  </a:lnTo>
                  <a:lnTo>
                    <a:pt x="4018" y="653"/>
                  </a:lnTo>
                  <a:lnTo>
                    <a:pt x="4020" y="645"/>
                  </a:lnTo>
                  <a:lnTo>
                    <a:pt x="4024" y="631"/>
                  </a:lnTo>
                  <a:lnTo>
                    <a:pt x="4027" y="615"/>
                  </a:lnTo>
                  <a:lnTo>
                    <a:pt x="4030" y="597"/>
                  </a:lnTo>
                  <a:lnTo>
                    <a:pt x="4032" y="577"/>
                  </a:lnTo>
                  <a:lnTo>
                    <a:pt x="4033" y="557"/>
                  </a:lnTo>
                  <a:lnTo>
                    <a:pt x="4034" y="547"/>
                  </a:lnTo>
                  <a:lnTo>
                    <a:pt x="4034" y="535"/>
                  </a:lnTo>
                  <a:lnTo>
                    <a:pt x="4034" y="513"/>
                  </a:lnTo>
                  <a:lnTo>
                    <a:pt x="4034" y="443"/>
                  </a:lnTo>
                  <a:close/>
                  <a:moveTo>
                    <a:pt x="4237" y="242"/>
                  </a:moveTo>
                  <a:lnTo>
                    <a:pt x="4230" y="242"/>
                  </a:lnTo>
                  <a:lnTo>
                    <a:pt x="4222" y="244"/>
                  </a:lnTo>
                  <a:lnTo>
                    <a:pt x="4215" y="246"/>
                  </a:lnTo>
                  <a:lnTo>
                    <a:pt x="4206" y="250"/>
                  </a:lnTo>
                  <a:lnTo>
                    <a:pt x="4197" y="258"/>
                  </a:lnTo>
                  <a:lnTo>
                    <a:pt x="4188" y="266"/>
                  </a:lnTo>
                  <a:lnTo>
                    <a:pt x="4178" y="276"/>
                  </a:lnTo>
                  <a:lnTo>
                    <a:pt x="4167" y="288"/>
                  </a:lnTo>
                  <a:lnTo>
                    <a:pt x="4167" y="729"/>
                  </a:lnTo>
                  <a:lnTo>
                    <a:pt x="4167" y="731"/>
                  </a:lnTo>
                  <a:lnTo>
                    <a:pt x="4167" y="735"/>
                  </a:lnTo>
                  <a:lnTo>
                    <a:pt x="4164" y="741"/>
                  </a:lnTo>
                  <a:lnTo>
                    <a:pt x="4161" y="745"/>
                  </a:lnTo>
                  <a:lnTo>
                    <a:pt x="4158" y="747"/>
                  </a:lnTo>
                  <a:lnTo>
                    <a:pt x="4155" y="747"/>
                  </a:lnTo>
                  <a:lnTo>
                    <a:pt x="4152" y="745"/>
                  </a:lnTo>
                  <a:lnTo>
                    <a:pt x="4147" y="741"/>
                  </a:lnTo>
                  <a:lnTo>
                    <a:pt x="4145" y="735"/>
                  </a:lnTo>
                  <a:lnTo>
                    <a:pt x="4144" y="729"/>
                  </a:lnTo>
                  <a:lnTo>
                    <a:pt x="4144" y="228"/>
                  </a:lnTo>
                  <a:lnTo>
                    <a:pt x="4144" y="224"/>
                  </a:lnTo>
                  <a:lnTo>
                    <a:pt x="4145" y="220"/>
                  </a:lnTo>
                  <a:lnTo>
                    <a:pt x="4147" y="214"/>
                  </a:lnTo>
                  <a:lnTo>
                    <a:pt x="4149" y="210"/>
                  </a:lnTo>
                  <a:lnTo>
                    <a:pt x="4150" y="210"/>
                  </a:lnTo>
                  <a:lnTo>
                    <a:pt x="4152" y="208"/>
                  </a:lnTo>
                  <a:lnTo>
                    <a:pt x="4154" y="208"/>
                  </a:lnTo>
                  <a:lnTo>
                    <a:pt x="4158" y="208"/>
                  </a:lnTo>
                  <a:lnTo>
                    <a:pt x="4160" y="208"/>
                  </a:lnTo>
                  <a:lnTo>
                    <a:pt x="4162" y="210"/>
                  </a:lnTo>
                  <a:lnTo>
                    <a:pt x="4164" y="210"/>
                  </a:lnTo>
                  <a:lnTo>
                    <a:pt x="4165" y="214"/>
                  </a:lnTo>
                  <a:lnTo>
                    <a:pt x="4166" y="216"/>
                  </a:lnTo>
                  <a:lnTo>
                    <a:pt x="4167" y="220"/>
                  </a:lnTo>
                  <a:lnTo>
                    <a:pt x="4167" y="224"/>
                  </a:lnTo>
                  <a:lnTo>
                    <a:pt x="4167" y="228"/>
                  </a:lnTo>
                  <a:lnTo>
                    <a:pt x="4167" y="248"/>
                  </a:lnTo>
                  <a:lnTo>
                    <a:pt x="4177" y="238"/>
                  </a:lnTo>
                  <a:lnTo>
                    <a:pt x="4181" y="232"/>
                  </a:lnTo>
                  <a:lnTo>
                    <a:pt x="4186" y="228"/>
                  </a:lnTo>
                  <a:lnTo>
                    <a:pt x="4194" y="220"/>
                  </a:lnTo>
                  <a:lnTo>
                    <a:pt x="4203" y="214"/>
                  </a:lnTo>
                  <a:lnTo>
                    <a:pt x="4211" y="208"/>
                  </a:lnTo>
                  <a:lnTo>
                    <a:pt x="4220" y="206"/>
                  </a:lnTo>
                  <a:lnTo>
                    <a:pt x="4228" y="204"/>
                  </a:lnTo>
                  <a:lnTo>
                    <a:pt x="4237" y="202"/>
                  </a:lnTo>
                  <a:lnTo>
                    <a:pt x="4243" y="204"/>
                  </a:lnTo>
                  <a:lnTo>
                    <a:pt x="4245" y="204"/>
                  </a:lnTo>
                  <a:lnTo>
                    <a:pt x="4247" y="206"/>
                  </a:lnTo>
                  <a:lnTo>
                    <a:pt x="4249" y="208"/>
                  </a:lnTo>
                  <a:lnTo>
                    <a:pt x="4250" y="210"/>
                  </a:lnTo>
                  <a:lnTo>
                    <a:pt x="4251" y="214"/>
                  </a:lnTo>
                  <a:lnTo>
                    <a:pt x="4251" y="218"/>
                  </a:lnTo>
                  <a:lnTo>
                    <a:pt x="4251" y="226"/>
                  </a:lnTo>
                  <a:lnTo>
                    <a:pt x="4251" y="230"/>
                  </a:lnTo>
                  <a:lnTo>
                    <a:pt x="4250" y="234"/>
                  </a:lnTo>
                  <a:lnTo>
                    <a:pt x="4249" y="236"/>
                  </a:lnTo>
                  <a:lnTo>
                    <a:pt x="4247" y="238"/>
                  </a:lnTo>
                  <a:lnTo>
                    <a:pt x="4243" y="242"/>
                  </a:lnTo>
                  <a:lnTo>
                    <a:pt x="4237" y="242"/>
                  </a:lnTo>
                  <a:close/>
                  <a:moveTo>
                    <a:pt x="4344" y="753"/>
                  </a:moveTo>
                  <a:lnTo>
                    <a:pt x="4339" y="753"/>
                  </a:lnTo>
                  <a:lnTo>
                    <a:pt x="4335" y="751"/>
                  </a:lnTo>
                  <a:lnTo>
                    <a:pt x="4333" y="747"/>
                  </a:lnTo>
                  <a:lnTo>
                    <a:pt x="4331" y="741"/>
                  </a:lnTo>
                  <a:lnTo>
                    <a:pt x="4330" y="735"/>
                  </a:lnTo>
                  <a:lnTo>
                    <a:pt x="4330" y="20"/>
                  </a:lnTo>
                  <a:lnTo>
                    <a:pt x="4331" y="16"/>
                  </a:lnTo>
                  <a:lnTo>
                    <a:pt x="4331" y="12"/>
                  </a:lnTo>
                  <a:lnTo>
                    <a:pt x="4333" y="6"/>
                  </a:lnTo>
                  <a:lnTo>
                    <a:pt x="4334" y="4"/>
                  </a:lnTo>
                  <a:lnTo>
                    <a:pt x="4335" y="2"/>
                  </a:lnTo>
                  <a:lnTo>
                    <a:pt x="4339" y="0"/>
                  </a:lnTo>
                  <a:lnTo>
                    <a:pt x="4344" y="0"/>
                  </a:lnTo>
                  <a:lnTo>
                    <a:pt x="4347" y="2"/>
                  </a:lnTo>
                  <a:lnTo>
                    <a:pt x="4350" y="6"/>
                  </a:lnTo>
                  <a:lnTo>
                    <a:pt x="4352" y="12"/>
                  </a:lnTo>
                  <a:lnTo>
                    <a:pt x="4353" y="20"/>
                  </a:lnTo>
                  <a:lnTo>
                    <a:pt x="4353" y="735"/>
                  </a:lnTo>
                  <a:lnTo>
                    <a:pt x="4352" y="737"/>
                  </a:lnTo>
                  <a:lnTo>
                    <a:pt x="4352" y="741"/>
                  </a:lnTo>
                  <a:lnTo>
                    <a:pt x="4350" y="747"/>
                  </a:lnTo>
                  <a:lnTo>
                    <a:pt x="4349" y="749"/>
                  </a:lnTo>
                  <a:lnTo>
                    <a:pt x="4347" y="751"/>
                  </a:lnTo>
                  <a:lnTo>
                    <a:pt x="4344" y="7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0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B0983813-A6C0-2384-6958-DDC82E12A6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9188" y="1992313"/>
              <a:ext cx="7424738" cy="1890713"/>
            </a:xfrm>
            <a:custGeom>
              <a:avLst/>
              <a:gdLst>
                <a:gd name="T0" fmla="*/ 3621 w 4677"/>
                <a:gd name="T1" fmla="*/ 1718 h 2381"/>
                <a:gd name="T2" fmla="*/ 3722 w 4677"/>
                <a:gd name="T3" fmla="*/ 1115 h 2381"/>
                <a:gd name="T4" fmla="*/ 3550 w 4677"/>
                <a:gd name="T5" fmla="*/ 549 h 2381"/>
                <a:gd name="T6" fmla="*/ 3192 w 4677"/>
                <a:gd name="T7" fmla="*/ 463 h 2381"/>
                <a:gd name="T8" fmla="*/ 2956 w 4677"/>
                <a:gd name="T9" fmla="*/ 927 h 2381"/>
                <a:gd name="T10" fmla="*/ 2980 w 4677"/>
                <a:gd name="T11" fmla="*/ 1566 h 2381"/>
                <a:gd name="T12" fmla="*/ 3268 w 4677"/>
                <a:gd name="T13" fmla="*/ 1966 h 2381"/>
                <a:gd name="T14" fmla="*/ 3592 w 4677"/>
                <a:gd name="T15" fmla="*/ 118 h 2381"/>
                <a:gd name="T16" fmla="*/ 3866 w 4677"/>
                <a:gd name="T17" fmla="*/ 623 h 2381"/>
                <a:gd name="T18" fmla="*/ 3937 w 4677"/>
                <a:gd name="T19" fmla="*/ 1313 h 2381"/>
                <a:gd name="T20" fmla="*/ 3826 w 4677"/>
                <a:gd name="T21" fmla="*/ 1880 h 2381"/>
                <a:gd name="T22" fmla="*/ 3493 w 4677"/>
                <a:gd name="T23" fmla="*/ 2335 h 2381"/>
                <a:gd name="T24" fmla="*/ 3087 w 4677"/>
                <a:gd name="T25" fmla="*/ 2287 h 2381"/>
                <a:gd name="T26" fmla="*/ 2817 w 4677"/>
                <a:gd name="T27" fmla="*/ 1856 h 2381"/>
                <a:gd name="T28" fmla="*/ 2713 w 4677"/>
                <a:gd name="T29" fmla="*/ 1129 h 2381"/>
                <a:gd name="T30" fmla="*/ 2808 w 4677"/>
                <a:gd name="T31" fmla="*/ 549 h 2381"/>
                <a:gd name="T32" fmla="*/ 3129 w 4677"/>
                <a:gd name="T33" fmla="*/ 64 h 2381"/>
                <a:gd name="T34" fmla="*/ 3421 w 4677"/>
                <a:gd name="T35" fmla="*/ 1049 h 2381"/>
                <a:gd name="T36" fmla="*/ 3421 w 4677"/>
                <a:gd name="T37" fmla="*/ 1333 h 2381"/>
                <a:gd name="T38" fmla="*/ 3242 w 4677"/>
                <a:gd name="T39" fmla="*/ 1349 h 2381"/>
                <a:gd name="T40" fmla="*/ 3228 w 4677"/>
                <a:gd name="T41" fmla="*/ 1067 h 2381"/>
                <a:gd name="T42" fmla="*/ 555 w 4677"/>
                <a:gd name="T43" fmla="*/ 1834 h 2381"/>
                <a:gd name="T44" fmla="*/ 612 w 4677"/>
                <a:gd name="T45" fmla="*/ 2108 h 2381"/>
                <a:gd name="T46" fmla="*/ 110 w 4677"/>
                <a:gd name="T47" fmla="*/ 2246 h 2381"/>
                <a:gd name="T48" fmla="*/ 1 w 4677"/>
                <a:gd name="T49" fmla="*/ 2038 h 2381"/>
                <a:gd name="T50" fmla="*/ 71 w 4677"/>
                <a:gd name="T51" fmla="*/ 248 h 2381"/>
                <a:gd name="T52" fmla="*/ 236 w 4677"/>
                <a:gd name="T53" fmla="*/ 362 h 2381"/>
                <a:gd name="T54" fmla="*/ 1549 w 4677"/>
                <a:gd name="T55" fmla="*/ 2130 h 2381"/>
                <a:gd name="T56" fmla="*/ 1385 w 4677"/>
                <a:gd name="T57" fmla="*/ 2230 h 2381"/>
                <a:gd name="T58" fmla="*/ 1267 w 4677"/>
                <a:gd name="T59" fmla="*/ 1802 h 2381"/>
                <a:gd name="T60" fmla="*/ 870 w 4677"/>
                <a:gd name="T61" fmla="*/ 1966 h 2381"/>
                <a:gd name="T62" fmla="*/ 737 w 4677"/>
                <a:gd name="T63" fmla="*/ 2254 h 2381"/>
                <a:gd name="T64" fmla="*/ 631 w 4677"/>
                <a:gd name="T65" fmla="*/ 2036 h 2381"/>
                <a:gd name="T66" fmla="*/ 983 w 4677"/>
                <a:gd name="T67" fmla="*/ 298 h 2381"/>
                <a:gd name="T68" fmla="*/ 1183 w 4677"/>
                <a:gd name="T69" fmla="*/ 270 h 2381"/>
                <a:gd name="T70" fmla="*/ 1518 w 4677"/>
                <a:gd name="T71" fmla="*/ 1800 h 2381"/>
                <a:gd name="T72" fmla="*/ 2713 w 4677"/>
                <a:gd name="T73" fmla="*/ 1772 h 2381"/>
                <a:gd name="T74" fmla="*/ 2756 w 4677"/>
                <a:gd name="T75" fmla="*/ 2192 h 2381"/>
                <a:gd name="T76" fmla="*/ 2601 w 4677"/>
                <a:gd name="T77" fmla="*/ 2212 h 2381"/>
                <a:gd name="T78" fmla="*/ 2295 w 4677"/>
                <a:gd name="T79" fmla="*/ 2116 h 2381"/>
                <a:gd name="T80" fmla="*/ 2171 w 4677"/>
                <a:gd name="T81" fmla="*/ 2254 h 2381"/>
                <a:gd name="T82" fmla="*/ 1817 w 4677"/>
                <a:gd name="T83" fmla="*/ 1908 h 2381"/>
                <a:gd name="T84" fmla="*/ 1699 w 4677"/>
                <a:gd name="T85" fmla="*/ 2250 h 2381"/>
                <a:gd name="T86" fmla="*/ 1571 w 4677"/>
                <a:gd name="T87" fmla="*/ 2070 h 2381"/>
                <a:gd name="T88" fmla="*/ 1737 w 4677"/>
                <a:gd name="T89" fmla="*/ 342 h 2381"/>
                <a:gd name="T90" fmla="*/ 1904 w 4677"/>
                <a:gd name="T91" fmla="*/ 254 h 2381"/>
                <a:gd name="T92" fmla="*/ 2358 w 4677"/>
                <a:gd name="T93" fmla="*/ 424 h 2381"/>
                <a:gd name="T94" fmla="*/ 2539 w 4677"/>
                <a:gd name="T95" fmla="*/ 248 h 2381"/>
                <a:gd name="T96" fmla="*/ 2653 w 4677"/>
                <a:gd name="T97" fmla="*/ 479 h 2381"/>
                <a:gd name="T98" fmla="*/ 4671 w 4677"/>
                <a:gd name="T99" fmla="*/ 1960 h 2381"/>
                <a:gd name="T100" fmla="*/ 4605 w 4677"/>
                <a:gd name="T101" fmla="*/ 2234 h 2381"/>
                <a:gd name="T102" fmla="*/ 4165 w 4677"/>
                <a:gd name="T103" fmla="*/ 1432 h 2381"/>
                <a:gd name="T104" fmla="*/ 4071 w 4677"/>
                <a:gd name="T105" fmla="*/ 2250 h 2381"/>
                <a:gd name="T106" fmla="*/ 3928 w 4677"/>
                <a:gd name="T107" fmla="*/ 2112 h 2381"/>
                <a:gd name="T108" fmla="*/ 4007 w 4677"/>
                <a:gd name="T109" fmla="*/ 1279 h 2381"/>
                <a:gd name="T110" fmla="*/ 3920 w 4677"/>
                <a:gd name="T111" fmla="*/ 539 h 2381"/>
                <a:gd name="T112" fmla="*/ 4023 w 4677"/>
                <a:gd name="T113" fmla="*/ 248 h 2381"/>
                <a:gd name="T114" fmla="*/ 4515 w 4677"/>
                <a:gd name="T115" fmla="*/ 336 h 2381"/>
                <a:gd name="T116" fmla="*/ 4656 w 4677"/>
                <a:gd name="T117" fmla="*/ 695 h 2381"/>
                <a:gd name="T118" fmla="*/ 4629 w 4677"/>
                <a:gd name="T119" fmla="*/ 1161 h 2381"/>
                <a:gd name="T120" fmla="*/ 4579 w 4677"/>
                <a:gd name="T121" fmla="*/ 1722 h 2381"/>
                <a:gd name="T122" fmla="*/ 4394 w 4677"/>
                <a:gd name="T123" fmla="*/ 1025 h 2381"/>
                <a:gd name="T124" fmla="*/ 4391 w 4677"/>
                <a:gd name="T125" fmla="*/ 711 h 2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77" h="2381">
                  <a:moveTo>
                    <a:pt x="3328" y="1974"/>
                  </a:moveTo>
                  <a:lnTo>
                    <a:pt x="3348" y="1974"/>
                  </a:lnTo>
                  <a:lnTo>
                    <a:pt x="3358" y="1972"/>
                  </a:lnTo>
                  <a:lnTo>
                    <a:pt x="3368" y="1970"/>
                  </a:lnTo>
                  <a:lnTo>
                    <a:pt x="3388" y="1966"/>
                  </a:lnTo>
                  <a:lnTo>
                    <a:pt x="3408" y="1958"/>
                  </a:lnTo>
                  <a:lnTo>
                    <a:pt x="3427" y="1950"/>
                  </a:lnTo>
                  <a:lnTo>
                    <a:pt x="3445" y="1940"/>
                  </a:lnTo>
                  <a:lnTo>
                    <a:pt x="3464" y="1926"/>
                  </a:lnTo>
                  <a:lnTo>
                    <a:pt x="3482" y="1912"/>
                  </a:lnTo>
                  <a:lnTo>
                    <a:pt x="3499" y="1898"/>
                  </a:lnTo>
                  <a:lnTo>
                    <a:pt x="3517" y="1880"/>
                  </a:lnTo>
                  <a:lnTo>
                    <a:pt x="3534" y="1862"/>
                  </a:lnTo>
                  <a:lnTo>
                    <a:pt x="3550" y="1840"/>
                  </a:lnTo>
                  <a:lnTo>
                    <a:pt x="3565" y="1820"/>
                  </a:lnTo>
                  <a:lnTo>
                    <a:pt x="3580" y="1796"/>
                  </a:lnTo>
                  <a:lnTo>
                    <a:pt x="3587" y="1784"/>
                  </a:lnTo>
                  <a:lnTo>
                    <a:pt x="3595" y="1772"/>
                  </a:lnTo>
                  <a:lnTo>
                    <a:pt x="3608" y="1746"/>
                  </a:lnTo>
                  <a:lnTo>
                    <a:pt x="3621" y="1718"/>
                  </a:lnTo>
                  <a:lnTo>
                    <a:pt x="3628" y="1704"/>
                  </a:lnTo>
                  <a:lnTo>
                    <a:pt x="3634" y="1690"/>
                  </a:lnTo>
                  <a:lnTo>
                    <a:pt x="3645" y="1660"/>
                  </a:lnTo>
                  <a:lnTo>
                    <a:pt x="3657" y="1630"/>
                  </a:lnTo>
                  <a:lnTo>
                    <a:pt x="3667" y="1598"/>
                  </a:lnTo>
                  <a:lnTo>
                    <a:pt x="3676" y="1566"/>
                  </a:lnTo>
                  <a:lnTo>
                    <a:pt x="3685" y="1532"/>
                  </a:lnTo>
                  <a:lnTo>
                    <a:pt x="3693" y="1498"/>
                  </a:lnTo>
                  <a:lnTo>
                    <a:pt x="3700" y="1462"/>
                  </a:lnTo>
                  <a:lnTo>
                    <a:pt x="3706" y="1426"/>
                  </a:lnTo>
                  <a:lnTo>
                    <a:pt x="3709" y="1408"/>
                  </a:lnTo>
                  <a:lnTo>
                    <a:pt x="3712" y="1390"/>
                  </a:lnTo>
                  <a:lnTo>
                    <a:pt x="3716" y="1353"/>
                  </a:lnTo>
                  <a:lnTo>
                    <a:pt x="3719" y="1313"/>
                  </a:lnTo>
                  <a:lnTo>
                    <a:pt x="3722" y="1275"/>
                  </a:lnTo>
                  <a:lnTo>
                    <a:pt x="3723" y="1235"/>
                  </a:lnTo>
                  <a:lnTo>
                    <a:pt x="3724" y="1195"/>
                  </a:lnTo>
                  <a:lnTo>
                    <a:pt x="3723" y="1155"/>
                  </a:lnTo>
                  <a:lnTo>
                    <a:pt x="3723" y="1135"/>
                  </a:lnTo>
                  <a:lnTo>
                    <a:pt x="3722" y="1115"/>
                  </a:lnTo>
                  <a:lnTo>
                    <a:pt x="3719" y="1077"/>
                  </a:lnTo>
                  <a:lnTo>
                    <a:pt x="3716" y="1037"/>
                  </a:lnTo>
                  <a:lnTo>
                    <a:pt x="3714" y="1019"/>
                  </a:lnTo>
                  <a:lnTo>
                    <a:pt x="3712" y="1001"/>
                  </a:lnTo>
                  <a:lnTo>
                    <a:pt x="3706" y="963"/>
                  </a:lnTo>
                  <a:lnTo>
                    <a:pt x="3700" y="927"/>
                  </a:lnTo>
                  <a:lnTo>
                    <a:pt x="3693" y="891"/>
                  </a:lnTo>
                  <a:lnTo>
                    <a:pt x="3685" y="857"/>
                  </a:lnTo>
                  <a:lnTo>
                    <a:pt x="3676" y="823"/>
                  </a:lnTo>
                  <a:lnTo>
                    <a:pt x="3667" y="791"/>
                  </a:lnTo>
                  <a:lnTo>
                    <a:pt x="3657" y="759"/>
                  </a:lnTo>
                  <a:lnTo>
                    <a:pt x="3645" y="729"/>
                  </a:lnTo>
                  <a:lnTo>
                    <a:pt x="3634" y="699"/>
                  </a:lnTo>
                  <a:lnTo>
                    <a:pt x="3621" y="671"/>
                  </a:lnTo>
                  <a:lnTo>
                    <a:pt x="3615" y="657"/>
                  </a:lnTo>
                  <a:lnTo>
                    <a:pt x="3608" y="643"/>
                  </a:lnTo>
                  <a:lnTo>
                    <a:pt x="3595" y="617"/>
                  </a:lnTo>
                  <a:lnTo>
                    <a:pt x="3580" y="593"/>
                  </a:lnTo>
                  <a:lnTo>
                    <a:pt x="3565" y="569"/>
                  </a:lnTo>
                  <a:lnTo>
                    <a:pt x="3550" y="549"/>
                  </a:lnTo>
                  <a:lnTo>
                    <a:pt x="3534" y="527"/>
                  </a:lnTo>
                  <a:lnTo>
                    <a:pt x="3517" y="509"/>
                  </a:lnTo>
                  <a:lnTo>
                    <a:pt x="3499" y="491"/>
                  </a:lnTo>
                  <a:lnTo>
                    <a:pt x="3482" y="477"/>
                  </a:lnTo>
                  <a:lnTo>
                    <a:pt x="3464" y="463"/>
                  </a:lnTo>
                  <a:lnTo>
                    <a:pt x="3445" y="451"/>
                  </a:lnTo>
                  <a:lnTo>
                    <a:pt x="3427" y="440"/>
                  </a:lnTo>
                  <a:lnTo>
                    <a:pt x="3408" y="432"/>
                  </a:lnTo>
                  <a:lnTo>
                    <a:pt x="3388" y="424"/>
                  </a:lnTo>
                  <a:lnTo>
                    <a:pt x="3368" y="420"/>
                  </a:lnTo>
                  <a:lnTo>
                    <a:pt x="3348" y="418"/>
                  </a:lnTo>
                  <a:lnTo>
                    <a:pt x="3328" y="416"/>
                  </a:lnTo>
                  <a:lnTo>
                    <a:pt x="3308" y="418"/>
                  </a:lnTo>
                  <a:lnTo>
                    <a:pt x="3298" y="418"/>
                  </a:lnTo>
                  <a:lnTo>
                    <a:pt x="3288" y="420"/>
                  </a:lnTo>
                  <a:lnTo>
                    <a:pt x="3268" y="424"/>
                  </a:lnTo>
                  <a:lnTo>
                    <a:pt x="3248" y="432"/>
                  </a:lnTo>
                  <a:lnTo>
                    <a:pt x="3229" y="440"/>
                  </a:lnTo>
                  <a:lnTo>
                    <a:pt x="3211" y="451"/>
                  </a:lnTo>
                  <a:lnTo>
                    <a:pt x="3192" y="463"/>
                  </a:lnTo>
                  <a:lnTo>
                    <a:pt x="3174" y="477"/>
                  </a:lnTo>
                  <a:lnTo>
                    <a:pt x="3156" y="491"/>
                  </a:lnTo>
                  <a:lnTo>
                    <a:pt x="3139" y="509"/>
                  </a:lnTo>
                  <a:lnTo>
                    <a:pt x="3122" y="527"/>
                  </a:lnTo>
                  <a:lnTo>
                    <a:pt x="3106" y="549"/>
                  </a:lnTo>
                  <a:lnTo>
                    <a:pt x="3091" y="569"/>
                  </a:lnTo>
                  <a:lnTo>
                    <a:pt x="3076" y="593"/>
                  </a:lnTo>
                  <a:lnTo>
                    <a:pt x="3069" y="605"/>
                  </a:lnTo>
                  <a:lnTo>
                    <a:pt x="3062" y="617"/>
                  </a:lnTo>
                  <a:lnTo>
                    <a:pt x="3048" y="643"/>
                  </a:lnTo>
                  <a:lnTo>
                    <a:pt x="3035" y="671"/>
                  </a:lnTo>
                  <a:lnTo>
                    <a:pt x="3029" y="685"/>
                  </a:lnTo>
                  <a:lnTo>
                    <a:pt x="3022" y="699"/>
                  </a:lnTo>
                  <a:lnTo>
                    <a:pt x="3011" y="729"/>
                  </a:lnTo>
                  <a:lnTo>
                    <a:pt x="3000" y="759"/>
                  </a:lnTo>
                  <a:lnTo>
                    <a:pt x="2989" y="791"/>
                  </a:lnTo>
                  <a:lnTo>
                    <a:pt x="2980" y="823"/>
                  </a:lnTo>
                  <a:lnTo>
                    <a:pt x="2971" y="857"/>
                  </a:lnTo>
                  <a:lnTo>
                    <a:pt x="2963" y="891"/>
                  </a:lnTo>
                  <a:lnTo>
                    <a:pt x="2956" y="927"/>
                  </a:lnTo>
                  <a:lnTo>
                    <a:pt x="2950" y="963"/>
                  </a:lnTo>
                  <a:lnTo>
                    <a:pt x="2947" y="981"/>
                  </a:lnTo>
                  <a:lnTo>
                    <a:pt x="2945" y="1001"/>
                  </a:lnTo>
                  <a:lnTo>
                    <a:pt x="2940" y="1037"/>
                  </a:lnTo>
                  <a:lnTo>
                    <a:pt x="2937" y="1077"/>
                  </a:lnTo>
                  <a:lnTo>
                    <a:pt x="2934" y="1115"/>
                  </a:lnTo>
                  <a:lnTo>
                    <a:pt x="2933" y="1155"/>
                  </a:lnTo>
                  <a:lnTo>
                    <a:pt x="2932" y="1195"/>
                  </a:lnTo>
                  <a:lnTo>
                    <a:pt x="2933" y="1235"/>
                  </a:lnTo>
                  <a:lnTo>
                    <a:pt x="2933" y="1255"/>
                  </a:lnTo>
                  <a:lnTo>
                    <a:pt x="2934" y="1275"/>
                  </a:lnTo>
                  <a:lnTo>
                    <a:pt x="2937" y="1313"/>
                  </a:lnTo>
                  <a:lnTo>
                    <a:pt x="2940" y="1353"/>
                  </a:lnTo>
                  <a:lnTo>
                    <a:pt x="2942" y="1370"/>
                  </a:lnTo>
                  <a:lnTo>
                    <a:pt x="2945" y="1390"/>
                  </a:lnTo>
                  <a:lnTo>
                    <a:pt x="2950" y="1426"/>
                  </a:lnTo>
                  <a:lnTo>
                    <a:pt x="2956" y="1462"/>
                  </a:lnTo>
                  <a:lnTo>
                    <a:pt x="2963" y="1498"/>
                  </a:lnTo>
                  <a:lnTo>
                    <a:pt x="2971" y="1532"/>
                  </a:lnTo>
                  <a:lnTo>
                    <a:pt x="2980" y="1566"/>
                  </a:lnTo>
                  <a:lnTo>
                    <a:pt x="2989" y="1598"/>
                  </a:lnTo>
                  <a:lnTo>
                    <a:pt x="3000" y="1630"/>
                  </a:lnTo>
                  <a:lnTo>
                    <a:pt x="3011" y="1660"/>
                  </a:lnTo>
                  <a:lnTo>
                    <a:pt x="3022" y="1690"/>
                  </a:lnTo>
                  <a:lnTo>
                    <a:pt x="3035" y="1718"/>
                  </a:lnTo>
                  <a:lnTo>
                    <a:pt x="3041" y="1732"/>
                  </a:lnTo>
                  <a:lnTo>
                    <a:pt x="3048" y="1746"/>
                  </a:lnTo>
                  <a:lnTo>
                    <a:pt x="3062" y="1772"/>
                  </a:lnTo>
                  <a:lnTo>
                    <a:pt x="3076" y="1796"/>
                  </a:lnTo>
                  <a:lnTo>
                    <a:pt x="3091" y="1820"/>
                  </a:lnTo>
                  <a:lnTo>
                    <a:pt x="3106" y="1840"/>
                  </a:lnTo>
                  <a:lnTo>
                    <a:pt x="3122" y="1862"/>
                  </a:lnTo>
                  <a:lnTo>
                    <a:pt x="3139" y="1880"/>
                  </a:lnTo>
                  <a:lnTo>
                    <a:pt x="3156" y="1898"/>
                  </a:lnTo>
                  <a:lnTo>
                    <a:pt x="3174" y="1912"/>
                  </a:lnTo>
                  <a:lnTo>
                    <a:pt x="3192" y="1926"/>
                  </a:lnTo>
                  <a:lnTo>
                    <a:pt x="3211" y="1940"/>
                  </a:lnTo>
                  <a:lnTo>
                    <a:pt x="3229" y="1950"/>
                  </a:lnTo>
                  <a:lnTo>
                    <a:pt x="3248" y="1958"/>
                  </a:lnTo>
                  <a:lnTo>
                    <a:pt x="3268" y="1966"/>
                  </a:lnTo>
                  <a:lnTo>
                    <a:pt x="3288" y="1970"/>
                  </a:lnTo>
                  <a:lnTo>
                    <a:pt x="3308" y="1974"/>
                  </a:lnTo>
                  <a:lnTo>
                    <a:pt x="3328" y="1974"/>
                  </a:lnTo>
                  <a:close/>
                  <a:moveTo>
                    <a:pt x="3326" y="0"/>
                  </a:moveTo>
                  <a:lnTo>
                    <a:pt x="3357" y="2"/>
                  </a:lnTo>
                  <a:lnTo>
                    <a:pt x="3373" y="4"/>
                  </a:lnTo>
                  <a:lnTo>
                    <a:pt x="3388" y="8"/>
                  </a:lnTo>
                  <a:lnTo>
                    <a:pt x="3404" y="10"/>
                  </a:lnTo>
                  <a:lnTo>
                    <a:pt x="3419" y="14"/>
                  </a:lnTo>
                  <a:lnTo>
                    <a:pt x="3434" y="20"/>
                  </a:lnTo>
                  <a:lnTo>
                    <a:pt x="3449" y="26"/>
                  </a:lnTo>
                  <a:lnTo>
                    <a:pt x="3464" y="32"/>
                  </a:lnTo>
                  <a:lnTo>
                    <a:pt x="3479" y="38"/>
                  </a:lnTo>
                  <a:lnTo>
                    <a:pt x="3493" y="46"/>
                  </a:lnTo>
                  <a:lnTo>
                    <a:pt x="3509" y="54"/>
                  </a:lnTo>
                  <a:lnTo>
                    <a:pt x="3537" y="74"/>
                  </a:lnTo>
                  <a:lnTo>
                    <a:pt x="3551" y="84"/>
                  </a:lnTo>
                  <a:lnTo>
                    <a:pt x="3565" y="94"/>
                  </a:lnTo>
                  <a:lnTo>
                    <a:pt x="3579" y="106"/>
                  </a:lnTo>
                  <a:lnTo>
                    <a:pt x="3592" y="118"/>
                  </a:lnTo>
                  <a:lnTo>
                    <a:pt x="3605" y="132"/>
                  </a:lnTo>
                  <a:lnTo>
                    <a:pt x="3619" y="144"/>
                  </a:lnTo>
                  <a:lnTo>
                    <a:pt x="3631" y="158"/>
                  </a:lnTo>
                  <a:lnTo>
                    <a:pt x="3644" y="174"/>
                  </a:lnTo>
                  <a:lnTo>
                    <a:pt x="3669" y="204"/>
                  </a:lnTo>
                  <a:lnTo>
                    <a:pt x="3681" y="220"/>
                  </a:lnTo>
                  <a:lnTo>
                    <a:pt x="3693" y="238"/>
                  </a:lnTo>
                  <a:lnTo>
                    <a:pt x="3705" y="254"/>
                  </a:lnTo>
                  <a:lnTo>
                    <a:pt x="3716" y="272"/>
                  </a:lnTo>
                  <a:lnTo>
                    <a:pt x="3727" y="292"/>
                  </a:lnTo>
                  <a:lnTo>
                    <a:pt x="3738" y="310"/>
                  </a:lnTo>
                  <a:lnTo>
                    <a:pt x="3760" y="350"/>
                  </a:lnTo>
                  <a:lnTo>
                    <a:pt x="3770" y="370"/>
                  </a:lnTo>
                  <a:lnTo>
                    <a:pt x="3780" y="392"/>
                  </a:lnTo>
                  <a:lnTo>
                    <a:pt x="3799" y="434"/>
                  </a:lnTo>
                  <a:lnTo>
                    <a:pt x="3808" y="455"/>
                  </a:lnTo>
                  <a:lnTo>
                    <a:pt x="3817" y="479"/>
                  </a:lnTo>
                  <a:lnTo>
                    <a:pt x="3834" y="525"/>
                  </a:lnTo>
                  <a:lnTo>
                    <a:pt x="3851" y="573"/>
                  </a:lnTo>
                  <a:lnTo>
                    <a:pt x="3866" y="623"/>
                  </a:lnTo>
                  <a:lnTo>
                    <a:pt x="3873" y="649"/>
                  </a:lnTo>
                  <a:lnTo>
                    <a:pt x="3879" y="675"/>
                  </a:lnTo>
                  <a:lnTo>
                    <a:pt x="3886" y="701"/>
                  </a:lnTo>
                  <a:lnTo>
                    <a:pt x="3892" y="727"/>
                  </a:lnTo>
                  <a:lnTo>
                    <a:pt x="3903" y="781"/>
                  </a:lnTo>
                  <a:lnTo>
                    <a:pt x="3908" y="809"/>
                  </a:lnTo>
                  <a:lnTo>
                    <a:pt x="3912" y="837"/>
                  </a:lnTo>
                  <a:lnTo>
                    <a:pt x="3916" y="865"/>
                  </a:lnTo>
                  <a:lnTo>
                    <a:pt x="3920" y="893"/>
                  </a:lnTo>
                  <a:lnTo>
                    <a:pt x="3924" y="921"/>
                  </a:lnTo>
                  <a:lnTo>
                    <a:pt x="3927" y="951"/>
                  </a:lnTo>
                  <a:lnTo>
                    <a:pt x="3933" y="1009"/>
                  </a:lnTo>
                  <a:lnTo>
                    <a:pt x="3937" y="1069"/>
                  </a:lnTo>
                  <a:lnTo>
                    <a:pt x="3938" y="1099"/>
                  </a:lnTo>
                  <a:lnTo>
                    <a:pt x="3939" y="1129"/>
                  </a:lnTo>
                  <a:lnTo>
                    <a:pt x="3940" y="1161"/>
                  </a:lnTo>
                  <a:lnTo>
                    <a:pt x="3940" y="1191"/>
                  </a:lnTo>
                  <a:lnTo>
                    <a:pt x="3939" y="1253"/>
                  </a:lnTo>
                  <a:lnTo>
                    <a:pt x="3938" y="1283"/>
                  </a:lnTo>
                  <a:lnTo>
                    <a:pt x="3937" y="1313"/>
                  </a:lnTo>
                  <a:lnTo>
                    <a:pt x="3935" y="1343"/>
                  </a:lnTo>
                  <a:lnTo>
                    <a:pt x="3933" y="1372"/>
                  </a:lnTo>
                  <a:lnTo>
                    <a:pt x="3930" y="1400"/>
                  </a:lnTo>
                  <a:lnTo>
                    <a:pt x="3927" y="1430"/>
                  </a:lnTo>
                  <a:lnTo>
                    <a:pt x="3924" y="1458"/>
                  </a:lnTo>
                  <a:lnTo>
                    <a:pt x="3920" y="1488"/>
                  </a:lnTo>
                  <a:lnTo>
                    <a:pt x="3916" y="1516"/>
                  </a:lnTo>
                  <a:lnTo>
                    <a:pt x="3912" y="1544"/>
                  </a:lnTo>
                  <a:lnTo>
                    <a:pt x="3903" y="1600"/>
                  </a:lnTo>
                  <a:lnTo>
                    <a:pt x="3897" y="1626"/>
                  </a:lnTo>
                  <a:lnTo>
                    <a:pt x="3892" y="1654"/>
                  </a:lnTo>
                  <a:lnTo>
                    <a:pt x="3886" y="1680"/>
                  </a:lnTo>
                  <a:lnTo>
                    <a:pt x="3879" y="1706"/>
                  </a:lnTo>
                  <a:lnTo>
                    <a:pt x="3873" y="1732"/>
                  </a:lnTo>
                  <a:lnTo>
                    <a:pt x="3866" y="1758"/>
                  </a:lnTo>
                  <a:lnTo>
                    <a:pt x="3859" y="1782"/>
                  </a:lnTo>
                  <a:lnTo>
                    <a:pt x="3851" y="1808"/>
                  </a:lnTo>
                  <a:lnTo>
                    <a:pt x="3843" y="1832"/>
                  </a:lnTo>
                  <a:lnTo>
                    <a:pt x="3834" y="1856"/>
                  </a:lnTo>
                  <a:lnTo>
                    <a:pt x="3826" y="1880"/>
                  </a:lnTo>
                  <a:lnTo>
                    <a:pt x="3817" y="1902"/>
                  </a:lnTo>
                  <a:lnTo>
                    <a:pt x="3808" y="1926"/>
                  </a:lnTo>
                  <a:lnTo>
                    <a:pt x="3799" y="1948"/>
                  </a:lnTo>
                  <a:lnTo>
                    <a:pt x="3780" y="1990"/>
                  </a:lnTo>
                  <a:lnTo>
                    <a:pt x="3770" y="2012"/>
                  </a:lnTo>
                  <a:lnTo>
                    <a:pt x="3760" y="2032"/>
                  </a:lnTo>
                  <a:lnTo>
                    <a:pt x="3738" y="2072"/>
                  </a:lnTo>
                  <a:lnTo>
                    <a:pt x="3727" y="2090"/>
                  </a:lnTo>
                  <a:lnTo>
                    <a:pt x="3716" y="2110"/>
                  </a:lnTo>
                  <a:lnTo>
                    <a:pt x="3693" y="2144"/>
                  </a:lnTo>
                  <a:lnTo>
                    <a:pt x="3681" y="2162"/>
                  </a:lnTo>
                  <a:lnTo>
                    <a:pt x="3669" y="2178"/>
                  </a:lnTo>
                  <a:lnTo>
                    <a:pt x="3644" y="2208"/>
                  </a:lnTo>
                  <a:lnTo>
                    <a:pt x="3619" y="2238"/>
                  </a:lnTo>
                  <a:lnTo>
                    <a:pt x="3592" y="2264"/>
                  </a:lnTo>
                  <a:lnTo>
                    <a:pt x="3565" y="2287"/>
                  </a:lnTo>
                  <a:lnTo>
                    <a:pt x="3537" y="2307"/>
                  </a:lnTo>
                  <a:lnTo>
                    <a:pt x="3523" y="2317"/>
                  </a:lnTo>
                  <a:lnTo>
                    <a:pt x="3509" y="2327"/>
                  </a:lnTo>
                  <a:lnTo>
                    <a:pt x="3493" y="2335"/>
                  </a:lnTo>
                  <a:lnTo>
                    <a:pt x="3479" y="2343"/>
                  </a:lnTo>
                  <a:lnTo>
                    <a:pt x="3449" y="2355"/>
                  </a:lnTo>
                  <a:lnTo>
                    <a:pt x="3434" y="2361"/>
                  </a:lnTo>
                  <a:lnTo>
                    <a:pt x="3419" y="2367"/>
                  </a:lnTo>
                  <a:lnTo>
                    <a:pt x="3388" y="2373"/>
                  </a:lnTo>
                  <a:lnTo>
                    <a:pt x="3357" y="2379"/>
                  </a:lnTo>
                  <a:lnTo>
                    <a:pt x="3326" y="2381"/>
                  </a:lnTo>
                  <a:lnTo>
                    <a:pt x="3294" y="2379"/>
                  </a:lnTo>
                  <a:lnTo>
                    <a:pt x="3279" y="2377"/>
                  </a:lnTo>
                  <a:lnTo>
                    <a:pt x="3263" y="2373"/>
                  </a:lnTo>
                  <a:lnTo>
                    <a:pt x="3248" y="2371"/>
                  </a:lnTo>
                  <a:lnTo>
                    <a:pt x="3233" y="2367"/>
                  </a:lnTo>
                  <a:lnTo>
                    <a:pt x="3218" y="2361"/>
                  </a:lnTo>
                  <a:lnTo>
                    <a:pt x="3203" y="2355"/>
                  </a:lnTo>
                  <a:lnTo>
                    <a:pt x="3188" y="2349"/>
                  </a:lnTo>
                  <a:lnTo>
                    <a:pt x="3173" y="2343"/>
                  </a:lnTo>
                  <a:lnTo>
                    <a:pt x="3143" y="2327"/>
                  </a:lnTo>
                  <a:lnTo>
                    <a:pt x="3115" y="2307"/>
                  </a:lnTo>
                  <a:lnTo>
                    <a:pt x="3101" y="2297"/>
                  </a:lnTo>
                  <a:lnTo>
                    <a:pt x="3087" y="2287"/>
                  </a:lnTo>
                  <a:lnTo>
                    <a:pt x="3073" y="2275"/>
                  </a:lnTo>
                  <a:lnTo>
                    <a:pt x="3060" y="2264"/>
                  </a:lnTo>
                  <a:lnTo>
                    <a:pt x="3046" y="2250"/>
                  </a:lnTo>
                  <a:lnTo>
                    <a:pt x="3033" y="2238"/>
                  </a:lnTo>
                  <a:lnTo>
                    <a:pt x="3020" y="2224"/>
                  </a:lnTo>
                  <a:lnTo>
                    <a:pt x="3008" y="2208"/>
                  </a:lnTo>
                  <a:lnTo>
                    <a:pt x="2983" y="2178"/>
                  </a:lnTo>
                  <a:lnTo>
                    <a:pt x="2971" y="2162"/>
                  </a:lnTo>
                  <a:lnTo>
                    <a:pt x="2959" y="2144"/>
                  </a:lnTo>
                  <a:lnTo>
                    <a:pt x="2947" y="2126"/>
                  </a:lnTo>
                  <a:lnTo>
                    <a:pt x="2936" y="2110"/>
                  </a:lnTo>
                  <a:lnTo>
                    <a:pt x="2925" y="2090"/>
                  </a:lnTo>
                  <a:lnTo>
                    <a:pt x="2914" y="2072"/>
                  </a:lnTo>
                  <a:lnTo>
                    <a:pt x="2892" y="2032"/>
                  </a:lnTo>
                  <a:lnTo>
                    <a:pt x="2882" y="2012"/>
                  </a:lnTo>
                  <a:lnTo>
                    <a:pt x="2872" y="1990"/>
                  </a:lnTo>
                  <a:lnTo>
                    <a:pt x="2853" y="1948"/>
                  </a:lnTo>
                  <a:lnTo>
                    <a:pt x="2844" y="1926"/>
                  </a:lnTo>
                  <a:lnTo>
                    <a:pt x="2834" y="1902"/>
                  </a:lnTo>
                  <a:lnTo>
                    <a:pt x="2817" y="1856"/>
                  </a:lnTo>
                  <a:lnTo>
                    <a:pt x="2801" y="1808"/>
                  </a:lnTo>
                  <a:lnTo>
                    <a:pt x="2786" y="1758"/>
                  </a:lnTo>
                  <a:lnTo>
                    <a:pt x="2779" y="1732"/>
                  </a:lnTo>
                  <a:lnTo>
                    <a:pt x="2772" y="1706"/>
                  </a:lnTo>
                  <a:lnTo>
                    <a:pt x="2766" y="1680"/>
                  </a:lnTo>
                  <a:lnTo>
                    <a:pt x="2760" y="1654"/>
                  </a:lnTo>
                  <a:lnTo>
                    <a:pt x="2749" y="1600"/>
                  </a:lnTo>
                  <a:lnTo>
                    <a:pt x="2744" y="1572"/>
                  </a:lnTo>
                  <a:lnTo>
                    <a:pt x="2740" y="1544"/>
                  </a:lnTo>
                  <a:lnTo>
                    <a:pt x="2735" y="1516"/>
                  </a:lnTo>
                  <a:lnTo>
                    <a:pt x="2731" y="1488"/>
                  </a:lnTo>
                  <a:lnTo>
                    <a:pt x="2728" y="1458"/>
                  </a:lnTo>
                  <a:lnTo>
                    <a:pt x="2725" y="1430"/>
                  </a:lnTo>
                  <a:lnTo>
                    <a:pt x="2719" y="1372"/>
                  </a:lnTo>
                  <a:lnTo>
                    <a:pt x="2715" y="1313"/>
                  </a:lnTo>
                  <a:lnTo>
                    <a:pt x="2714" y="1283"/>
                  </a:lnTo>
                  <a:lnTo>
                    <a:pt x="2713" y="1253"/>
                  </a:lnTo>
                  <a:lnTo>
                    <a:pt x="2712" y="1221"/>
                  </a:lnTo>
                  <a:lnTo>
                    <a:pt x="2712" y="1191"/>
                  </a:lnTo>
                  <a:lnTo>
                    <a:pt x="2713" y="1129"/>
                  </a:lnTo>
                  <a:lnTo>
                    <a:pt x="2714" y="1099"/>
                  </a:lnTo>
                  <a:lnTo>
                    <a:pt x="2715" y="1069"/>
                  </a:lnTo>
                  <a:lnTo>
                    <a:pt x="2717" y="1039"/>
                  </a:lnTo>
                  <a:lnTo>
                    <a:pt x="2719" y="1009"/>
                  </a:lnTo>
                  <a:lnTo>
                    <a:pt x="2722" y="981"/>
                  </a:lnTo>
                  <a:lnTo>
                    <a:pt x="2725" y="951"/>
                  </a:lnTo>
                  <a:lnTo>
                    <a:pt x="2728" y="921"/>
                  </a:lnTo>
                  <a:lnTo>
                    <a:pt x="2731" y="893"/>
                  </a:lnTo>
                  <a:lnTo>
                    <a:pt x="2735" y="865"/>
                  </a:lnTo>
                  <a:lnTo>
                    <a:pt x="2740" y="837"/>
                  </a:lnTo>
                  <a:lnTo>
                    <a:pt x="2749" y="781"/>
                  </a:lnTo>
                  <a:lnTo>
                    <a:pt x="2755" y="755"/>
                  </a:lnTo>
                  <a:lnTo>
                    <a:pt x="2760" y="727"/>
                  </a:lnTo>
                  <a:lnTo>
                    <a:pt x="2766" y="701"/>
                  </a:lnTo>
                  <a:lnTo>
                    <a:pt x="2772" y="675"/>
                  </a:lnTo>
                  <a:lnTo>
                    <a:pt x="2779" y="649"/>
                  </a:lnTo>
                  <a:lnTo>
                    <a:pt x="2786" y="623"/>
                  </a:lnTo>
                  <a:lnTo>
                    <a:pt x="2793" y="599"/>
                  </a:lnTo>
                  <a:lnTo>
                    <a:pt x="2801" y="573"/>
                  </a:lnTo>
                  <a:lnTo>
                    <a:pt x="2808" y="549"/>
                  </a:lnTo>
                  <a:lnTo>
                    <a:pt x="2817" y="525"/>
                  </a:lnTo>
                  <a:lnTo>
                    <a:pt x="2825" y="501"/>
                  </a:lnTo>
                  <a:lnTo>
                    <a:pt x="2834" y="479"/>
                  </a:lnTo>
                  <a:lnTo>
                    <a:pt x="2844" y="455"/>
                  </a:lnTo>
                  <a:lnTo>
                    <a:pt x="2853" y="434"/>
                  </a:lnTo>
                  <a:lnTo>
                    <a:pt x="2872" y="392"/>
                  </a:lnTo>
                  <a:lnTo>
                    <a:pt x="2882" y="370"/>
                  </a:lnTo>
                  <a:lnTo>
                    <a:pt x="2892" y="350"/>
                  </a:lnTo>
                  <a:lnTo>
                    <a:pt x="2914" y="310"/>
                  </a:lnTo>
                  <a:lnTo>
                    <a:pt x="2925" y="292"/>
                  </a:lnTo>
                  <a:lnTo>
                    <a:pt x="2936" y="272"/>
                  </a:lnTo>
                  <a:lnTo>
                    <a:pt x="2959" y="238"/>
                  </a:lnTo>
                  <a:lnTo>
                    <a:pt x="2971" y="220"/>
                  </a:lnTo>
                  <a:lnTo>
                    <a:pt x="2983" y="204"/>
                  </a:lnTo>
                  <a:lnTo>
                    <a:pt x="3008" y="174"/>
                  </a:lnTo>
                  <a:lnTo>
                    <a:pt x="3033" y="144"/>
                  </a:lnTo>
                  <a:lnTo>
                    <a:pt x="3060" y="118"/>
                  </a:lnTo>
                  <a:lnTo>
                    <a:pt x="3087" y="94"/>
                  </a:lnTo>
                  <a:lnTo>
                    <a:pt x="3115" y="74"/>
                  </a:lnTo>
                  <a:lnTo>
                    <a:pt x="3129" y="64"/>
                  </a:lnTo>
                  <a:lnTo>
                    <a:pt x="3143" y="54"/>
                  </a:lnTo>
                  <a:lnTo>
                    <a:pt x="3157" y="46"/>
                  </a:lnTo>
                  <a:lnTo>
                    <a:pt x="3173" y="38"/>
                  </a:lnTo>
                  <a:lnTo>
                    <a:pt x="3203" y="26"/>
                  </a:lnTo>
                  <a:lnTo>
                    <a:pt x="3218" y="20"/>
                  </a:lnTo>
                  <a:lnTo>
                    <a:pt x="3233" y="14"/>
                  </a:lnTo>
                  <a:lnTo>
                    <a:pt x="3263" y="8"/>
                  </a:lnTo>
                  <a:lnTo>
                    <a:pt x="3294" y="2"/>
                  </a:lnTo>
                  <a:lnTo>
                    <a:pt x="3326" y="0"/>
                  </a:lnTo>
                  <a:close/>
                  <a:moveTo>
                    <a:pt x="3328" y="969"/>
                  </a:moveTo>
                  <a:lnTo>
                    <a:pt x="3340" y="969"/>
                  </a:lnTo>
                  <a:lnTo>
                    <a:pt x="3352" y="973"/>
                  </a:lnTo>
                  <a:lnTo>
                    <a:pt x="3363" y="979"/>
                  </a:lnTo>
                  <a:lnTo>
                    <a:pt x="3369" y="983"/>
                  </a:lnTo>
                  <a:lnTo>
                    <a:pt x="3375" y="987"/>
                  </a:lnTo>
                  <a:lnTo>
                    <a:pt x="3385" y="995"/>
                  </a:lnTo>
                  <a:lnTo>
                    <a:pt x="3395" y="1007"/>
                  </a:lnTo>
                  <a:lnTo>
                    <a:pt x="3404" y="1019"/>
                  </a:lnTo>
                  <a:lnTo>
                    <a:pt x="3413" y="1033"/>
                  </a:lnTo>
                  <a:lnTo>
                    <a:pt x="3421" y="1049"/>
                  </a:lnTo>
                  <a:lnTo>
                    <a:pt x="3428" y="1067"/>
                  </a:lnTo>
                  <a:lnTo>
                    <a:pt x="3431" y="1075"/>
                  </a:lnTo>
                  <a:lnTo>
                    <a:pt x="3434" y="1085"/>
                  </a:lnTo>
                  <a:lnTo>
                    <a:pt x="3439" y="1105"/>
                  </a:lnTo>
                  <a:lnTo>
                    <a:pt x="3441" y="1115"/>
                  </a:lnTo>
                  <a:lnTo>
                    <a:pt x="3443" y="1125"/>
                  </a:lnTo>
                  <a:lnTo>
                    <a:pt x="3444" y="1135"/>
                  </a:lnTo>
                  <a:lnTo>
                    <a:pt x="3446" y="1147"/>
                  </a:lnTo>
                  <a:lnTo>
                    <a:pt x="3447" y="1157"/>
                  </a:lnTo>
                  <a:lnTo>
                    <a:pt x="3447" y="1169"/>
                  </a:lnTo>
                  <a:lnTo>
                    <a:pt x="3448" y="1179"/>
                  </a:lnTo>
                  <a:lnTo>
                    <a:pt x="3448" y="1191"/>
                  </a:lnTo>
                  <a:lnTo>
                    <a:pt x="3447" y="1213"/>
                  </a:lnTo>
                  <a:lnTo>
                    <a:pt x="3446" y="1235"/>
                  </a:lnTo>
                  <a:lnTo>
                    <a:pt x="3443" y="1257"/>
                  </a:lnTo>
                  <a:lnTo>
                    <a:pt x="3439" y="1277"/>
                  </a:lnTo>
                  <a:lnTo>
                    <a:pt x="3434" y="1297"/>
                  </a:lnTo>
                  <a:lnTo>
                    <a:pt x="3431" y="1307"/>
                  </a:lnTo>
                  <a:lnTo>
                    <a:pt x="3428" y="1315"/>
                  </a:lnTo>
                  <a:lnTo>
                    <a:pt x="3421" y="1333"/>
                  </a:lnTo>
                  <a:lnTo>
                    <a:pt x="3413" y="1349"/>
                  </a:lnTo>
                  <a:lnTo>
                    <a:pt x="3404" y="1362"/>
                  </a:lnTo>
                  <a:lnTo>
                    <a:pt x="3395" y="1374"/>
                  </a:lnTo>
                  <a:lnTo>
                    <a:pt x="3385" y="1386"/>
                  </a:lnTo>
                  <a:lnTo>
                    <a:pt x="3375" y="1394"/>
                  </a:lnTo>
                  <a:lnTo>
                    <a:pt x="3369" y="1398"/>
                  </a:lnTo>
                  <a:lnTo>
                    <a:pt x="3363" y="1402"/>
                  </a:lnTo>
                  <a:lnTo>
                    <a:pt x="3352" y="1408"/>
                  </a:lnTo>
                  <a:lnTo>
                    <a:pt x="3340" y="1412"/>
                  </a:lnTo>
                  <a:lnTo>
                    <a:pt x="3334" y="1412"/>
                  </a:lnTo>
                  <a:lnTo>
                    <a:pt x="3328" y="1412"/>
                  </a:lnTo>
                  <a:lnTo>
                    <a:pt x="3315" y="1412"/>
                  </a:lnTo>
                  <a:lnTo>
                    <a:pt x="3303" y="1408"/>
                  </a:lnTo>
                  <a:lnTo>
                    <a:pt x="3292" y="1402"/>
                  </a:lnTo>
                  <a:lnTo>
                    <a:pt x="3286" y="1398"/>
                  </a:lnTo>
                  <a:lnTo>
                    <a:pt x="3281" y="1394"/>
                  </a:lnTo>
                  <a:lnTo>
                    <a:pt x="3270" y="1386"/>
                  </a:lnTo>
                  <a:lnTo>
                    <a:pt x="3260" y="1374"/>
                  </a:lnTo>
                  <a:lnTo>
                    <a:pt x="3251" y="1362"/>
                  </a:lnTo>
                  <a:lnTo>
                    <a:pt x="3242" y="1349"/>
                  </a:lnTo>
                  <a:lnTo>
                    <a:pt x="3235" y="1333"/>
                  </a:lnTo>
                  <a:lnTo>
                    <a:pt x="3228" y="1315"/>
                  </a:lnTo>
                  <a:lnTo>
                    <a:pt x="3225" y="1307"/>
                  </a:lnTo>
                  <a:lnTo>
                    <a:pt x="3222" y="1297"/>
                  </a:lnTo>
                  <a:lnTo>
                    <a:pt x="3217" y="1277"/>
                  </a:lnTo>
                  <a:lnTo>
                    <a:pt x="3215" y="1267"/>
                  </a:lnTo>
                  <a:lnTo>
                    <a:pt x="3213" y="1257"/>
                  </a:lnTo>
                  <a:lnTo>
                    <a:pt x="3211" y="1247"/>
                  </a:lnTo>
                  <a:lnTo>
                    <a:pt x="3210" y="1235"/>
                  </a:lnTo>
                  <a:lnTo>
                    <a:pt x="3209" y="1225"/>
                  </a:lnTo>
                  <a:lnTo>
                    <a:pt x="3208" y="1213"/>
                  </a:lnTo>
                  <a:lnTo>
                    <a:pt x="3207" y="1203"/>
                  </a:lnTo>
                  <a:lnTo>
                    <a:pt x="3207" y="1191"/>
                  </a:lnTo>
                  <a:lnTo>
                    <a:pt x="3208" y="1169"/>
                  </a:lnTo>
                  <a:lnTo>
                    <a:pt x="3210" y="1147"/>
                  </a:lnTo>
                  <a:lnTo>
                    <a:pt x="3213" y="1125"/>
                  </a:lnTo>
                  <a:lnTo>
                    <a:pt x="3217" y="1105"/>
                  </a:lnTo>
                  <a:lnTo>
                    <a:pt x="3222" y="1085"/>
                  </a:lnTo>
                  <a:lnTo>
                    <a:pt x="3225" y="1075"/>
                  </a:lnTo>
                  <a:lnTo>
                    <a:pt x="3228" y="1067"/>
                  </a:lnTo>
                  <a:lnTo>
                    <a:pt x="3235" y="1049"/>
                  </a:lnTo>
                  <a:lnTo>
                    <a:pt x="3242" y="1033"/>
                  </a:lnTo>
                  <a:lnTo>
                    <a:pt x="3251" y="1019"/>
                  </a:lnTo>
                  <a:lnTo>
                    <a:pt x="3260" y="1007"/>
                  </a:lnTo>
                  <a:lnTo>
                    <a:pt x="3270" y="995"/>
                  </a:lnTo>
                  <a:lnTo>
                    <a:pt x="3281" y="987"/>
                  </a:lnTo>
                  <a:lnTo>
                    <a:pt x="3286" y="983"/>
                  </a:lnTo>
                  <a:lnTo>
                    <a:pt x="3292" y="979"/>
                  </a:lnTo>
                  <a:lnTo>
                    <a:pt x="3303" y="973"/>
                  </a:lnTo>
                  <a:lnTo>
                    <a:pt x="3315" y="969"/>
                  </a:lnTo>
                  <a:lnTo>
                    <a:pt x="3321" y="969"/>
                  </a:lnTo>
                  <a:lnTo>
                    <a:pt x="3328" y="969"/>
                  </a:lnTo>
                  <a:close/>
                  <a:moveTo>
                    <a:pt x="485" y="1812"/>
                  </a:moveTo>
                  <a:lnTo>
                    <a:pt x="502" y="1814"/>
                  </a:lnTo>
                  <a:lnTo>
                    <a:pt x="517" y="1816"/>
                  </a:lnTo>
                  <a:lnTo>
                    <a:pt x="524" y="1818"/>
                  </a:lnTo>
                  <a:lnTo>
                    <a:pt x="530" y="1820"/>
                  </a:lnTo>
                  <a:lnTo>
                    <a:pt x="537" y="1824"/>
                  </a:lnTo>
                  <a:lnTo>
                    <a:pt x="543" y="1826"/>
                  </a:lnTo>
                  <a:lnTo>
                    <a:pt x="555" y="1834"/>
                  </a:lnTo>
                  <a:lnTo>
                    <a:pt x="565" y="1844"/>
                  </a:lnTo>
                  <a:lnTo>
                    <a:pt x="570" y="1850"/>
                  </a:lnTo>
                  <a:lnTo>
                    <a:pt x="575" y="1856"/>
                  </a:lnTo>
                  <a:lnTo>
                    <a:pt x="584" y="1868"/>
                  </a:lnTo>
                  <a:lnTo>
                    <a:pt x="588" y="1876"/>
                  </a:lnTo>
                  <a:lnTo>
                    <a:pt x="591" y="1884"/>
                  </a:lnTo>
                  <a:lnTo>
                    <a:pt x="598" y="1900"/>
                  </a:lnTo>
                  <a:lnTo>
                    <a:pt x="601" y="1908"/>
                  </a:lnTo>
                  <a:lnTo>
                    <a:pt x="603" y="1918"/>
                  </a:lnTo>
                  <a:lnTo>
                    <a:pt x="606" y="1928"/>
                  </a:lnTo>
                  <a:lnTo>
                    <a:pt x="608" y="1938"/>
                  </a:lnTo>
                  <a:lnTo>
                    <a:pt x="612" y="1960"/>
                  </a:lnTo>
                  <a:lnTo>
                    <a:pt x="614" y="1984"/>
                  </a:lnTo>
                  <a:lnTo>
                    <a:pt x="615" y="1996"/>
                  </a:lnTo>
                  <a:lnTo>
                    <a:pt x="616" y="2008"/>
                  </a:lnTo>
                  <a:lnTo>
                    <a:pt x="616" y="2036"/>
                  </a:lnTo>
                  <a:lnTo>
                    <a:pt x="616" y="2062"/>
                  </a:lnTo>
                  <a:lnTo>
                    <a:pt x="615" y="2074"/>
                  </a:lnTo>
                  <a:lnTo>
                    <a:pt x="614" y="2086"/>
                  </a:lnTo>
                  <a:lnTo>
                    <a:pt x="612" y="2108"/>
                  </a:lnTo>
                  <a:lnTo>
                    <a:pt x="608" y="2128"/>
                  </a:lnTo>
                  <a:lnTo>
                    <a:pt x="606" y="2138"/>
                  </a:lnTo>
                  <a:lnTo>
                    <a:pt x="603" y="2148"/>
                  </a:lnTo>
                  <a:lnTo>
                    <a:pt x="598" y="2164"/>
                  </a:lnTo>
                  <a:lnTo>
                    <a:pt x="591" y="2180"/>
                  </a:lnTo>
                  <a:lnTo>
                    <a:pt x="588" y="2188"/>
                  </a:lnTo>
                  <a:lnTo>
                    <a:pt x="584" y="2194"/>
                  </a:lnTo>
                  <a:lnTo>
                    <a:pt x="575" y="2206"/>
                  </a:lnTo>
                  <a:lnTo>
                    <a:pt x="570" y="2212"/>
                  </a:lnTo>
                  <a:lnTo>
                    <a:pt x="565" y="2218"/>
                  </a:lnTo>
                  <a:lnTo>
                    <a:pt x="560" y="2222"/>
                  </a:lnTo>
                  <a:lnTo>
                    <a:pt x="555" y="2226"/>
                  </a:lnTo>
                  <a:lnTo>
                    <a:pt x="543" y="2234"/>
                  </a:lnTo>
                  <a:lnTo>
                    <a:pt x="530" y="2240"/>
                  </a:lnTo>
                  <a:lnTo>
                    <a:pt x="517" y="2244"/>
                  </a:lnTo>
                  <a:lnTo>
                    <a:pt x="502" y="2246"/>
                  </a:lnTo>
                  <a:lnTo>
                    <a:pt x="485" y="2248"/>
                  </a:lnTo>
                  <a:lnTo>
                    <a:pt x="135" y="2248"/>
                  </a:lnTo>
                  <a:lnTo>
                    <a:pt x="118" y="2246"/>
                  </a:lnTo>
                  <a:lnTo>
                    <a:pt x="110" y="2246"/>
                  </a:lnTo>
                  <a:lnTo>
                    <a:pt x="103" y="2244"/>
                  </a:lnTo>
                  <a:lnTo>
                    <a:pt x="89" y="2238"/>
                  </a:lnTo>
                  <a:lnTo>
                    <a:pt x="76" y="2232"/>
                  </a:lnTo>
                  <a:lnTo>
                    <a:pt x="70" y="2228"/>
                  </a:lnTo>
                  <a:lnTo>
                    <a:pt x="64" y="2222"/>
                  </a:lnTo>
                  <a:lnTo>
                    <a:pt x="53" y="2212"/>
                  </a:lnTo>
                  <a:lnTo>
                    <a:pt x="43" y="2198"/>
                  </a:lnTo>
                  <a:lnTo>
                    <a:pt x="38" y="2192"/>
                  </a:lnTo>
                  <a:lnTo>
                    <a:pt x="34" y="2184"/>
                  </a:lnTo>
                  <a:lnTo>
                    <a:pt x="30" y="2176"/>
                  </a:lnTo>
                  <a:lnTo>
                    <a:pt x="26" y="2166"/>
                  </a:lnTo>
                  <a:lnTo>
                    <a:pt x="22" y="2158"/>
                  </a:lnTo>
                  <a:lnTo>
                    <a:pt x="19" y="2148"/>
                  </a:lnTo>
                  <a:lnTo>
                    <a:pt x="13" y="2126"/>
                  </a:lnTo>
                  <a:lnTo>
                    <a:pt x="9" y="2104"/>
                  </a:lnTo>
                  <a:lnTo>
                    <a:pt x="7" y="2092"/>
                  </a:lnTo>
                  <a:lnTo>
                    <a:pt x="5" y="2078"/>
                  </a:lnTo>
                  <a:lnTo>
                    <a:pt x="3" y="2066"/>
                  </a:lnTo>
                  <a:lnTo>
                    <a:pt x="2" y="2052"/>
                  </a:lnTo>
                  <a:lnTo>
                    <a:pt x="1" y="2038"/>
                  </a:lnTo>
                  <a:lnTo>
                    <a:pt x="1" y="2022"/>
                  </a:lnTo>
                  <a:lnTo>
                    <a:pt x="0" y="1992"/>
                  </a:lnTo>
                  <a:lnTo>
                    <a:pt x="0" y="479"/>
                  </a:lnTo>
                  <a:lnTo>
                    <a:pt x="1" y="450"/>
                  </a:lnTo>
                  <a:lnTo>
                    <a:pt x="1" y="436"/>
                  </a:lnTo>
                  <a:lnTo>
                    <a:pt x="2" y="422"/>
                  </a:lnTo>
                  <a:lnTo>
                    <a:pt x="5" y="398"/>
                  </a:lnTo>
                  <a:lnTo>
                    <a:pt x="8" y="374"/>
                  </a:lnTo>
                  <a:lnTo>
                    <a:pt x="10" y="362"/>
                  </a:lnTo>
                  <a:lnTo>
                    <a:pt x="13" y="352"/>
                  </a:lnTo>
                  <a:lnTo>
                    <a:pt x="18" y="332"/>
                  </a:lnTo>
                  <a:lnTo>
                    <a:pt x="25" y="312"/>
                  </a:lnTo>
                  <a:lnTo>
                    <a:pt x="28" y="304"/>
                  </a:lnTo>
                  <a:lnTo>
                    <a:pt x="32" y="296"/>
                  </a:lnTo>
                  <a:lnTo>
                    <a:pt x="36" y="288"/>
                  </a:lnTo>
                  <a:lnTo>
                    <a:pt x="41" y="280"/>
                  </a:lnTo>
                  <a:lnTo>
                    <a:pt x="50" y="268"/>
                  </a:lnTo>
                  <a:lnTo>
                    <a:pt x="60" y="256"/>
                  </a:lnTo>
                  <a:lnTo>
                    <a:pt x="65" y="252"/>
                  </a:lnTo>
                  <a:lnTo>
                    <a:pt x="71" y="248"/>
                  </a:lnTo>
                  <a:lnTo>
                    <a:pt x="83" y="240"/>
                  </a:lnTo>
                  <a:lnTo>
                    <a:pt x="96" y="236"/>
                  </a:lnTo>
                  <a:lnTo>
                    <a:pt x="109" y="232"/>
                  </a:lnTo>
                  <a:lnTo>
                    <a:pt x="124" y="232"/>
                  </a:lnTo>
                  <a:lnTo>
                    <a:pt x="138" y="232"/>
                  </a:lnTo>
                  <a:lnTo>
                    <a:pt x="144" y="234"/>
                  </a:lnTo>
                  <a:lnTo>
                    <a:pt x="151" y="236"/>
                  </a:lnTo>
                  <a:lnTo>
                    <a:pt x="163" y="240"/>
                  </a:lnTo>
                  <a:lnTo>
                    <a:pt x="176" y="248"/>
                  </a:lnTo>
                  <a:lnTo>
                    <a:pt x="181" y="252"/>
                  </a:lnTo>
                  <a:lnTo>
                    <a:pt x="187" y="256"/>
                  </a:lnTo>
                  <a:lnTo>
                    <a:pt x="197" y="268"/>
                  </a:lnTo>
                  <a:lnTo>
                    <a:pt x="206" y="280"/>
                  </a:lnTo>
                  <a:lnTo>
                    <a:pt x="210" y="288"/>
                  </a:lnTo>
                  <a:lnTo>
                    <a:pt x="214" y="296"/>
                  </a:lnTo>
                  <a:lnTo>
                    <a:pt x="218" y="304"/>
                  </a:lnTo>
                  <a:lnTo>
                    <a:pt x="222" y="312"/>
                  </a:lnTo>
                  <a:lnTo>
                    <a:pt x="228" y="332"/>
                  </a:lnTo>
                  <a:lnTo>
                    <a:pt x="234" y="352"/>
                  </a:lnTo>
                  <a:lnTo>
                    <a:pt x="236" y="362"/>
                  </a:lnTo>
                  <a:lnTo>
                    <a:pt x="238" y="374"/>
                  </a:lnTo>
                  <a:lnTo>
                    <a:pt x="242" y="398"/>
                  </a:lnTo>
                  <a:lnTo>
                    <a:pt x="244" y="422"/>
                  </a:lnTo>
                  <a:lnTo>
                    <a:pt x="246" y="450"/>
                  </a:lnTo>
                  <a:lnTo>
                    <a:pt x="246" y="479"/>
                  </a:lnTo>
                  <a:lnTo>
                    <a:pt x="246" y="1812"/>
                  </a:lnTo>
                  <a:lnTo>
                    <a:pt x="485" y="1812"/>
                  </a:lnTo>
                  <a:close/>
                  <a:moveTo>
                    <a:pt x="1526" y="1840"/>
                  </a:moveTo>
                  <a:lnTo>
                    <a:pt x="1532" y="1868"/>
                  </a:lnTo>
                  <a:lnTo>
                    <a:pt x="1537" y="1898"/>
                  </a:lnTo>
                  <a:lnTo>
                    <a:pt x="1542" y="1924"/>
                  </a:lnTo>
                  <a:lnTo>
                    <a:pt x="1546" y="1952"/>
                  </a:lnTo>
                  <a:lnTo>
                    <a:pt x="1549" y="1978"/>
                  </a:lnTo>
                  <a:lnTo>
                    <a:pt x="1552" y="2004"/>
                  </a:lnTo>
                  <a:lnTo>
                    <a:pt x="1554" y="2028"/>
                  </a:lnTo>
                  <a:lnTo>
                    <a:pt x="1555" y="2052"/>
                  </a:lnTo>
                  <a:lnTo>
                    <a:pt x="1555" y="2074"/>
                  </a:lnTo>
                  <a:lnTo>
                    <a:pt x="1554" y="2094"/>
                  </a:lnTo>
                  <a:lnTo>
                    <a:pt x="1552" y="2112"/>
                  </a:lnTo>
                  <a:lnTo>
                    <a:pt x="1549" y="2130"/>
                  </a:lnTo>
                  <a:lnTo>
                    <a:pt x="1547" y="2140"/>
                  </a:lnTo>
                  <a:lnTo>
                    <a:pt x="1545" y="2148"/>
                  </a:lnTo>
                  <a:lnTo>
                    <a:pt x="1539" y="2166"/>
                  </a:lnTo>
                  <a:lnTo>
                    <a:pt x="1532" y="2180"/>
                  </a:lnTo>
                  <a:lnTo>
                    <a:pt x="1525" y="2196"/>
                  </a:lnTo>
                  <a:lnTo>
                    <a:pt x="1516" y="2210"/>
                  </a:lnTo>
                  <a:lnTo>
                    <a:pt x="1507" y="2222"/>
                  </a:lnTo>
                  <a:lnTo>
                    <a:pt x="1496" y="2232"/>
                  </a:lnTo>
                  <a:lnTo>
                    <a:pt x="1486" y="2240"/>
                  </a:lnTo>
                  <a:lnTo>
                    <a:pt x="1476" y="2246"/>
                  </a:lnTo>
                  <a:lnTo>
                    <a:pt x="1470" y="2248"/>
                  </a:lnTo>
                  <a:lnTo>
                    <a:pt x="1465" y="2250"/>
                  </a:lnTo>
                  <a:lnTo>
                    <a:pt x="1453" y="2254"/>
                  </a:lnTo>
                  <a:lnTo>
                    <a:pt x="1441" y="2254"/>
                  </a:lnTo>
                  <a:lnTo>
                    <a:pt x="1428" y="2254"/>
                  </a:lnTo>
                  <a:lnTo>
                    <a:pt x="1417" y="2250"/>
                  </a:lnTo>
                  <a:lnTo>
                    <a:pt x="1405" y="2246"/>
                  </a:lnTo>
                  <a:lnTo>
                    <a:pt x="1395" y="2238"/>
                  </a:lnTo>
                  <a:lnTo>
                    <a:pt x="1390" y="2234"/>
                  </a:lnTo>
                  <a:lnTo>
                    <a:pt x="1385" y="2230"/>
                  </a:lnTo>
                  <a:lnTo>
                    <a:pt x="1376" y="2218"/>
                  </a:lnTo>
                  <a:lnTo>
                    <a:pt x="1372" y="2212"/>
                  </a:lnTo>
                  <a:lnTo>
                    <a:pt x="1368" y="2206"/>
                  </a:lnTo>
                  <a:lnTo>
                    <a:pt x="1364" y="2198"/>
                  </a:lnTo>
                  <a:lnTo>
                    <a:pt x="1360" y="2190"/>
                  </a:lnTo>
                  <a:lnTo>
                    <a:pt x="1353" y="2174"/>
                  </a:lnTo>
                  <a:lnTo>
                    <a:pt x="1346" y="2158"/>
                  </a:lnTo>
                  <a:lnTo>
                    <a:pt x="1340" y="2138"/>
                  </a:lnTo>
                  <a:lnTo>
                    <a:pt x="1338" y="2128"/>
                  </a:lnTo>
                  <a:lnTo>
                    <a:pt x="1335" y="2116"/>
                  </a:lnTo>
                  <a:lnTo>
                    <a:pt x="1323" y="2054"/>
                  </a:lnTo>
                  <a:lnTo>
                    <a:pt x="1307" y="1966"/>
                  </a:lnTo>
                  <a:lnTo>
                    <a:pt x="1297" y="1912"/>
                  </a:lnTo>
                  <a:lnTo>
                    <a:pt x="1284" y="1840"/>
                  </a:lnTo>
                  <a:lnTo>
                    <a:pt x="1281" y="1830"/>
                  </a:lnTo>
                  <a:lnTo>
                    <a:pt x="1279" y="1822"/>
                  </a:lnTo>
                  <a:lnTo>
                    <a:pt x="1276" y="1816"/>
                  </a:lnTo>
                  <a:lnTo>
                    <a:pt x="1273" y="1810"/>
                  </a:lnTo>
                  <a:lnTo>
                    <a:pt x="1270" y="1806"/>
                  </a:lnTo>
                  <a:lnTo>
                    <a:pt x="1267" y="1802"/>
                  </a:lnTo>
                  <a:lnTo>
                    <a:pt x="1261" y="1798"/>
                  </a:lnTo>
                  <a:lnTo>
                    <a:pt x="1255" y="1796"/>
                  </a:lnTo>
                  <a:lnTo>
                    <a:pt x="1251" y="1796"/>
                  </a:lnTo>
                  <a:lnTo>
                    <a:pt x="1247" y="1796"/>
                  </a:lnTo>
                  <a:lnTo>
                    <a:pt x="1246" y="1796"/>
                  </a:lnTo>
                  <a:lnTo>
                    <a:pt x="948" y="1796"/>
                  </a:lnTo>
                  <a:lnTo>
                    <a:pt x="940" y="1796"/>
                  </a:lnTo>
                  <a:lnTo>
                    <a:pt x="933" y="1798"/>
                  </a:lnTo>
                  <a:lnTo>
                    <a:pt x="926" y="1800"/>
                  </a:lnTo>
                  <a:lnTo>
                    <a:pt x="920" y="1802"/>
                  </a:lnTo>
                  <a:lnTo>
                    <a:pt x="915" y="1806"/>
                  </a:lnTo>
                  <a:lnTo>
                    <a:pt x="911" y="1810"/>
                  </a:lnTo>
                  <a:lnTo>
                    <a:pt x="903" y="1818"/>
                  </a:lnTo>
                  <a:lnTo>
                    <a:pt x="898" y="1826"/>
                  </a:lnTo>
                  <a:lnTo>
                    <a:pt x="895" y="1832"/>
                  </a:lnTo>
                  <a:lnTo>
                    <a:pt x="893" y="1838"/>
                  </a:lnTo>
                  <a:lnTo>
                    <a:pt x="893" y="1840"/>
                  </a:lnTo>
                  <a:lnTo>
                    <a:pt x="879" y="1912"/>
                  </a:lnTo>
                  <a:lnTo>
                    <a:pt x="874" y="1940"/>
                  </a:lnTo>
                  <a:lnTo>
                    <a:pt x="870" y="1966"/>
                  </a:lnTo>
                  <a:lnTo>
                    <a:pt x="862" y="2008"/>
                  </a:lnTo>
                  <a:lnTo>
                    <a:pt x="855" y="2046"/>
                  </a:lnTo>
                  <a:lnTo>
                    <a:pt x="841" y="2110"/>
                  </a:lnTo>
                  <a:lnTo>
                    <a:pt x="835" y="2136"/>
                  </a:lnTo>
                  <a:lnTo>
                    <a:pt x="827" y="2160"/>
                  </a:lnTo>
                  <a:lnTo>
                    <a:pt x="824" y="2172"/>
                  </a:lnTo>
                  <a:lnTo>
                    <a:pt x="820" y="2182"/>
                  </a:lnTo>
                  <a:lnTo>
                    <a:pt x="817" y="2190"/>
                  </a:lnTo>
                  <a:lnTo>
                    <a:pt x="813" y="2198"/>
                  </a:lnTo>
                  <a:lnTo>
                    <a:pt x="805" y="2214"/>
                  </a:lnTo>
                  <a:lnTo>
                    <a:pt x="802" y="2220"/>
                  </a:lnTo>
                  <a:lnTo>
                    <a:pt x="797" y="2226"/>
                  </a:lnTo>
                  <a:lnTo>
                    <a:pt x="793" y="2230"/>
                  </a:lnTo>
                  <a:lnTo>
                    <a:pt x="789" y="2236"/>
                  </a:lnTo>
                  <a:lnTo>
                    <a:pt x="785" y="2240"/>
                  </a:lnTo>
                  <a:lnTo>
                    <a:pt x="780" y="2242"/>
                  </a:lnTo>
                  <a:lnTo>
                    <a:pt x="770" y="2248"/>
                  </a:lnTo>
                  <a:lnTo>
                    <a:pt x="760" y="2252"/>
                  </a:lnTo>
                  <a:lnTo>
                    <a:pt x="749" y="2254"/>
                  </a:lnTo>
                  <a:lnTo>
                    <a:pt x="737" y="2254"/>
                  </a:lnTo>
                  <a:lnTo>
                    <a:pt x="726" y="2254"/>
                  </a:lnTo>
                  <a:lnTo>
                    <a:pt x="715" y="2250"/>
                  </a:lnTo>
                  <a:lnTo>
                    <a:pt x="710" y="2248"/>
                  </a:lnTo>
                  <a:lnTo>
                    <a:pt x="705" y="2246"/>
                  </a:lnTo>
                  <a:lnTo>
                    <a:pt x="695" y="2240"/>
                  </a:lnTo>
                  <a:lnTo>
                    <a:pt x="686" y="2232"/>
                  </a:lnTo>
                  <a:lnTo>
                    <a:pt x="681" y="2228"/>
                  </a:lnTo>
                  <a:lnTo>
                    <a:pt x="677" y="2222"/>
                  </a:lnTo>
                  <a:lnTo>
                    <a:pt x="669" y="2210"/>
                  </a:lnTo>
                  <a:lnTo>
                    <a:pt x="661" y="2198"/>
                  </a:lnTo>
                  <a:lnTo>
                    <a:pt x="654" y="2182"/>
                  </a:lnTo>
                  <a:lnTo>
                    <a:pt x="647" y="2168"/>
                  </a:lnTo>
                  <a:lnTo>
                    <a:pt x="642" y="2150"/>
                  </a:lnTo>
                  <a:lnTo>
                    <a:pt x="638" y="2134"/>
                  </a:lnTo>
                  <a:lnTo>
                    <a:pt x="636" y="2124"/>
                  </a:lnTo>
                  <a:lnTo>
                    <a:pt x="634" y="2116"/>
                  </a:lnTo>
                  <a:lnTo>
                    <a:pt x="632" y="2096"/>
                  </a:lnTo>
                  <a:lnTo>
                    <a:pt x="631" y="2076"/>
                  </a:lnTo>
                  <a:lnTo>
                    <a:pt x="630" y="2056"/>
                  </a:lnTo>
                  <a:lnTo>
                    <a:pt x="631" y="2036"/>
                  </a:lnTo>
                  <a:lnTo>
                    <a:pt x="632" y="2014"/>
                  </a:lnTo>
                  <a:lnTo>
                    <a:pt x="634" y="1988"/>
                  </a:lnTo>
                  <a:lnTo>
                    <a:pt x="638" y="1962"/>
                  </a:lnTo>
                  <a:lnTo>
                    <a:pt x="642" y="1934"/>
                  </a:lnTo>
                  <a:lnTo>
                    <a:pt x="647" y="1904"/>
                  </a:lnTo>
                  <a:lnTo>
                    <a:pt x="653" y="1872"/>
                  </a:lnTo>
                  <a:lnTo>
                    <a:pt x="659" y="1840"/>
                  </a:lnTo>
                  <a:lnTo>
                    <a:pt x="668" y="1804"/>
                  </a:lnTo>
                  <a:lnTo>
                    <a:pt x="674" y="1772"/>
                  </a:lnTo>
                  <a:lnTo>
                    <a:pt x="894" y="631"/>
                  </a:lnTo>
                  <a:lnTo>
                    <a:pt x="919" y="503"/>
                  </a:lnTo>
                  <a:lnTo>
                    <a:pt x="929" y="450"/>
                  </a:lnTo>
                  <a:lnTo>
                    <a:pt x="932" y="436"/>
                  </a:lnTo>
                  <a:lnTo>
                    <a:pt x="937" y="418"/>
                  </a:lnTo>
                  <a:lnTo>
                    <a:pt x="944" y="392"/>
                  </a:lnTo>
                  <a:lnTo>
                    <a:pt x="951" y="370"/>
                  </a:lnTo>
                  <a:lnTo>
                    <a:pt x="959" y="350"/>
                  </a:lnTo>
                  <a:lnTo>
                    <a:pt x="966" y="330"/>
                  </a:lnTo>
                  <a:lnTo>
                    <a:pt x="974" y="314"/>
                  </a:lnTo>
                  <a:lnTo>
                    <a:pt x="983" y="298"/>
                  </a:lnTo>
                  <a:lnTo>
                    <a:pt x="991" y="286"/>
                  </a:lnTo>
                  <a:lnTo>
                    <a:pt x="995" y="280"/>
                  </a:lnTo>
                  <a:lnTo>
                    <a:pt x="1000" y="274"/>
                  </a:lnTo>
                  <a:lnTo>
                    <a:pt x="1009" y="264"/>
                  </a:lnTo>
                  <a:lnTo>
                    <a:pt x="1019" y="256"/>
                  </a:lnTo>
                  <a:lnTo>
                    <a:pt x="1029" y="250"/>
                  </a:lnTo>
                  <a:lnTo>
                    <a:pt x="1041" y="244"/>
                  </a:lnTo>
                  <a:lnTo>
                    <a:pt x="1053" y="238"/>
                  </a:lnTo>
                  <a:lnTo>
                    <a:pt x="1065" y="236"/>
                  </a:lnTo>
                  <a:lnTo>
                    <a:pt x="1079" y="234"/>
                  </a:lnTo>
                  <a:lnTo>
                    <a:pt x="1093" y="234"/>
                  </a:lnTo>
                  <a:lnTo>
                    <a:pt x="1112" y="234"/>
                  </a:lnTo>
                  <a:lnTo>
                    <a:pt x="1130" y="238"/>
                  </a:lnTo>
                  <a:lnTo>
                    <a:pt x="1139" y="240"/>
                  </a:lnTo>
                  <a:lnTo>
                    <a:pt x="1147" y="244"/>
                  </a:lnTo>
                  <a:lnTo>
                    <a:pt x="1154" y="248"/>
                  </a:lnTo>
                  <a:lnTo>
                    <a:pt x="1162" y="252"/>
                  </a:lnTo>
                  <a:lnTo>
                    <a:pt x="1170" y="258"/>
                  </a:lnTo>
                  <a:lnTo>
                    <a:pt x="1177" y="262"/>
                  </a:lnTo>
                  <a:lnTo>
                    <a:pt x="1183" y="270"/>
                  </a:lnTo>
                  <a:lnTo>
                    <a:pt x="1189" y="276"/>
                  </a:lnTo>
                  <a:lnTo>
                    <a:pt x="1195" y="284"/>
                  </a:lnTo>
                  <a:lnTo>
                    <a:pt x="1200" y="292"/>
                  </a:lnTo>
                  <a:lnTo>
                    <a:pt x="1205" y="300"/>
                  </a:lnTo>
                  <a:lnTo>
                    <a:pt x="1210" y="310"/>
                  </a:lnTo>
                  <a:lnTo>
                    <a:pt x="1218" y="326"/>
                  </a:lnTo>
                  <a:lnTo>
                    <a:pt x="1226" y="344"/>
                  </a:lnTo>
                  <a:lnTo>
                    <a:pt x="1230" y="354"/>
                  </a:lnTo>
                  <a:lnTo>
                    <a:pt x="1233" y="364"/>
                  </a:lnTo>
                  <a:lnTo>
                    <a:pt x="1240" y="384"/>
                  </a:lnTo>
                  <a:lnTo>
                    <a:pt x="1246" y="406"/>
                  </a:lnTo>
                  <a:lnTo>
                    <a:pt x="1252" y="428"/>
                  </a:lnTo>
                  <a:lnTo>
                    <a:pt x="1257" y="451"/>
                  </a:lnTo>
                  <a:lnTo>
                    <a:pt x="1262" y="475"/>
                  </a:lnTo>
                  <a:lnTo>
                    <a:pt x="1271" y="527"/>
                  </a:lnTo>
                  <a:lnTo>
                    <a:pt x="1282" y="579"/>
                  </a:lnTo>
                  <a:lnTo>
                    <a:pt x="1293" y="631"/>
                  </a:lnTo>
                  <a:lnTo>
                    <a:pt x="1512" y="1772"/>
                  </a:lnTo>
                  <a:lnTo>
                    <a:pt x="1515" y="1786"/>
                  </a:lnTo>
                  <a:lnTo>
                    <a:pt x="1518" y="1800"/>
                  </a:lnTo>
                  <a:lnTo>
                    <a:pt x="1526" y="1840"/>
                  </a:lnTo>
                  <a:close/>
                  <a:moveTo>
                    <a:pt x="966" y="1428"/>
                  </a:moveTo>
                  <a:lnTo>
                    <a:pt x="1213" y="1428"/>
                  </a:lnTo>
                  <a:lnTo>
                    <a:pt x="1091" y="731"/>
                  </a:lnTo>
                  <a:lnTo>
                    <a:pt x="966" y="1428"/>
                  </a:lnTo>
                  <a:close/>
                  <a:moveTo>
                    <a:pt x="2643" y="1191"/>
                  </a:moveTo>
                  <a:lnTo>
                    <a:pt x="2644" y="1247"/>
                  </a:lnTo>
                  <a:lnTo>
                    <a:pt x="2645" y="1275"/>
                  </a:lnTo>
                  <a:lnTo>
                    <a:pt x="2646" y="1303"/>
                  </a:lnTo>
                  <a:lnTo>
                    <a:pt x="2649" y="1358"/>
                  </a:lnTo>
                  <a:lnTo>
                    <a:pt x="2653" y="1414"/>
                  </a:lnTo>
                  <a:lnTo>
                    <a:pt x="2658" y="1468"/>
                  </a:lnTo>
                  <a:lnTo>
                    <a:pt x="2665" y="1520"/>
                  </a:lnTo>
                  <a:lnTo>
                    <a:pt x="2672" y="1572"/>
                  </a:lnTo>
                  <a:lnTo>
                    <a:pt x="2677" y="1598"/>
                  </a:lnTo>
                  <a:lnTo>
                    <a:pt x="2681" y="1624"/>
                  </a:lnTo>
                  <a:lnTo>
                    <a:pt x="2686" y="1650"/>
                  </a:lnTo>
                  <a:lnTo>
                    <a:pt x="2691" y="1674"/>
                  </a:lnTo>
                  <a:lnTo>
                    <a:pt x="2701" y="1724"/>
                  </a:lnTo>
                  <a:lnTo>
                    <a:pt x="2713" y="1772"/>
                  </a:lnTo>
                  <a:lnTo>
                    <a:pt x="2719" y="1796"/>
                  </a:lnTo>
                  <a:lnTo>
                    <a:pt x="2726" y="1820"/>
                  </a:lnTo>
                  <a:lnTo>
                    <a:pt x="2739" y="1866"/>
                  </a:lnTo>
                  <a:lnTo>
                    <a:pt x="2754" y="1912"/>
                  </a:lnTo>
                  <a:lnTo>
                    <a:pt x="2769" y="1956"/>
                  </a:lnTo>
                  <a:lnTo>
                    <a:pt x="2786" y="1998"/>
                  </a:lnTo>
                  <a:lnTo>
                    <a:pt x="2786" y="2014"/>
                  </a:lnTo>
                  <a:lnTo>
                    <a:pt x="2786" y="2026"/>
                  </a:lnTo>
                  <a:lnTo>
                    <a:pt x="2786" y="2052"/>
                  </a:lnTo>
                  <a:lnTo>
                    <a:pt x="2785" y="2064"/>
                  </a:lnTo>
                  <a:lnTo>
                    <a:pt x="2784" y="2076"/>
                  </a:lnTo>
                  <a:lnTo>
                    <a:pt x="2783" y="2088"/>
                  </a:lnTo>
                  <a:lnTo>
                    <a:pt x="2782" y="2100"/>
                  </a:lnTo>
                  <a:lnTo>
                    <a:pt x="2779" y="2122"/>
                  </a:lnTo>
                  <a:lnTo>
                    <a:pt x="2775" y="2142"/>
                  </a:lnTo>
                  <a:lnTo>
                    <a:pt x="2772" y="2150"/>
                  </a:lnTo>
                  <a:lnTo>
                    <a:pt x="2769" y="2160"/>
                  </a:lnTo>
                  <a:lnTo>
                    <a:pt x="2767" y="2168"/>
                  </a:lnTo>
                  <a:lnTo>
                    <a:pt x="2763" y="2176"/>
                  </a:lnTo>
                  <a:lnTo>
                    <a:pt x="2756" y="2192"/>
                  </a:lnTo>
                  <a:lnTo>
                    <a:pt x="2753" y="2198"/>
                  </a:lnTo>
                  <a:lnTo>
                    <a:pt x="2749" y="2206"/>
                  </a:lnTo>
                  <a:lnTo>
                    <a:pt x="2740" y="2218"/>
                  </a:lnTo>
                  <a:lnTo>
                    <a:pt x="2731" y="2228"/>
                  </a:lnTo>
                  <a:lnTo>
                    <a:pt x="2726" y="2232"/>
                  </a:lnTo>
                  <a:lnTo>
                    <a:pt x="2721" y="2236"/>
                  </a:lnTo>
                  <a:lnTo>
                    <a:pt x="2710" y="2242"/>
                  </a:lnTo>
                  <a:lnTo>
                    <a:pt x="2704" y="2244"/>
                  </a:lnTo>
                  <a:lnTo>
                    <a:pt x="2698" y="2246"/>
                  </a:lnTo>
                  <a:lnTo>
                    <a:pt x="2686" y="2250"/>
                  </a:lnTo>
                  <a:lnTo>
                    <a:pt x="2673" y="2250"/>
                  </a:lnTo>
                  <a:lnTo>
                    <a:pt x="2658" y="2250"/>
                  </a:lnTo>
                  <a:lnTo>
                    <a:pt x="2651" y="2248"/>
                  </a:lnTo>
                  <a:lnTo>
                    <a:pt x="2645" y="2246"/>
                  </a:lnTo>
                  <a:lnTo>
                    <a:pt x="2632" y="2242"/>
                  </a:lnTo>
                  <a:lnTo>
                    <a:pt x="2621" y="2234"/>
                  </a:lnTo>
                  <a:lnTo>
                    <a:pt x="2616" y="2230"/>
                  </a:lnTo>
                  <a:lnTo>
                    <a:pt x="2611" y="2224"/>
                  </a:lnTo>
                  <a:lnTo>
                    <a:pt x="2606" y="2218"/>
                  </a:lnTo>
                  <a:lnTo>
                    <a:pt x="2601" y="2212"/>
                  </a:lnTo>
                  <a:lnTo>
                    <a:pt x="2597" y="2204"/>
                  </a:lnTo>
                  <a:lnTo>
                    <a:pt x="2592" y="2196"/>
                  </a:lnTo>
                  <a:lnTo>
                    <a:pt x="2588" y="2188"/>
                  </a:lnTo>
                  <a:lnTo>
                    <a:pt x="2584" y="2178"/>
                  </a:lnTo>
                  <a:lnTo>
                    <a:pt x="2581" y="2168"/>
                  </a:lnTo>
                  <a:lnTo>
                    <a:pt x="2577" y="2158"/>
                  </a:lnTo>
                  <a:lnTo>
                    <a:pt x="2570" y="2132"/>
                  </a:lnTo>
                  <a:lnTo>
                    <a:pt x="2565" y="2104"/>
                  </a:lnTo>
                  <a:lnTo>
                    <a:pt x="2562" y="2090"/>
                  </a:lnTo>
                  <a:lnTo>
                    <a:pt x="2559" y="2074"/>
                  </a:lnTo>
                  <a:lnTo>
                    <a:pt x="2554" y="2038"/>
                  </a:lnTo>
                  <a:lnTo>
                    <a:pt x="2549" y="2000"/>
                  </a:lnTo>
                  <a:lnTo>
                    <a:pt x="2545" y="1956"/>
                  </a:lnTo>
                  <a:lnTo>
                    <a:pt x="2540" y="1908"/>
                  </a:lnTo>
                  <a:lnTo>
                    <a:pt x="2469" y="1063"/>
                  </a:lnTo>
                  <a:lnTo>
                    <a:pt x="2322" y="1978"/>
                  </a:lnTo>
                  <a:lnTo>
                    <a:pt x="2315" y="2020"/>
                  </a:lnTo>
                  <a:lnTo>
                    <a:pt x="2308" y="2056"/>
                  </a:lnTo>
                  <a:lnTo>
                    <a:pt x="2302" y="2088"/>
                  </a:lnTo>
                  <a:lnTo>
                    <a:pt x="2295" y="2116"/>
                  </a:lnTo>
                  <a:lnTo>
                    <a:pt x="2288" y="2140"/>
                  </a:lnTo>
                  <a:lnTo>
                    <a:pt x="2285" y="2152"/>
                  </a:lnTo>
                  <a:lnTo>
                    <a:pt x="2281" y="2164"/>
                  </a:lnTo>
                  <a:lnTo>
                    <a:pt x="2277" y="2174"/>
                  </a:lnTo>
                  <a:lnTo>
                    <a:pt x="2274" y="2182"/>
                  </a:lnTo>
                  <a:lnTo>
                    <a:pt x="2270" y="2192"/>
                  </a:lnTo>
                  <a:lnTo>
                    <a:pt x="2265" y="2200"/>
                  </a:lnTo>
                  <a:lnTo>
                    <a:pt x="2261" y="2206"/>
                  </a:lnTo>
                  <a:lnTo>
                    <a:pt x="2257" y="2214"/>
                  </a:lnTo>
                  <a:lnTo>
                    <a:pt x="2254" y="2216"/>
                  </a:lnTo>
                  <a:lnTo>
                    <a:pt x="2252" y="2220"/>
                  </a:lnTo>
                  <a:lnTo>
                    <a:pt x="2247" y="2226"/>
                  </a:lnTo>
                  <a:lnTo>
                    <a:pt x="2242" y="2230"/>
                  </a:lnTo>
                  <a:lnTo>
                    <a:pt x="2237" y="2234"/>
                  </a:lnTo>
                  <a:lnTo>
                    <a:pt x="2231" y="2238"/>
                  </a:lnTo>
                  <a:lnTo>
                    <a:pt x="2226" y="2242"/>
                  </a:lnTo>
                  <a:lnTo>
                    <a:pt x="2214" y="2248"/>
                  </a:lnTo>
                  <a:lnTo>
                    <a:pt x="2200" y="2252"/>
                  </a:lnTo>
                  <a:lnTo>
                    <a:pt x="2186" y="2254"/>
                  </a:lnTo>
                  <a:lnTo>
                    <a:pt x="2171" y="2254"/>
                  </a:lnTo>
                  <a:lnTo>
                    <a:pt x="2157" y="2254"/>
                  </a:lnTo>
                  <a:lnTo>
                    <a:pt x="2150" y="2252"/>
                  </a:lnTo>
                  <a:lnTo>
                    <a:pt x="2144" y="2250"/>
                  </a:lnTo>
                  <a:lnTo>
                    <a:pt x="2133" y="2246"/>
                  </a:lnTo>
                  <a:lnTo>
                    <a:pt x="2122" y="2240"/>
                  </a:lnTo>
                  <a:lnTo>
                    <a:pt x="2112" y="2230"/>
                  </a:lnTo>
                  <a:lnTo>
                    <a:pt x="2108" y="2226"/>
                  </a:lnTo>
                  <a:lnTo>
                    <a:pt x="2103" y="2220"/>
                  </a:lnTo>
                  <a:lnTo>
                    <a:pt x="2095" y="2208"/>
                  </a:lnTo>
                  <a:lnTo>
                    <a:pt x="2087" y="2194"/>
                  </a:lnTo>
                  <a:lnTo>
                    <a:pt x="2080" y="2178"/>
                  </a:lnTo>
                  <a:lnTo>
                    <a:pt x="2073" y="2158"/>
                  </a:lnTo>
                  <a:lnTo>
                    <a:pt x="2066" y="2136"/>
                  </a:lnTo>
                  <a:lnTo>
                    <a:pt x="2059" y="2110"/>
                  </a:lnTo>
                  <a:lnTo>
                    <a:pt x="2053" y="2082"/>
                  </a:lnTo>
                  <a:lnTo>
                    <a:pt x="2046" y="2050"/>
                  </a:lnTo>
                  <a:lnTo>
                    <a:pt x="2040" y="2016"/>
                  </a:lnTo>
                  <a:lnTo>
                    <a:pt x="2033" y="1978"/>
                  </a:lnTo>
                  <a:lnTo>
                    <a:pt x="1888" y="1063"/>
                  </a:lnTo>
                  <a:lnTo>
                    <a:pt x="1817" y="1908"/>
                  </a:lnTo>
                  <a:lnTo>
                    <a:pt x="1812" y="1956"/>
                  </a:lnTo>
                  <a:lnTo>
                    <a:pt x="1808" y="2000"/>
                  </a:lnTo>
                  <a:lnTo>
                    <a:pt x="1803" y="2038"/>
                  </a:lnTo>
                  <a:lnTo>
                    <a:pt x="1798" y="2074"/>
                  </a:lnTo>
                  <a:lnTo>
                    <a:pt x="1793" y="2104"/>
                  </a:lnTo>
                  <a:lnTo>
                    <a:pt x="1787" y="2132"/>
                  </a:lnTo>
                  <a:lnTo>
                    <a:pt x="1783" y="2146"/>
                  </a:lnTo>
                  <a:lnTo>
                    <a:pt x="1780" y="2158"/>
                  </a:lnTo>
                  <a:lnTo>
                    <a:pt x="1773" y="2178"/>
                  </a:lnTo>
                  <a:lnTo>
                    <a:pt x="1769" y="2188"/>
                  </a:lnTo>
                  <a:lnTo>
                    <a:pt x="1765" y="2196"/>
                  </a:lnTo>
                  <a:lnTo>
                    <a:pt x="1756" y="2212"/>
                  </a:lnTo>
                  <a:lnTo>
                    <a:pt x="1751" y="2218"/>
                  </a:lnTo>
                  <a:lnTo>
                    <a:pt x="1746" y="2224"/>
                  </a:lnTo>
                  <a:lnTo>
                    <a:pt x="1741" y="2230"/>
                  </a:lnTo>
                  <a:lnTo>
                    <a:pt x="1736" y="2234"/>
                  </a:lnTo>
                  <a:lnTo>
                    <a:pt x="1725" y="2242"/>
                  </a:lnTo>
                  <a:lnTo>
                    <a:pt x="1712" y="2246"/>
                  </a:lnTo>
                  <a:lnTo>
                    <a:pt x="1706" y="2248"/>
                  </a:lnTo>
                  <a:lnTo>
                    <a:pt x="1699" y="2250"/>
                  </a:lnTo>
                  <a:lnTo>
                    <a:pt x="1684" y="2250"/>
                  </a:lnTo>
                  <a:lnTo>
                    <a:pt x="1671" y="2250"/>
                  </a:lnTo>
                  <a:lnTo>
                    <a:pt x="1658" y="2246"/>
                  </a:lnTo>
                  <a:lnTo>
                    <a:pt x="1646" y="2242"/>
                  </a:lnTo>
                  <a:lnTo>
                    <a:pt x="1640" y="2238"/>
                  </a:lnTo>
                  <a:lnTo>
                    <a:pt x="1635" y="2234"/>
                  </a:lnTo>
                  <a:lnTo>
                    <a:pt x="1630" y="2230"/>
                  </a:lnTo>
                  <a:lnTo>
                    <a:pt x="1625" y="2226"/>
                  </a:lnTo>
                  <a:lnTo>
                    <a:pt x="1615" y="2216"/>
                  </a:lnTo>
                  <a:lnTo>
                    <a:pt x="1606" y="2202"/>
                  </a:lnTo>
                  <a:lnTo>
                    <a:pt x="1598" y="2188"/>
                  </a:lnTo>
                  <a:lnTo>
                    <a:pt x="1595" y="2180"/>
                  </a:lnTo>
                  <a:lnTo>
                    <a:pt x="1591" y="2172"/>
                  </a:lnTo>
                  <a:lnTo>
                    <a:pt x="1588" y="2162"/>
                  </a:lnTo>
                  <a:lnTo>
                    <a:pt x="1585" y="2154"/>
                  </a:lnTo>
                  <a:lnTo>
                    <a:pt x="1580" y="2134"/>
                  </a:lnTo>
                  <a:lnTo>
                    <a:pt x="1576" y="2114"/>
                  </a:lnTo>
                  <a:lnTo>
                    <a:pt x="1573" y="2092"/>
                  </a:lnTo>
                  <a:lnTo>
                    <a:pt x="1572" y="2082"/>
                  </a:lnTo>
                  <a:lnTo>
                    <a:pt x="1571" y="2070"/>
                  </a:lnTo>
                  <a:lnTo>
                    <a:pt x="1571" y="2058"/>
                  </a:lnTo>
                  <a:lnTo>
                    <a:pt x="1570" y="2046"/>
                  </a:lnTo>
                  <a:lnTo>
                    <a:pt x="1571" y="2020"/>
                  </a:lnTo>
                  <a:lnTo>
                    <a:pt x="1575" y="1940"/>
                  </a:lnTo>
                  <a:lnTo>
                    <a:pt x="1579" y="1888"/>
                  </a:lnTo>
                  <a:lnTo>
                    <a:pt x="1583" y="1830"/>
                  </a:lnTo>
                  <a:lnTo>
                    <a:pt x="1586" y="1786"/>
                  </a:lnTo>
                  <a:lnTo>
                    <a:pt x="1591" y="1742"/>
                  </a:lnTo>
                  <a:lnTo>
                    <a:pt x="1594" y="1702"/>
                  </a:lnTo>
                  <a:lnTo>
                    <a:pt x="1696" y="555"/>
                  </a:lnTo>
                  <a:lnTo>
                    <a:pt x="1700" y="515"/>
                  </a:lnTo>
                  <a:lnTo>
                    <a:pt x="1704" y="479"/>
                  </a:lnTo>
                  <a:lnTo>
                    <a:pt x="1707" y="451"/>
                  </a:lnTo>
                  <a:lnTo>
                    <a:pt x="1709" y="440"/>
                  </a:lnTo>
                  <a:lnTo>
                    <a:pt x="1711" y="430"/>
                  </a:lnTo>
                  <a:lnTo>
                    <a:pt x="1715" y="412"/>
                  </a:lnTo>
                  <a:lnTo>
                    <a:pt x="1719" y="392"/>
                  </a:lnTo>
                  <a:lnTo>
                    <a:pt x="1725" y="374"/>
                  </a:lnTo>
                  <a:lnTo>
                    <a:pt x="1731" y="354"/>
                  </a:lnTo>
                  <a:lnTo>
                    <a:pt x="1737" y="342"/>
                  </a:lnTo>
                  <a:lnTo>
                    <a:pt x="1743" y="328"/>
                  </a:lnTo>
                  <a:lnTo>
                    <a:pt x="1749" y="316"/>
                  </a:lnTo>
                  <a:lnTo>
                    <a:pt x="1755" y="306"/>
                  </a:lnTo>
                  <a:lnTo>
                    <a:pt x="1762" y="296"/>
                  </a:lnTo>
                  <a:lnTo>
                    <a:pt x="1769" y="286"/>
                  </a:lnTo>
                  <a:lnTo>
                    <a:pt x="1777" y="278"/>
                  </a:lnTo>
                  <a:lnTo>
                    <a:pt x="1785" y="270"/>
                  </a:lnTo>
                  <a:lnTo>
                    <a:pt x="1793" y="264"/>
                  </a:lnTo>
                  <a:lnTo>
                    <a:pt x="1801" y="258"/>
                  </a:lnTo>
                  <a:lnTo>
                    <a:pt x="1810" y="252"/>
                  </a:lnTo>
                  <a:lnTo>
                    <a:pt x="1818" y="248"/>
                  </a:lnTo>
                  <a:lnTo>
                    <a:pt x="1827" y="244"/>
                  </a:lnTo>
                  <a:lnTo>
                    <a:pt x="1837" y="242"/>
                  </a:lnTo>
                  <a:lnTo>
                    <a:pt x="1846" y="242"/>
                  </a:lnTo>
                  <a:lnTo>
                    <a:pt x="1855" y="240"/>
                  </a:lnTo>
                  <a:lnTo>
                    <a:pt x="1869" y="242"/>
                  </a:lnTo>
                  <a:lnTo>
                    <a:pt x="1877" y="244"/>
                  </a:lnTo>
                  <a:lnTo>
                    <a:pt x="1884" y="246"/>
                  </a:lnTo>
                  <a:lnTo>
                    <a:pt x="1897" y="250"/>
                  </a:lnTo>
                  <a:lnTo>
                    <a:pt x="1904" y="254"/>
                  </a:lnTo>
                  <a:lnTo>
                    <a:pt x="1910" y="258"/>
                  </a:lnTo>
                  <a:lnTo>
                    <a:pt x="1916" y="262"/>
                  </a:lnTo>
                  <a:lnTo>
                    <a:pt x="1923" y="268"/>
                  </a:lnTo>
                  <a:lnTo>
                    <a:pt x="1928" y="274"/>
                  </a:lnTo>
                  <a:lnTo>
                    <a:pt x="1934" y="280"/>
                  </a:lnTo>
                  <a:lnTo>
                    <a:pt x="1945" y="294"/>
                  </a:lnTo>
                  <a:lnTo>
                    <a:pt x="1956" y="310"/>
                  </a:lnTo>
                  <a:lnTo>
                    <a:pt x="1966" y="328"/>
                  </a:lnTo>
                  <a:lnTo>
                    <a:pt x="1975" y="350"/>
                  </a:lnTo>
                  <a:lnTo>
                    <a:pt x="1984" y="372"/>
                  </a:lnTo>
                  <a:lnTo>
                    <a:pt x="1992" y="396"/>
                  </a:lnTo>
                  <a:lnTo>
                    <a:pt x="1999" y="424"/>
                  </a:lnTo>
                  <a:lnTo>
                    <a:pt x="2006" y="453"/>
                  </a:lnTo>
                  <a:lnTo>
                    <a:pt x="2013" y="483"/>
                  </a:lnTo>
                  <a:lnTo>
                    <a:pt x="2018" y="517"/>
                  </a:lnTo>
                  <a:lnTo>
                    <a:pt x="2180" y="1526"/>
                  </a:lnTo>
                  <a:lnTo>
                    <a:pt x="2339" y="517"/>
                  </a:lnTo>
                  <a:lnTo>
                    <a:pt x="2344" y="483"/>
                  </a:lnTo>
                  <a:lnTo>
                    <a:pt x="2351" y="453"/>
                  </a:lnTo>
                  <a:lnTo>
                    <a:pt x="2358" y="424"/>
                  </a:lnTo>
                  <a:lnTo>
                    <a:pt x="2365" y="396"/>
                  </a:lnTo>
                  <a:lnTo>
                    <a:pt x="2373" y="372"/>
                  </a:lnTo>
                  <a:lnTo>
                    <a:pt x="2382" y="350"/>
                  </a:lnTo>
                  <a:lnTo>
                    <a:pt x="2391" y="328"/>
                  </a:lnTo>
                  <a:lnTo>
                    <a:pt x="2401" y="310"/>
                  </a:lnTo>
                  <a:lnTo>
                    <a:pt x="2412" y="294"/>
                  </a:lnTo>
                  <a:lnTo>
                    <a:pt x="2417" y="286"/>
                  </a:lnTo>
                  <a:lnTo>
                    <a:pt x="2423" y="280"/>
                  </a:lnTo>
                  <a:lnTo>
                    <a:pt x="2429" y="274"/>
                  </a:lnTo>
                  <a:lnTo>
                    <a:pt x="2435" y="268"/>
                  </a:lnTo>
                  <a:lnTo>
                    <a:pt x="2447" y="258"/>
                  </a:lnTo>
                  <a:lnTo>
                    <a:pt x="2453" y="254"/>
                  </a:lnTo>
                  <a:lnTo>
                    <a:pt x="2460" y="250"/>
                  </a:lnTo>
                  <a:lnTo>
                    <a:pt x="2473" y="246"/>
                  </a:lnTo>
                  <a:lnTo>
                    <a:pt x="2488" y="242"/>
                  </a:lnTo>
                  <a:lnTo>
                    <a:pt x="2503" y="240"/>
                  </a:lnTo>
                  <a:lnTo>
                    <a:pt x="2512" y="242"/>
                  </a:lnTo>
                  <a:lnTo>
                    <a:pt x="2521" y="242"/>
                  </a:lnTo>
                  <a:lnTo>
                    <a:pt x="2530" y="244"/>
                  </a:lnTo>
                  <a:lnTo>
                    <a:pt x="2539" y="248"/>
                  </a:lnTo>
                  <a:lnTo>
                    <a:pt x="2547" y="252"/>
                  </a:lnTo>
                  <a:lnTo>
                    <a:pt x="2556" y="258"/>
                  </a:lnTo>
                  <a:lnTo>
                    <a:pt x="2564" y="264"/>
                  </a:lnTo>
                  <a:lnTo>
                    <a:pt x="2572" y="270"/>
                  </a:lnTo>
                  <a:lnTo>
                    <a:pt x="2580" y="278"/>
                  </a:lnTo>
                  <a:lnTo>
                    <a:pt x="2588" y="286"/>
                  </a:lnTo>
                  <a:lnTo>
                    <a:pt x="2595" y="296"/>
                  </a:lnTo>
                  <a:lnTo>
                    <a:pt x="2602" y="306"/>
                  </a:lnTo>
                  <a:lnTo>
                    <a:pt x="2608" y="316"/>
                  </a:lnTo>
                  <a:lnTo>
                    <a:pt x="2614" y="328"/>
                  </a:lnTo>
                  <a:lnTo>
                    <a:pt x="2620" y="342"/>
                  </a:lnTo>
                  <a:lnTo>
                    <a:pt x="2626" y="354"/>
                  </a:lnTo>
                  <a:lnTo>
                    <a:pt x="2632" y="374"/>
                  </a:lnTo>
                  <a:lnTo>
                    <a:pt x="2635" y="384"/>
                  </a:lnTo>
                  <a:lnTo>
                    <a:pt x="2638" y="392"/>
                  </a:lnTo>
                  <a:lnTo>
                    <a:pt x="2642" y="412"/>
                  </a:lnTo>
                  <a:lnTo>
                    <a:pt x="2646" y="430"/>
                  </a:lnTo>
                  <a:lnTo>
                    <a:pt x="2650" y="451"/>
                  </a:lnTo>
                  <a:lnTo>
                    <a:pt x="2652" y="465"/>
                  </a:lnTo>
                  <a:lnTo>
                    <a:pt x="2653" y="479"/>
                  </a:lnTo>
                  <a:lnTo>
                    <a:pt x="2657" y="515"/>
                  </a:lnTo>
                  <a:lnTo>
                    <a:pt x="2661" y="555"/>
                  </a:lnTo>
                  <a:lnTo>
                    <a:pt x="2680" y="765"/>
                  </a:lnTo>
                  <a:lnTo>
                    <a:pt x="2675" y="791"/>
                  </a:lnTo>
                  <a:lnTo>
                    <a:pt x="2671" y="815"/>
                  </a:lnTo>
                  <a:lnTo>
                    <a:pt x="2664" y="867"/>
                  </a:lnTo>
                  <a:lnTo>
                    <a:pt x="2658" y="919"/>
                  </a:lnTo>
                  <a:lnTo>
                    <a:pt x="2655" y="945"/>
                  </a:lnTo>
                  <a:lnTo>
                    <a:pt x="2653" y="973"/>
                  </a:lnTo>
                  <a:lnTo>
                    <a:pt x="2651" y="999"/>
                  </a:lnTo>
                  <a:lnTo>
                    <a:pt x="2649" y="1027"/>
                  </a:lnTo>
                  <a:lnTo>
                    <a:pt x="2647" y="1053"/>
                  </a:lnTo>
                  <a:lnTo>
                    <a:pt x="2646" y="1081"/>
                  </a:lnTo>
                  <a:lnTo>
                    <a:pt x="2645" y="1107"/>
                  </a:lnTo>
                  <a:lnTo>
                    <a:pt x="2644" y="1135"/>
                  </a:lnTo>
                  <a:lnTo>
                    <a:pt x="2643" y="1191"/>
                  </a:lnTo>
                  <a:close/>
                  <a:moveTo>
                    <a:pt x="4662" y="1920"/>
                  </a:moveTo>
                  <a:lnTo>
                    <a:pt x="4666" y="1934"/>
                  </a:lnTo>
                  <a:lnTo>
                    <a:pt x="4669" y="1946"/>
                  </a:lnTo>
                  <a:lnTo>
                    <a:pt x="4671" y="1960"/>
                  </a:lnTo>
                  <a:lnTo>
                    <a:pt x="4673" y="1972"/>
                  </a:lnTo>
                  <a:lnTo>
                    <a:pt x="4675" y="1986"/>
                  </a:lnTo>
                  <a:lnTo>
                    <a:pt x="4676" y="1998"/>
                  </a:lnTo>
                  <a:lnTo>
                    <a:pt x="4677" y="2012"/>
                  </a:lnTo>
                  <a:lnTo>
                    <a:pt x="4677" y="2024"/>
                  </a:lnTo>
                  <a:lnTo>
                    <a:pt x="4676" y="2048"/>
                  </a:lnTo>
                  <a:lnTo>
                    <a:pt x="4676" y="2060"/>
                  </a:lnTo>
                  <a:lnTo>
                    <a:pt x="4675" y="2072"/>
                  </a:lnTo>
                  <a:lnTo>
                    <a:pt x="4672" y="2094"/>
                  </a:lnTo>
                  <a:lnTo>
                    <a:pt x="4668" y="2114"/>
                  </a:lnTo>
                  <a:lnTo>
                    <a:pt x="4664" y="2134"/>
                  </a:lnTo>
                  <a:lnTo>
                    <a:pt x="4658" y="2152"/>
                  </a:lnTo>
                  <a:lnTo>
                    <a:pt x="4655" y="2162"/>
                  </a:lnTo>
                  <a:lnTo>
                    <a:pt x="4651" y="2170"/>
                  </a:lnTo>
                  <a:lnTo>
                    <a:pt x="4643" y="2186"/>
                  </a:lnTo>
                  <a:lnTo>
                    <a:pt x="4639" y="2194"/>
                  </a:lnTo>
                  <a:lnTo>
                    <a:pt x="4635" y="2202"/>
                  </a:lnTo>
                  <a:lnTo>
                    <a:pt x="4625" y="2214"/>
                  </a:lnTo>
                  <a:lnTo>
                    <a:pt x="4616" y="2226"/>
                  </a:lnTo>
                  <a:lnTo>
                    <a:pt x="4605" y="2234"/>
                  </a:lnTo>
                  <a:lnTo>
                    <a:pt x="4594" y="2242"/>
                  </a:lnTo>
                  <a:lnTo>
                    <a:pt x="4582" y="2246"/>
                  </a:lnTo>
                  <a:lnTo>
                    <a:pt x="4576" y="2248"/>
                  </a:lnTo>
                  <a:lnTo>
                    <a:pt x="4570" y="2250"/>
                  </a:lnTo>
                  <a:lnTo>
                    <a:pt x="4557" y="2250"/>
                  </a:lnTo>
                  <a:lnTo>
                    <a:pt x="4549" y="2250"/>
                  </a:lnTo>
                  <a:lnTo>
                    <a:pt x="4542" y="2248"/>
                  </a:lnTo>
                  <a:lnTo>
                    <a:pt x="4534" y="2246"/>
                  </a:lnTo>
                  <a:lnTo>
                    <a:pt x="4527" y="2242"/>
                  </a:lnTo>
                  <a:lnTo>
                    <a:pt x="4520" y="2236"/>
                  </a:lnTo>
                  <a:lnTo>
                    <a:pt x="4513" y="2230"/>
                  </a:lnTo>
                  <a:lnTo>
                    <a:pt x="4506" y="2222"/>
                  </a:lnTo>
                  <a:lnTo>
                    <a:pt x="4498" y="2214"/>
                  </a:lnTo>
                  <a:lnTo>
                    <a:pt x="4492" y="2204"/>
                  </a:lnTo>
                  <a:lnTo>
                    <a:pt x="4484" y="2192"/>
                  </a:lnTo>
                  <a:lnTo>
                    <a:pt x="4468" y="2162"/>
                  </a:lnTo>
                  <a:lnTo>
                    <a:pt x="4459" y="2144"/>
                  </a:lnTo>
                  <a:lnTo>
                    <a:pt x="4450" y="2122"/>
                  </a:lnTo>
                  <a:lnTo>
                    <a:pt x="4430" y="2074"/>
                  </a:lnTo>
                  <a:lnTo>
                    <a:pt x="4165" y="1432"/>
                  </a:lnTo>
                  <a:lnTo>
                    <a:pt x="4165" y="2008"/>
                  </a:lnTo>
                  <a:lnTo>
                    <a:pt x="4164" y="2036"/>
                  </a:lnTo>
                  <a:lnTo>
                    <a:pt x="4164" y="2050"/>
                  </a:lnTo>
                  <a:lnTo>
                    <a:pt x="4163" y="2064"/>
                  </a:lnTo>
                  <a:lnTo>
                    <a:pt x="4160" y="2088"/>
                  </a:lnTo>
                  <a:lnTo>
                    <a:pt x="4157" y="2112"/>
                  </a:lnTo>
                  <a:lnTo>
                    <a:pt x="4155" y="2124"/>
                  </a:lnTo>
                  <a:lnTo>
                    <a:pt x="4152" y="2134"/>
                  </a:lnTo>
                  <a:lnTo>
                    <a:pt x="4147" y="2154"/>
                  </a:lnTo>
                  <a:lnTo>
                    <a:pt x="4140" y="2174"/>
                  </a:lnTo>
                  <a:lnTo>
                    <a:pt x="4137" y="2182"/>
                  </a:lnTo>
                  <a:lnTo>
                    <a:pt x="4133" y="2190"/>
                  </a:lnTo>
                  <a:lnTo>
                    <a:pt x="4129" y="2198"/>
                  </a:lnTo>
                  <a:lnTo>
                    <a:pt x="4125" y="2206"/>
                  </a:lnTo>
                  <a:lnTo>
                    <a:pt x="4115" y="2218"/>
                  </a:lnTo>
                  <a:lnTo>
                    <a:pt x="4105" y="2230"/>
                  </a:lnTo>
                  <a:lnTo>
                    <a:pt x="4100" y="2234"/>
                  </a:lnTo>
                  <a:lnTo>
                    <a:pt x="4095" y="2238"/>
                  </a:lnTo>
                  <a:lnTo>
                    <a:pt x="4083" y="2246"/>
                  </a:lnTo>
                  <a:lnTo>
                    <a:pt x="4071" y="2250"/>
                  </a:lnTo>
                  <a:lnTo>
                    <a:pt x="4064" y="2252"/>
                  </a:lnTo>
                  <a:lnTo>
                    <a:pt x="4057" y="2254"/>
                  </a:lnTo>
                  <a:lnTo>
                    <a:pt x="4043" y="2254"/>
                  </a:lnTo>
                  <a:lnTo>
                    <a:pt x="4029" y="2254"/>
                  </a:lnTo>
                  <a:lnTo>
                    <a:pt x="4022" y="2252"/>
                  </a:lnTo>
                  <a:lnTo>
                    <a:pt x="4015" y="2250"/>
                  </a:lnTo>
                  <a:lnTo>
                    <a:pt x="4003" y="2246"/>
                  </a:lnTo>
                  <a:lnTo>
                    <a:pt x="3991" y="2238"/>
                  </a:lnTo>
                  <a:lnTo>
                    <a:pt x="3985" y="2234"/>
                  </a:lnTo>
                  <a:lnTo>
                    <a:pt x="3980" y="2230"/>
                  </a:lnTo>
                  <a:lnTo>
                    <a:pt x="3970" y="2218"/>
                  </a:lnTo>
                  <a:lnTo>
                    <a:pt x="3960" y="2206"/>
                  </a:lnTo>
                  <a:lnTo>
                    <a:pt x="3956" y="2198"/>
                  </a:lnTo>
                  <a:lnTo>
                    <a:pt x="3952" y="2190"/>
                  </a:lnTo>
                  <a:lnTo>
                    <a:pt x="3948" y="2182"/>
                  </a:lnTo>
                  <a:lnTo>
                    <a:pt x="3944" y="2174"/>
                  </a:lnTo>
                  <a:lnTo>
                    <a:pt x="3938" y="2154"/>
                  </a:lnTo>
                  <a:lnTo>
                    <a:pt x="3933" y="2134"/>
                  </a:lnTo>
                  <a:lnTo>
                    <a:pt x="3930" y="2124"/>
                  </a:lnTo>
                  <a:lnTo>
                    <a:pt x="3928" y="2112"/>
                  </a:lnTo>
                  <a:lnTo>
                    <a:pt x="3925" y="2088"/>
                  </a:lnTo>
                  <a:lnTo>
                    <a:pt x="3922" y="2064"/>
                  </a:lnTo>
                  <a:lnTo>
                    <a:pt x="3921" y="2036"/>
                  </a:lnTo>
                  <a:lnTo>
                    <a:pt x="3920" y="2008"/>
                  </a:lnTo>
                  <a:lnTo>
                    <a:pt x="3920" y="1842"/>
                  </a:lnTo>
                  <a:lnTo>
                    <a:pt x="3930" y="1804"/>
                  </a:lnTo>
                  <a:lnTo>
                    <a:pt x="3940" y="1768"/>
                  </a:lnTo>
                  <a:lnTo>
                    <a:pt x="3945" y="1748"/>
                  </a:lnTo>
                  <a:lnTo>
                    <a:pt x="3949" y="1730"/>
                  </a:lnTo>
                  <a:lnTo>
                    <a:pt x="3958" y="1692"/>
                  </a:lnTo>
                  <a:lnTo>
                    <a:pt x="3965" y="1652"/>
                  </a:lnTo>
                  <a:lnTo>
                    <a:pt x="3973" y="1612"/>
                  </a:lnTo>
                  <a:lnTo>
                    <a:pt x="3979" y="1572"/>
                  </a:lnTo>
                  <a:lnTo>
                    <a:pt x="3985" y="1532"/>
                  </a:lnTo>
                  <a:lnTo>
                    <a:pt x="3991" y="1490"/>
                  </a:lnTo>
                  <a:lnTo>
                    <a:pt x="3995" y="1450"/>
                  </a:lnTo>
                  <a:lnTo>
                    <a:pt x="3999" y="1408"/>
                  </a:lnTo>
                  <a:lnTo>
                    <a:pt x="4003" y="1364"/>
                  </a:lnTo>
                  <a:lnTo>
                    <a:pt x="4005" y="1323"/>
                  </a:lnTo>
                  <a:lnTo>
                    <a:pt x="4007" y="1279"/>
                  </a:lnTo>
                  <a:lnTo>
                    <a:pt x="4008" y="1235"/>
                  </a:lnTo>
                  <a:lnTo>
                    <a:pt x="4009" y="1191"/>
                  </a:lnTo>
                  <a:lnTo>
                    <a:pt x="4008" y="1147"/>
                  </a:lnTo>
                  <a:lnTo>
                    <a:pt x="4007" y="1103"/>
                  </a:lnTo>
                  <a:lnTo>
                    <a:pt x="4005" y="1059"/>
                  </a:lnTo>
                  <a:lnTo>
                    <a:pt x="4003" y="1017"/>
                  </a:lnTo>
                  <a:lnTo>
                    <a:pt x="3999" y="973"/>
                  </a:lnTo>
                  <a:lnTo>
                    <a:pt x="3995" y="931"/>
                  </a:lnTo>
                  <a:lnTo>
                    <a:pt x="3991" y="889"/>
                  </a:lnTo>
                  <a:lnTo>
                    <a:pt x="3985" y="849"/>
                  </a:lnTo>
                  <a:lnTo>
                    <a:pt x="3979" y="809"/>
                  </a:lnTo>
                  <a:lnTo>
                    <a:pt x="3976" y="787"/>
                  </a:lnTo>
                  <a:lnTo>
                    <a:pt x="3973" y="767"/>
                  </a:lnTo>
                  <a:lnTo>
                    <a:pt x="3965" y="729"/>
                  </a:lnTo>
                  <a:lnTo>
                    <a:pt x="3958" y="689"/>
                  </a:lnTo>
                  <a:lnTo>
                    <a:pt x="3949" y="651"/>
                  </a:lnTo>
                  <a:lnTo>
                    <a:pt x="3940" y="613"/>
                  </a:lnTo>
                  <a:lnTo>
                    <a:pt x="3935" y="595"/>
                  </a:lnTo>
                  <a:lnTo>
                    <a:pt x="3930" y="577"/>
                  </a:lnTo>
                  <a:lnTo>
                    <a:pt x="3920" y="539"/>
                  </a:lnTo>
                  <a:lnTo>
                    <a:pt x="3920" y="499"/>
                  </a:lnTo>
                  <a:lnTo>
                    <a:pt x="3921" y="467"/>
                  </a:lnTo>
                  <a:lnTo>
                    <a:pt x="3921" y="453"/>
                  </a:lnTo>
                  <a:lnTo>
                    <a:pt x="3922" y="440"/>
                  </a:lnTo>
                  <a:lnTo>
                    <a:pt x="3925" y="412"/>
                  </a:lnTo>
                  <a:lnTo>
                    <a:pt x="3926" y="400"/>
                  </a:lnTo>
                  <a:lnTo>
                    <a:pt x="3928" y="388"/>
                  </a:lnTo>
                  <a:lnTo>
                    <a:pt x="3933" y="364"/>
                  </a:lnTo>
                  <a:lnTo>
                    <a:pt x="3939" y="344"/>
                  </a:lnTo>
                  <a:lnTo>
                    <a:pt x="3942" y="334"/>
                  </a:lnTo>
                  <a:lnTo>
                    <a:pt x="3946" y="324"/>
                  </a:lnTo>
                  <a:lnTo>
                    <a:pt x="3953" y="308"/>
                  </a:lnTo>
                  <a:lnTo>
                    <a:pt x="3958" y="300"/>
                  </a:lnTo>
                  <a:lnTo>
                    <a:pt x="3962" y="292"/>
                  </a:lnTo>
                  <a:lnTo>
                    <a:pt x="3972" y="280"/>
                  </a:lnTo>
                  <a:lnTo>
                    <a:pt x="3983" y="268"/>
                  </a:lnTo>
                  <a:lnTo>
                    <a:pt x="3989" y="264"/>
                  </a:lnTo>
                  <a:lnTo>
                    <a:pt x="3995" y="260"/>
                  </a:lnTo>
                  <a:lnTo>
                    <a:pt x="4008" y="254"/>
                  </a:lnTo>
                  <a:lnTo>
                    <a:pt x="4023" y="248"/>
                  </a:lnTo>
                  <a:lnTo>
                    <a:pt x="4030" y="246"/>
                  </a:lnTo>
                  <a:lnTo>
                    <a:pt x="4038" y="246"/>
                  </a:lnTo>
                  <a:lnTo>
                    <a:pt x="4054" y="244"/>
                  </a:lnTo>
                  <a:lnTo>
                    <a:pt x="4257" y="244"/>
                  </a:lnTo>
                  <a:lnTo>
                    <a:pt x="4280" y="244"/>
                  </a:lnTo>
                  <a:lnTo>
                    <a:pt x="4302" y="246"/>
                  </a:lnTo>
                  <a:lnTo>
                    <a:pt x="4323" y="246"/>
                  </a:lnTo>
                  <a:lnTo>
                    <a:pt x="4342" y="250"/>
                  </a:lnTo>
                  <a:lnTo>
                    <a:pt x="4361" y="252"/>
                  </a:lnTo>
                  <a:lnTo>
                    <a:pt x="4379" y="256"/>
                  </a:lnTo>
                  <a:lnTo>
                    <a:pt x="4395" y="260"/>
                  </a:lnTo>
                  <a:lnTo>
                    <a:pt x="4411" y="264"/>
                  </a:lnTo>
                  <a:lnTo>
                    <a:pt x="4425" y="270"/>
                  </a:lnTo>
                  <a:lnTo>
                    <a:pt x="4440" y="278"/>
                  </a:lnTo>
                  <a:lnTo>
                    <a:pt x="4453" y="284"/>
                  </a:lnTo>
                  <a:lnTo>
                    <a:pt x="4466" y="294"/>
                  </a:lnTo>
                  <a:lnTo>
                    <a:pt x="4479" y="302"/>
                  </a:lnTo>
                  <a:lnTo>
                    <a:pt x="4491" y="312"/>
                  </a:lnTo>
                  <a:lnTo>
                    <a:pt x="4504" y="324"/>
                  </a:lnTo>
                  <a:lnTo>
                    <a:pt x="4515" y="336"/>
                  </a:lnTo>
                  <a:lnTo>
                    <a:pt x="4524" y="346"/>
                  </a:lnTo>
                  <a:lnTo>
                    <a:pt x="4533" y="358"/>
                  </a:lnTo>
                  <a:lnTo>
                    <a:pt x="4549" y="380"/>
                  </a:lnTo>
                  <a:lnTo>
                    <a:pt x="4564" y="404"/>
                  </a:lnTo>
                  <a:lnTo>
                    <a:pt x="4579" y="430"/>
                  </a:lnTo>
                  <a:lnTo>
                    <a:pt x="4586" y="444"/>
                  </a:lnTo>
                  <a:lnTo>
                    <a:pt x="4592" y="457"/>
                  </a:lnTo>
                  <a:lnTo>
                    <a:pt x="4605" y="487"/>
                  </a:lnTo>
                  <a:lnTo>
                    <a:pt x="4610" y="503"/>
                  </a:lnTo>
                  <a:lnTo>
                    <a:pt x="4616" y="519"/>
                  </a:lnTo>
                  <a:lnTo>
                    <a:pt x="4621" y="535"/>
                  </a:lnTo>
                  <a:lnTo>
                    <a:pt x="4626" y="551"/>
                  </a:lnTo>
                  <a:lnTo>
                    <a:pt x="4631" y="569"/>
                  </a:lnTo>
                  <a:lnTo>
                    <a:pt x="4636" y="585"/>
                  </a:lnTo>
                  <a:lnTo>
                    <a:pt x="4640" y="603"/>
                  </a:lnTo>
                  <a:lnTo>
                    <a:pt x="4644" y="621"/>
                  </a:lnTo>
                  <a:lnTo>
                    <a:pt x="4647" y="639"/>
                  </a:lnTo>
                  <a:lnTo>
                    <a:pt x="4651" y="657"/>
                  </a:lnTo>
                  <a:lnTo>
                    <a:pt x="4654" y="675"/>
                  </a:lnTo>
                  <a:lnTo>
                    <a:pt x="4656" y="695"/>
                  </a:lnTo>
                  <a:lnTo>
                    <a:pt x="4659" y="713"/>
                  </a:lnTo>
                  <a:lnTo>
                    <a:pt x="4661" y="733"/>
                  </a:lnTo>
                  <a:lnTo>
                    <a:pt x="4664" y="771"/>
                  </a:lnTo>
                  <a:lnTo>
                    <a:pt x="4665" y="791"/>
                  </a:lnTo>
                  <a:lnTo>
                    <a:pt x="4666" y="813"/>
                  </a:lnTo>
                  <a:lnTo>
                    <a:pt x="4666" y="833"/>
                  </a:lnTo>
                  <a:lnTo>
                    <a:pt x="4666" y="853"/>
                  </a:lnTo>
                  <a:lnTo>
                    <a:pt x="4666" y="881"/>
                  </a:lnTo>
                  <a:lnTo>
                    <a:pt x="4665" y="909"/>
                  </a:lnTo>
                  <a:lnTo>
                    <a:pt x="4664" y="935"/>
                  </a:lnTo>
                  <a:lnTo>
                    <a:pt x="4663" y="961"/>
                  </a:lnTo>
                  <a:lnTo>
                    <a:pt x="4661" y="987"/>
                  </a:lnTo>
                  <a:lnTo>
                    <a:pt x="4658" y="1011"/>
                  </a:lnTo>
                  <a:lnTo>
                    <a:pt x="4655" y="1035"/>
                  </a:lnTo>
                  <a:lnTo>
                    <a:pt x="4652" y="1059"/>
                  </a:lnTo>
                  <a:lnTo>
                    <a:pt x="4648" y="1081"/>
                  </a:lnTo>
                  <a:lnTo>
                    <a:pt x="4644" y="1101"/>
                  </a:lnTo>
                  <a:lnTo>
                    <a:pt x="4640" y="1123"/>
                  </a:lnTo>
                  <a:lnTo>
                    <a:pt x="4635" y="1143"/>
                  </a:lnTo>
                  <a:lnTo>
                    <a:pt x="4629" y="1161"/>
                  </a:lnTo>
                  <a:lnTo>
                    <a:pt x="4623" y="1181"/>
                  </a:lnTo>
                  <a:lnTo>
                    <a:pt x="4617" y="1197"/>
                  </a:lnTo>
                  <a:lnTo>
                    <a:pt x="4610" y="1215"/>
                  </a:lnTo>
                  <a:lnTo>
                    <a:pt x="4603" y="1231"/>
                  </a:lnTo>
                  <a:lnTo>
                    <a:pt x="4595" y="1247"/>
                  </a:lnTo>
                  <a:lnTo>
                    <a:pt x="4587" y="1261"/>
                  </a:lnTo>
                  <a:lnTo>
                    <a:pt x="4578" y="1275"/>
                  </a:lnTo>
                  <a:lnTo>
                    <a:pt x="4569" y="1289"/>
                  </a:lnTo>
                  <a:lnTo>
                    <a:pt x="4560" y="1303"/>
                  </a:lnTo>
                  <a:lnTo>
                    <a:pt x="4549" y="1315"/>
                  </a:lnTo>
                  <a:lnTo>
                    <a:pt x="4539" y="1327"/>
                  </a:lnTo>
                  <a:lnTo>
                    <a:pt x="4528" y="1337"/>
                  </a:lnTo>
                  <a:lnTo>
                    <a:pt x="4516" y="1349"/>
                  </a:lnTo>
                  <a:lnTo>
                    <a:pt x="4504" y="1358"/>
                  </a:lnTo>
                  <a:lnTo>
                    <a:pt x="4491" y="1366"/>
                  </a:lnTo>
                  <a:lnTo>
                    <a:pt x="4478" y="1374"/>
                  </a:lnTo>
                  <a:lnTo>
                    <a:pt x="4465" y="1382"/>
                  </a:lnTo>
                  <a:lnTo>
                    <a:pt x="4436" y="1396"/>
                  </a:lnTo>
                  <a:lnTo>
                    <a:pt x="4571" y="1700"/>
                  </a:lnTo>
                  <a:lnTo>
                    <a:pt x="4579" y="1722"/>
                  </a:lnTo>
                  <a:lnTo>
                    <a:pt x="4589" y="1744"/>
                  </a:lnTo>
                  <a:lnTo>
                    <a:pt x="4612" y="1792"/>
                  </a:lnTo>
                  <a:lnTo>
                    <a:pt x="4628" y="1828"/>
                  </a:lnTo>
                  <a:lnTo>
                    <a:pt x="4642" y="1862"/>
                  </a:lnTo>
                  <a:lnTo>
                    <a:pt x="4648" y="1878"/>
                  </a:lnTo>
                  <a:lnTo>
                    <a:pt x="4653" y="1892"/>
                  </a:lnTo>
                  <a:lnTo>
                    <a:pt x="4662" y="1920"/>
                  </a:lnTo>
                  <a:close/>
                  <a:moveTo>
                    <a:pt x="4276" y="1091"/>
                  </a:moveTo>
                  <a:lnTo>
                    <a:pt x="4294" y="1089"/>
                  </a:lnTo>
                  <a:lnTo>
                    <a:pt x="4311" y="1087"/>
                  </a:lnTo>
                  <a:lnTo>
                    <a:pt x="4320" y="1085"/>
                  </a:lnTo>
                  <a:lnTo>
                    <a:pt x="4327" y="1081"/>
                  </a:lnTo>
                  <a:lnTo>
                    <a:pt x="4342" y="1075"/>
                  </a:lnTo>
                  <a:lnTo>
                    <a:pt x="4356" y="1067"/>
                  </a:lnTo>
                  <a:lnTo>
                    <a:pt x="4368" y="1057"/>
                  </a:lnTo>
                  <a:lnTo>
                    <a:pt x="4374" y="1051"/>
                  </a:lnTo>
                  <a:lnTo>
                    <a:pt x="4379" y="1045"/>
                  </a:lnTo>
                  <a:lnTo>
                    <a:pt x="4384" y="1039"/>
                  </a:lnTo>
                  <a:lnTo>
                    <a:pt x="4389" y="1033"/>
                  </a:lnTo>
                  <a:lnTo>
                    <a:pt x="4394" y="1025"/>
                  </a:lnTo>
                  <a:lnTo>
                    <a:pt x="4398" y="1017"/>
                  </a:lnTo>
                  <a:lnTo>
                    <a:pt x="4406" y="999"/>
                  </a:lnTo>
                  <a:lnTo>
                    <a:pt x="4412" y="981"/>
                  </a:lnTo>
                  <a:lnTo>
                    <a:pt x="4415" y="971"/>
                  </a:lnTo>
                  <a:lnTo>
                    <a:pt x="4417" y="959"/>
                  </a:lnTo>
                  <a:lnTo>
                    <a:pt x="4420" y="949"/>
                  </a:lnTo>
                  <a:lnTo>
                    <a:pt x="4421" y="937"/>
                  </a:lnTo>
                  <a:lnTo>
                    <a:pt x="4423" y="925"/>
                  </a:lnTo>
                  <a:lnTo>
                    <a:pt x="4424" y="913"/>
                  </a:lnTo>
                  <a:lnTo>
                    <a:pt x="4426" y="887"/>
                  </a:lnTo>
                  <a:lnTo>
                    <a:pt x="4427" y="873"/>
                  </a:lnTo>
                  <a:lnTo>
                    <a:pt x="4427" y="859"/>
                  </a:lnTo>
                  <a:lnTo>
                    <a:pt x="4426" y="835"/>
                  </a:lnTo>
                  <a:lnTo>
                    <a:pt x="4424" y="813"/>
                  </a:lnTo>
                  <a:lnTo>
                    <a:pt x="4422" y="791"/>
                  </a:lnTo>
                  <a:lnTo>
                    <a:pt x="4418" y="773"/>
                  </a:lnTo>
                  <a:lnTo>
                    <a:pt x="4413" y="755"/>
                  </a:lnTo>
                  <a:lnTo>
                    <a:pt x="4406" y="739"/>
                  </a:lnTo>
                  <a:lnTo>
                    <a:pt x="4399" y="723"/>
                  </a:lnTo>
                  <a:lnTo>
                    <a:pt x="4391" y="711"/>
                  </a:lnTo>
                  <a:lnTo>
                    <a:pt x="4381" y="699"/>
                  </a:lnTo>
                  <a:lnTo>
                    <a:pt x="4370" y="689"/>
                  </a:lnTo>
                  <a:lnTo>
                    <a:pt x="4358" y="681"/>
                  </a:lnTo>
                  <a:lnTo>
                    <a:pt x="4346" y="673"/>
                  </a:lnTo>
                  <a:lnTo>
                    <a:pt x="4331" y="669"/>
                  </a:lnTo>
                  <a:lnTo>
                    <a:pt x="4316" y="665"/>
                  </a:lnTo>
                  <a:lnTo>
                    <a:pt x="4300" y="663"/>
                  </a:lnTo>
                  <a:lnTo>
                    <a:pt x="4282" y="661"/>
                  </a:lnTo>
                  <a:lnTo>
                    <a:pt x="4165" y="661"/>
                  </a:lnTo>
                  <a:lnTo>
                    <a:pt x="4165" y="1091"/>
                  </a:lnTo>
                  <a:lnTo>
                    <a:pt x="4276" y="10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00"/>
            </a:p>
          </p:txBody>
        </p:sp>
      </p:grp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C2813E5-55F5-8A94-3DE1-71D49DDAE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CC163D1E-F29E-43EC-A47E-270EFD5C3BD6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D8B47C5-11B1-0904-E798-3D21F88B9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5E8C107-73AF-09B8-3331-EEE2C8E6A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8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Picture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919D8-4647-F6A6-4F8F-664F998F80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991" y="1412876"/>
            <a:ext cx="4157997" cy="3024238"/>
          </a:xfrm>
        </p:spPr>
        <p:txBody>
          <a:bodyPr anchor="t" anchorCtr="0"/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Add thank you message.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2A9CFB3-2DB2-039B-17A5-C50A5777B96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5991" y="4581128"/>
            <a:ext cx="4157997" cy="144026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50"/>
              </a:spcBef>
              <a:buNone/>
              <a:defRPr sz="1350" b="0">
                <a:solidFill>
                  <a:schemeClr val="accent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Contact details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8111A34-160B-5E4A-BBB9-B527517B02E0}"/>
              </a:ext>
            </a:extLst>
          </p:cNvPr>
          <p:cNvGrpSpPr>
            <a:grpSpLocks noChangeAspect="1"/>
          </p:cNvGrpSpPr>
          <p:nvPr/>
        </p:nvGrpSpPr>
        <p:grpSpPr>
          <a:xfrm>
            <a:off x="305991" y="576001"/>
            <a:ext cx="847800" cy="437949"/>
            <a:chOff x="2389188" y="1992313"/>
            <a:chExt cx="7424738" cy="2876551"/>
          </a:xfrm>
          <a:solidFill>
            <a:schemeClr val="accent2"/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B9F0DAF2-A9D6-63CF-6EEE-6FCFBB3CED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24113" y="4270376"/>
              <a:ext cx="7361238" cy="598488"/>
            </a:xfrm>
            <a:custGeom>
              <a:avLst/>
              <a:gdLst>
                <a:gd name="T0" fmla="*/ 4474 w 4637"/>
                <a:gd name="T1" fmla="*/ 613 h 753"/>
                <a:gd name="T2" fmla="*/ 4500 w 4637"/>
                <a:gd name="T3" fmla="*/ 735 h 753"/>
                <a:gd name="T4" fmla="*/ 4506 w 4637"/>
                <a:gd name="T5" fmla="*/ 214 h 753"/>
                <a:gd name="T6" fmla="*/ 61 w 4637"/>
                <a:gd name="T7" fmla="*/ 747 h 753"/>
                <a:gd name="T8" fmla="*/ 22 w 4637"/>
                <a:gd name="T9" fmla="*/ 20 h 753"/>
                <a:gd name="T10" fmla="*/ 263 w 4637"/>
                <a:gd name="T11" fmla="*/ 487 h 753"/>
                <a:gd name="T12" fmla="*/ 437 w 4637"/>
                <a:gd name="T13" fmla="*/ 699 h 753"/>
                <a:gd name="T14" fmla="*/ 246 w 4637"/>
                <a:gd name="T15" fmla="*/ 601 h 753"/>
                <a:gd name="T16" fmla="*/ 378 w 4637"/>
                <a:gd name="T17" fmla="*/ 212 h 753"/>
                <a:gd name="T18" fmla="*/ 409 w 4637"/>
                <a:gd name="T19" fmla="*/ 315 h 753"/>
                <a:gd name="T20" fmla="*/ 264 w 4637"/>
                <a:gd name="T21" fmla="*/ 399 h 753"/>
                <a:gd name="T22" fmla="*/ 506 w 4637"/>
                <a:gd name="T23" fmla="*/ 232 h 753"/>
                <a:gd name="T24" fmla="*/ 657 w 4637"/>
                <a:gd name="T25" fmla="*/ 220 h 753"/>
                <a:gd name="T26" fmla="*/ 657 w 4637"/>
                <a:gd name="T27" fmla="*/ 737 h 753"/>
                <a:gd name="T28" fmla="*/ 768 w 4637"/>
                <a:gd name="T29" fmla="*/ 14 h 753"/>
                <a:gd name="T30" fmla="*/ 918 w 4637"/>
                <a:gd name="T31" fmla="*/ 711 h 753"/>
                <a:gd name="T32" fmla="*/ 837 w 4637"/>
                <a:gd name="T33" fmla="*/ 415 h 753"/>
                <a:gd name="T34" fmla="*/ 973 w 4637"/>
                <a:gd name="T35" fmla="*/ 216 h 753"/>
                <a:gd name="T36" fmla="*/ 838 w 4637"/>
                <a:gd name="T37" fmla="*/ 325 h 753"/>
                <a:gd name="T38" fmla="*/ 982 w 4637"/>
                <a:gd name="T39" fmla="*/ 659 h 753"/>
                <a:gd name="T40" fmla="*/ 1245 w 4637"/>
                <a:gd name="T41" fmla="*/ 729 h 753"/>
                <a:gd name="T42" fmla="*/ 1265 w 4637"/>
                <a:gd name="T43" fmla="*/ 210 h 753"/>
                <a:gd name="T44" fmla="*/ 1267 w 4637"/>
                <a:gd name="T45" fmla="*/ 250 h 753"/>
                <a:gd name="T46" fmla="*/ 1276 w 4637"/>
                <a:gd name="T47" fmla="*/ 711 h 753"/>
                <a:gd name="T48" fmla="*/ 1456 w 4637"/>
                <a:gd name="T49" fmla="*/ 6 h 753"/>
                <a:gd name="T50" fmla="*/ 1617 w 4637"/>
                <a:gd name="T51" fmla="*/ 675 h 753"/>
                <a:gd name="T52" fmla="*/ 1700 w 4637"/>
                <a:gd name="T53" fmla="*/ 751 h 753"/>
                <a:gd name="T54" fmla="*/ 1581 w 4637"/>
                <a:gd name="T55" fmla="*/ 315 h 753"/>
                <a:gd name="T56" fmla="*/ 1767 w 4637"/>
                <a:gd name="T57" fmla="*/ 365 h 753"/>
                <a:gd name="T58" fmla="*/ 1681 w 4637"/>
                <a:gd name="T59" fmla="*/ 242 h 753"/>
                <a:gd name="T60" fmla="*/ 2012 w 4637"/>
                <a:gd name="T61" fmla="*/ 731 h 753"/>
                <a:gd name="T62" fmla="*/ 1849 w 4637"/>
                <a:gd name="T63" fmla="*/ 591 h 753"/>
                <a:gd name="T64" fmla="*/ 1999 w 4637"/>
                <a:gd name="T65" fmla="*/ 276 h 753"/>
                <a:gd name="T66" fmla="*/ 1926 w 4637"/>
                <a:gd name="T67" fmla="*/ 204 h 753"/>
                <a:gd name="T68" fmla="*/ 2031 w 4637"/>
                <a:gd name="T69" fmla="*/ 741 h 753"/>
                <a:gd name="T70" fmla="*/ 1881 w 4637"/>
                <a:gd name="T71" fmla="*/ 671 h 753"/>
                <a:gd name="T72" fmla="*/ 2299 w 4637"/>
                <a:gd name="T73" fmla="*/ 355 h 753"/>
                <a:gd name="T74" fmla="*/ 2139 w 4637"/>
                <a:gd name="T75" fmla="*/ 747 h 753"/>
                <a:gd name="T76" fmla="*/ 2224 w 4637"/>
                <a:gd name="T77" fmla="*/ 204 h 753"/>
                <a:gd name="T78" fmla="*/ 2652 w 4637"/>
                <a:gd name="T79" fmla="*/ 753 h 753"/>
                <a:gd name="T80" fmla="*/ 2541 w 4637"/>
                <a:gd name="T81" fmla="*/ 208 h 753"/>
                <a:gd name="T82" fmla="*/ 2681 w 4637"/>
                <a:gd name="T83" fmla="*/ 248 h 753"/>
                <a:gd name="T84" fmla="*/ 2937 w 4637"/>
                <a:gd name="T85" fmla="*/ 751 h 753"/>
                <a:gd name="T86" fmla="*/ 2789 w 4637"/>
                <a:gd name="T87" fmla="*/ 737 h 753"/>
                <a:gd name="T88" fmla="*/ 2882 w 4637"/>
                <a:gd name="T89" fmla="*/ 206 h 753"/>
                <a:gd name="T90" fmla="*/ 3232 w 4637"/>
                <a:gd name="T91" fmla="*/ 487 h 753"/>
                <a:gd name="T92" fmla="*/ 3235 w 4637"/>
                <a:gd name="T93" fmla="*/ 697 h 753"/>
                <a:gd name="T94" fmla="*/ 3046 w 4637"/>
                <a:gd name="T95" fmla="*/ 615 h 753"/>
                <a:gd name="T96" fmla="*/ 3166 w 4637"/>
                <a:gd name="T97" fmla="*/ 206 h 753"/>
                <a:gd name="T98" fmla="*/ 3210 w 4637"/>
                <a:gd name="T99" fmla="*/ 321 h 753"/>
                <a:gd name="T100" fmla="*/ 3064 w 4637"/>
                <a:gd name="T101" fmla="*/ 379 h 753"/>
                <a:gd name="T102" fmla="*/ 3618 w 4637"/>
                <a:gd name="T103" fmla="*/ 305 h 753"/>
                <a:gd name="T104" fmla="*/ 3458 w 4637"/>
                <a:gd name="T105" fmla="*/ 208 h 753"/>
                <a:gd name="T106" fmla="*/ 3634 w 4637"/>
                <a:gd name="T107" fmla="*/ 282 h 753"/>
                <a:gd name="T108" fmla="*/ 3781 w 4637"/>
                <a:gd name="T109" fmla="*/ 232 h 753"/>
                <a:gd name="T110" fmla="*/ 3859 w 4637"/>
                <a:gd name="T111" fmla="*/ 319 h 753"/>
                <a:gd name="T112" fmla="*/ 4039 w 4637"/>
                <a:gd name="T113" fmla="*/ 290 h 753"/>
                <a:gd name="T114" fmla="*/ 3965 w 4637"/>
                <a:gd name="T115" fmla="*/ 753 h 753"/>
                <a:gd name="T116" fmla="*/ 3901 w 4637"/>
                <a:gd name="T117" fmla="*/ 272 h 753"/>
                <a:gd name="T118" fmla="*/ 3919 w 4637"/>
                <a:gd name="T119" fmla="*/ 703 h 753"/>
                <a:gd name="T120" fmla="*/ 4206 w 4637"/>
                <a:gd name="T121" fmla="*/ 250 h 753"/>
                <a:gd name="T122" fmla="*/ 4166 w 4637"/>
                <a:gd name="T123" fmla="*/ 216 h 753"/>
                <a:gd name="T124" fmla="*/ 4339 w 4637"/>
                <a:gd name="T125" fmla="*/ 753 h 7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37" h="753">
                  <a:moveTo>
                    <a:pt x="4615" y="254"/>
                  </a:moveTo>
                  <a:lnTo>
                    <a:pt x="4599" y="250"/>
                  </a:lnTo>
                  <a:lnTo>
                    <a:pt x="4580" y="246"/>
                  </a:lnTo>
                  <a:lnTo>
                    <a:pt x="4561" y="242"/>
                  </a:lnTo>
                  <a:lnTo>
                    <a:pt x="4545" y="242"/>
                  </a:lnTo>
                  <a:lnTo>
                    <a:pt x="4535" y="242"/>
                  </a:lnTo>
                  <a:lnTo>
                    <a:pt x="4526" y="244"/>
                  </a:lnTo>
                  <a:lnTo>
                    <a:pt x="4517" y="248"/>
                  </a:lnTo>
                  <a:lnTo>
                    <a:pt x="4509" y="254"/>
                  </a:lnTo>
                  <a:lnTo>
                    <a:pt x="4503" y="262"/>
                  </a:lnTo>
                  <a:lnTo>
                    <a:pt x="4496" y="270"/>
                  </a:lnTo>
                  <a:lnTo>
                    <a:pt x="4493" y="276"/>
                  </a:lnTo>
                  <a:lnTo>
                    <a:pt x="4491" y="280"/>
                  </a:lnTo>
                  <a:lnTo>
                    <a:pt x="4488" y="286"/>
                  </a:lnTo>
                  <a:lnTo>
                    <a:pt x="4486" y="292"/>
                  </a:lnTo>
                  <a:lnTo>
                    <a:pt x="4482" y="305"/>
                  </a:lnTo>
                  <a:lnTo>
                    <a:pt x="4477" y="319"/>
                  </a:lnTo>
                  <a:lnTo>
                    <a:pt x="4474" y="337"/>
                  </a:lnTo>
                  <a:lnTo>
                    <a:pt x="4471" y="355"/>
                  </a:lnTo>
                  <a:lnTo>
                    <a:pt x="4470" y="375"/>
                  </a:lnTo>
                  <a:lnTo>
                    <a:pt x="4468" y="395"/>
                  </a:lnTo>
                  <a:lnTo>
                    <a:pt x="4468" y="417"/>
                  </a:lnTo>
                  <a:lnTo>
                    <a:pt x="4467" y="443"/>
                  </a:lnTo>
                  <a:lnTo>
                    <a:pt x="4467" y="509"/>
                  </a:lnTo>
                  <a:lnTo>
                    <a:pt x="4468" y="533"/>
                  </a:lnTo>
                  <a:lnTo>
                    <a:pt x="4468" y="555"/>
                  </a:lnTo>
                  <a:lnTo>
                    <a:pt x="4470" y="575"/>
                  </a:lnTo>
                  <a:lnTo>
                    <a:pt x="4471" y="595"/>
                  </a:lnTo>
                  <a:lnTo>
                    <a:pt x="4474" y="613"/>
                  </a:lnTo>
                  <a:lnTo>
                    <a:pt x="4477" y="631"/>
                  </a:lnTo>
                  <a:lnTo>
                    <a:pt x="4480" y="647"/>
                  </a:lnTo>
                  <a:lnTo>
                    <a:pt x="4485" y="659"/>
                  </a:lnTo>
                  <a:lnTo>
                    <a:pt x="4490" y="673"/>
                  </a:lnTo>
                  <a:lnTo>
                    <a:pt x="4496" y="683"/>
                  </a:lnTo>
                  <a:lnTo>
                    <a:pt x="4502" y="693"/>
                  </a:lnTo>
                  <a:lnTo>
                    <a:pt x="4505" y="697"/>
                  </a:lnTo>
                  <a:lnTo>
                    <a:pt x="4509" y="701"/>
                  </a:lnTo>
                  <a:lnTo>
                    <a:pt x="4513" y="703"/>
                  </a:lnTo>
                  <a:lnTo>
                    <a:pt x="4517" y="707"/>
                  </a:lnTo>
                  <a:lnTo>
                    <a:pt x="4525" y="711"/>
                  </a:lnTo>
                  <a:lnTo>
                    <a:pt x="4535" y="713"/>
                  </a:lnTo>
                  <a:lnTo>
                    <a:pt x="4545" y="713"/>
                  </a:lnTo>
                  <a:lnTo>
                    <a:pt x="4563" y="713"/>
                  </a:lnTo>
                  <a:lnTo>
                    <a:pt x="4582" y="709"/>
                  </a:lnTo>
                  <a:lnTo>
                    <a:pt x="4600" y="705"/>
                  </a:lnTo>
                  <a:lnTo>
                    <a:pt x="4615" y="701"/>
                  </a:lnTo>
                  <a:lnTo>
                    <a:pt x="4615" y="254"/>
                  </a:lnTo>
                  <a:close/>
                  <a:moveTo>
                    <a:pt x="4629" y="735"/>
                  </a:moveTo>
                  <a:lnTo>
                    <a:pt x="4611" y="741"/>
                  </a:lnTo>
                  <a:lnTo>
                    <a:pt x="4600" y="745"/>
                  </a:lnTo>
                  <a:lnTo>
                    <a:pt x="4590" y="747"/>
                  </a:lnTo>
                  <a:lnTo>
                    <a:pt x="4567" y="751"/>
                  </a:lnTo>
                  <a:lnTo>
                    <a:pt x="4545" y="753"/>
                  </a:lnTo>
                  <a:lnTo>
                    <a:pt x="4532" y="753"/>
                  </a:lnTo>
                  <a:lnTo>
                    <a:pt x="4521" y="749"/>
                  </a:lnTo>
                  <a:lnTo>
                    <a:pt x="4510" y="743"/>
                  </a:lnTo>
                  <a:lnTo>
                    <a:pt x="4505" y="739"/>
                  </a:lnTo>
                  <a:lnTo>
                    <a:pt x="4500" y="735"/>
                  </a:lnTo>
                  <a:lnTo>
                    <a:pt x="4491" y="725"/>
                  </a:lnTo>
                  <a:lnTo>
                    <a:pt x="4483" y="715"/>
                  </a:lnTo>
                  <a:lnTo>
                    <a:pt x="4478" y="707"/>
                  </a:lnTo>
                  <a:lnTo>
                    <a:pt x="4475" y="701"/>
                  </a:lnTo>
                  <a:lnTo>
                    <a:pt x="4468" y="685"/>
                  </a:lnTo>
                  <a:lnTo>
                    <a:pt x="4463" y="669"/>
                  </a:lnTo>
                  <a:lnTo>
                    <a:pt x="4458" y="649"/>
                  </a:lnTo>
                  <a:lnTo>
                    <a:pt x="4454" y="629"/>
                  </a:lnTo>
                  <a:lnTo>
                    <a:pt x="4451" y="607"/>
                  </a:lnTo>
                  <a:lnTo>
                    <a:pt x="4448" y="585"/>
                  </a:lnTo>
                  <a:lnTo>
                    <a:pt x="4447" y="561"/>
                  </a:lnTo>
                  <a:lnTo>
                    <a:pt x="4445" y="535"/>
                  </a:lnTo>
                  <a:lnTo>
                    <a:pt x="4445" y="509"/>
                  </a:lnTo>
                  <a:lnTo>
                    <a:pt x="4445" y="443"/>
                  </a:lnTo>
                  <a:lnTo>
                    <a:pt x="4446" y="413"/>
                  </a:lnTo>
                  <a:lnTo>
                    <a:pt x="4447" y="387"/>
                  </a:lnTo>
                  <a:lnTo>
                    <a:pt x="4449" y="361"/>
                  </a:lnTo>
                  <a:lnTo>
                    <a:pt x="4451" y="337"/>
                  </a:lnTo>
                  <a:lnTo>
                    <a:pt x="4455" y="315"/>
                  </a:lnTo>
                  <a:lnTo>
                    <a:pt x="4459" y="298"/>
                  </a:lnTo>
                  <a:lnTo>
                    <a:pt x="4464" y="280"/>
                  </a:lnTo>
                  <a:lnTo>
                    <a:pt x="4470" y="264"/>
                  </a:lnTo>
                  <a:lnTo>
                    <a:pt x="4473" y="256"/>
                  </a:lnTo>
                  <a:lnTo>
                    <a:pt x="4476" y="248"/>
                  </a:lnTo>
                  <a:lnTo>
                    <a:pt x="4485" y="236"/>
                  </a:lnTo>
                  <a:lnTo>
                    <a:pt x="4489" y="232"/>
                  </a:lnTo>
                  <a:lnTo>
                    <a:pt x="4493" y="226"/>
                  </a:lnTo>
                  <a:lnTo>
                    <a:pt x="4502" y="218"/>
                  </a:lnTo>
                  <a:lnTo>
                    <a:pt x="4506" y="214"/>
                  </a:lnTo>
                  <a:lnTo>
                    <a:pt x="4511" y="212"/>
                  </a:lnTo>
                  <a:lnTo>
                    <a:pt x="4522" y="206"/>
                  </a:lnTo>
                  <a:lnTo>
                    <a:pt x="4527" y="204"/>
                  </a:lnTo>
                  <a:lnTo>
                    <a:pt x="4533" y="204"/>
                  </a:lnTo>
                  <a:lnTo>
                    <a:pt x="4545" y="202"/>
                  </a:lnTo>
                  <a:lnTo>
                    <a:pt x="4561" y="204"/>
                  </a:lnTo>
                  <a:lnTo>
                    <a:pt x="4580" y="206"/>
                  </a:lnTo>
                  <a:lnTo>
                    <a:pt x="4598" y="212"/>
                  </a:lnTo>
                  <a:lnTo>
                    <a:pt x="4615" y="218"/>
                  </a:lnTo>
                  <a:lnTo>
                    <a:pt x="4615" y="20"/>
                  </a:lnTo>
                  <a:lnTo>
                    <a:pt x="4615" y="16"/>
                  </a:lnTo>
                  <a:lnTo>
                    <a:pt x="4615" y="12"/>
                  </a:lnTo>
                  <a:lnTo>
                    <a:pt x="4617" y="6"/>
                  </a:lnTo>
                  <a:lnTo>
                    <a:pt x="4618" y="4"/>
                  </a:lnTo>
                  <a:lnTo>
                    <a:pt x="4620" y="2"/>
                  </a:lnTo>
                  <a:lnTo>
                    <a:pt x="4623" y="0"/>
                  </a:lnTo>
                  <a:lnTo>
                    <a:pt x="4628" y="0"/>
                  </a:lnTo>
                  <a:lnTo>
                    <a:pt x="4632" y="2"/>
                  </a:lnTo>
                  <a:lnTo>
                    <a:pt x="4635" y="6"/>
                  </a:lnTo>
                  <a:lnTo>
                    <a:pt x="4636" y="12"/>
                  </a:lnTo>
                  <a:lnTo>
                    <a:pt x="4637" y="20"/>
                  </a:lnTo>
                  <a:lnTo>
                    <a:pt x="4637" y="715"/>
                  </a:lnTo>
                  <a:lnTo>
                    <a:pt x="4637" y="723"/>
                  </a:lnTo>
                  <a:lnTo>
                    <a:pt x="4636" y="725"/>
                  </a:lnTo>
                  <a:lnTo>
                    <a:pt x="4635" y="727"/>
                  </a:lnTo>
                  <a:lnTo>
                    <a:pt x="4633" y="731"/>
                  </a:lnTo>
                  <a:lnTo>
                    <a:pt x="4629" y="735"/>
                  </a:lnTo>
                  <a:close/>
                  <a:moveTo>
                    <a:pt x="177" y="747"/>
                  </a:moveTo>
                  <a:lnTo>
                    <a:pt x="61" y="747"/>
                  </a:lnTo>
                  <a:lnTo>
                    <a:pt x="54" y="747"/>
                  </a:lnTo>
                  <a:lnTo>
                    <a:pt x="48" y="745"/>
                  </a:lnTo>
                  <a:lnTo>
                    <a:pt x="41" y="745"/>
                  </a:lnTo>
                  <a:lnTo>
                    <a:pt x="36" y="741"/>
                  </a:lnTo>
                  <a:lnTo>
                    <a:pt x="30" y="739"/>
                  </a:lnTo>
                  <a:lnTo>
                    <a:pt x="28" y="737"/>
                  </a:lnTo>
                  <a:lnTo>
                    <a:pt x="25" y="733"/>
                  </a:lnTo>
                  <a:lnTo>
                    <a:pt x="21" y="729"/>
                  </a:lnTo>
                  <a:lnTo>
                    <a:pt x="16" y="723"/>
                  </a:lnTo>
                  <a:lnTo>
                    <a:pt x="13" y="715"/>
                  </a:lnTo>
                  <a:lnTo>
                    <a:pt x="9" y="707"/>
                  </a:lnTo>
                  <a:lnTo>
                    <a:pt x="7" y="699"/>
                  </a:lnTo>
                  <a:lnTo>
                    <a:pt x="4" y="687"/>
                  </a:lnTo>
                  <a:lnTo>
                    <a:pt x="3" y="677"/>
                  </a:lnTo>
                  <a:lnTo>
                    <a:pt x="1" y="663"/>
                  </a:lnTo>
                  <a:lnTo>
                    <a:pt x="1" y="649"/>
                  </a:lnTo>
                  <a:lnTo>
                    <a:pt x="0" y="635"/>
                  </a:lnTo>
                  <a:lnTo>
                    <a:pt x="0" y="20"/>
                  </a:lnTo>
                  <a:lnTo>
                    <a:pt x="0" y="16"/>
                  </a:lnTo>
                  <a:lnTo>
                    <a:pt x="1" y="12"/>
                  </a:lnTo>
                  <a:lnTo>
                    <a:pt x="3" y="6"/>
                  </a:lnTo>
                  <a:lnTo>
                    <a:pt x="4" y="4"/>
                  </a:lnTo>
                  <a:lnTo>
                    <a:pt x="5" y="2"/>
                  </a:lnTo>
                  <a:lnTo>
                    <a:pt x="9" y="0"/>
                  </a:lnTo>
                  <a:lnTo>
                    <a:pt x="14" y="0"/>
                  </a:lnTo>
                  <a:lnTo>
                    <a:pt x="17" y="2"/>
                  </a:lnTo>
                  <a:lnTo>
                    <a:pt x="20" y="6"/>
                  </a:lnTo>
                  <a:lnTo>
                    <a:pt x="22" y="12"/>
                  </a:lnTo>
                  <a:lnTo>
                    <a:pt x="22" y="20"/>
                  </a:lnTo>
                  <a:lnTo>
                    <a:pt x="22" y="635"/>
                  </a:lnTo>
                  <a:lnTo>
                    <a:pt x="23" y="645"/>
                  </a:lnTo>
                  <a:lnTo>
                    <a:pt x="23" y="655"/>
                  </a:lnTo>
                  <a:lnTo>
                    <a:pt x="24" y="665"/>
                  </a:lnTo>
                  <a:lnTo>
                    <a:pt x="25" y="671"/>
                  </a:lnTo>
                  <a:lnTo>
                    <a:pt x="27" y="679"/>
                  </a:lnTo>
                  <a:lnTo>
                    <a:pt x="28" y="685"/>
                  </a:lnTo>
                  <a:lnTo>
                    <a:pt x="30" y="689"/>
                  </a:lnTo>
                  <a:lnTo>
                    <a:pt x="33" y="693"/>
                  </a:lnTo>
                  <a:lnTo>
                    <a:pt x="35" y="697"/>
                  </a:lnTo>
                  <a:lnTo>
                    <a:pt x="38" y="699"/>
                  </a:lnTo>
                  <a:lnTo>
                    <a:pt x="45" y="703"/>
                  </a:lnTo>
                  <a:lnTo>
                    <a:pt x="53" y="705"/>
                  </a:lnTo>
                  <a:lnTo>
                    <a:pt x="61" y="705"/>
                  </a:lnTo>
                  <a:lnTo>
                    <a:pt x="177" y="705"/>
                  </a:lnTo>
                  <a:lnTo>
                    <a:pt x="181" y="707"/>
                  </a:lnTo>
                  <a:lnTo>
                    <a:pt x="182" y="709"/>
                  </a:lnTo>
                  <a:lnTo>
                    <a:pt x="184" y="711"/>
                  </a:lnTo>
                  <a:lnTo>
                    <a:pt x="186" y="715"/>
                  </a:lnTo>
                  <a:lnTo>
                    <a:pt x="186" y="719"/>
                  </a:lnTo>
                  <a:lnTo>
                    <a:pt x="187" y="723"/>
                  </a:lnTo>
                  <a:lnTo>
                    <a:pt x="187" y="731"/>
                  </a:lnTo>
                  <a:lnTo>
                    <a:pt x="186" y="733"/>
                  </a:lnTo>
                  <a:lnTo>
                    <a:pt x="186" y="737"/>
                  </a:lnTo>
                  <a:lnTo>
                    <a:pt x="184" y="743"/>
                  </a:lnTo>
                  <a:lnTo>
                    <a:pt x="181" y="745"/>
                  </a:lnTo>
                  <a:lnTo>
                    <a:pt x="177" y="747"/>
                  </a:lnTo>
                  <a:close/>
                  <a:moveTo>
                    <a:pt x="433" y="487"/>
                  </a:moveTo>
                  <a:lnTo>
                    <a:pt x="263" y="487"/>
                  </a:lnTo>
                  <a:lnTo>
                    <a:pt x="263" y="509"/>
                  </a:lnTo>
                  <a:lnTo>
                    <a:pt x="263" y="539"/>
                  </a:lnTo>
                  <a:lnTo>
                    <a:pt x="264" y="553"/>
                  </a:lnTo>
                  <a:lnTo>
                    <a:pt x="265" y="565"/>
                  </a:lnTo>
                  <a:lnTo>
                    <a:pt x="266" y="579"/>
                  </a:lnTo>
                  <a:lnTo>
                    <a:pt x="267" y="591"/>
                  </a:lnTo>
                  <a:lnTo>
                    <a:pt x="270" y="613"/>
                  </a:lnTo>
                  <a:lnTo>
                    <a:pt x="274" y="631"/>
                  </a:lnTo>
                  <a:lnTo>
                    <a:pt x="279" y="647"/>
                  </a:lnTo>
                  <a:lnTo>
                    <a:pt x="284" y="663"/>
                  </a:lnTo>
                  <a:lnTo>
                    <a:pt x="287" y="669"/>
                  </a:lnTo>
                  <a:lnTo>
                    <a:pt x="290" y="675"/>
                  </a:lnTo>
                  <a:lnTo>
                    <a:pt x="293" y="681"/>
                  </a:lnTo>
                  <a:lnTo>
                    <a:pt x="296" y="685"/>
                  </a:lnTo>
                  <a:lnTo>
                    <a:pt x="303" y="693"/>
                  </a:lnTo>
                  <a:lnTo>
                    <a:pt x="311" y="701"/>
                  </a:lnTo>
                  <a:lnTo>
                    <a:pt x="319" y="705"/>
                  </a:lnTo>
                  <a:lnTo>
                    <a:pt x="327" y="709"/>
                  </a:lnTo>
                  <a:lnTo>
                    <a:pt x="336" y="713"/>
                  </a:lnTo>
                  <a:lnTo>
                    <a:pt x="345" y="713"/>
                  </a:lnTo>
                  <a:lnTo>
                    <a:pt x="354" y="713"/>
                  </a:lnTo>
                  <a:lnTo>
                    <a:pt x="372" y="713"/>
                  </a:lnTo>
                  <a:lnTo>
                    <a:pt x="390" y="709"/>
                  </a:lnTo>
                  <a:lnTo>
                    <a:pt x="410" y="703"/>
                  </a:lnTo>
                  <a:lnTo>
                    <a:pt x="429" y="697"/>
                  </a:lnTo>
                  <a:lnTo>
                    <a:pt x="431" y="697"/>
                  </a:lnTo>
                  <a:lnTo>
                    <a:pt x="432" y="697"/>
                  </a:lnTo>
                  <a:lnTo>
                    <a:pt x="436" y="697"/>
                  </a:lnTo>
                  <a:lnTo>
                    <a:pt x="437" y="699"/>
                  </a:lnTo>
                  <a:lnTo>
                    <a:pt x="438" y="703"/>
                  </a:lnTo>
                  <a:lnTo>
                    <a:pt x="439" y="705"/>
                  </a:lnTo>
                  <a:lnTo>
                    <a:pt x="439" y="709"/>
                  </a:lnTo>
                  <a:lnTo>
                    <a:pt x="439" y="721"/>
                  </a:lnTo>
                  <a:lnTo>
                    <a:pt x="438" y="725"/>
                  </a:lnTo>
                  <a:lnTo>
                    <a:pt x="437" y="729"/>
                  </a:lnTo>
                  <a:lnTo>
                    <a:pt x="436" y="731"/>
                  </a:lnTo>
                  <a:lnTo>
                    <a:pt x="434" y="733"/>
                  </a:lnTo>
                  <a:lnTo>
                    <a:pt x="430" y="737"/>
                  </a:lnTo>
                  <a:lnTo>
                    <a:pt x="411" y="743"/>
                  </a:lnTo>
                  <a:lnTo>
                    <a:pt x="391" y="749"/>
                  </a:lnTo>
                  <a:lnTo>
                    <a:pt x="372" y="751"/>
                  </a:lnTo>
                  <a:lnTo>
                    <a:pt x="354" y="753"/>
                  </a:lnTo>
                  <a:lnTo>
                    <a:pt x="343" y="753"/>
                  </a:lnTo>
                  <a:lnTo>
                    <a:pt x="331" y="751"/>
                  </a:lnTo>
                  <a:lnTo>
                    <a:pt x="320" y="747"/>
                  </a:lnTo>
                  <a:lnTo>
                    <a:pt x="310" y="741"/>
                  </a:lnTo>
                  <a:lnTo>
                    <a:pt x="300" y="735"/>
                  </a:lnTo>
                  <a:lnTo>
                    <a:pt x="295" y="731"/>
                  </a:lnTo>
                  <a:lnTo>
                    <a:pt x="291" y="727"/>
                  </a:lnTo>
                  <a:lnTo>
                    <a:pt x="282" y="715"/>
                  </a:lnTo>
                  <a:lnTo>
                    <a:pt x="274" y="703"/>
                  </a:lnTo>
                  <a:lnTo>
                    <a:pt x="270" y="695"/>
                  </a:lnTo>
                  <a:lnTo>
                    <a:pt x="267" y="687"/>
                  </a:lnTo>
                  <a:lnTo>
                    <a:pt x="260" y="669"/>
                  </a:lnTo>
                  <a:lnTo>
                    <a:pt x="255" y="649"/>
                  </a:lnTo>
                  <a:lnTo>
                    <a:pt x="250" y="627"/>
                  </a:lnTo>
                  <a:lnTo>
                    <a:pt x="248" y="615"/>
                  </a:lnTo>
                  <a:lnTo>
                    <a:pt x="246" y="601"/>
                  </a:lnTo>
                  <a:lnTo>
                    <a:pt x="243" y="573"/>
                  </a:lnTo>
                  <a:lnTo>
                    <a:pt x="241" y="543"/>
                  </a:lnTo>
                  <a:lnTo>
                    <a:pt x="241" y="527"/>
                  </a:lnTo>
                  <a:lnTo>
                    <a:pt x="241" y="509"/>
                  </a:lnTo>
                  <a:lnTo>
                    <a:pt x="241" y="443"/>
                  </a:lnTo>
                  <a:lnTo>
                    <a:pt x="241" y="417"/>
                  </a:lnTo>
                  <a:lnTo>
                    <a:pt x="242" y="391"/>
                  </a:lnTo>
                  <a:lnTo>
                    <a:pt x="245" y="369"/>
                  </a:lnTo>
                  <a:lnTo>
                    <a:pt x="247" y="345"/>
                  </a:lnTo>
                  <a:lnTo>
                    <a:pt x="249" y="335"/>
                  </a:lnTo>
                  <a:lnTo>
                    <a:pt x="251" y="325"/>
                  </a:lnTo>
                  <a:lnTo>
                    <a:pt x="253" y="315"/>
                  </a:lnTo>
                  <a:lnTo>
                    <a:pt x="255" y="305"/>
                  </a:lnTo>
                  <a:lnTo>
                    <a:pt x="258" y="296"/>
                  </a:lnTo>
                  <a:lnTo>
                    <a:pt x="261" y="288"/>
                  </a:lnTo>
                  <a:lnTo>
                    <a:pt x="267" y="270"/>
                  </a:lnTo>
                  <a:lnTo>
                    <a:pt x="274" y="256"/>
                  </a:lnTo>
                  <a:lnTo>
                    <a:pt x="281" y="242"/>
                  </a:lnTo>
                  <a:lnTo>
                    <a:pt x="289" y="230"/>
                  </a:lnTo>
                  <a:lnTo>
                    <a:pt x="299" y="220"/>
                  </a:lnTo>
                  <a:lnTo>
                    <a:pt x="308" y="212"/>
                  </a:lnTo>
                  <a:lnTo>
                    <a:pt x="319" y="208"/>
                  </a:lnTo>
                  <a:lnTo>
                    <a:pt x="330" y="204"/>
                  </a:lnTo>
                  <a:lnTo>
                    <a:pt x="336" y="202"/>
                  </a:lnTo>
                  <a:lnTo>
                    <a:pt x="343" y="202"/>
                  </a:lnTo>
                  <a:lnTo>
                    <a:pt x="355" y="204"/>
                  </a:lnTo>
                  <a:lnTo>
                    <a:pt x="361" y="204"/>
                  </a:lnTo>
                  <a:lnTo>
                    <a:pt x="367" y="206"/>
                  </a:lnTo>
                  <a:lnTo>
                    <a:pt x="378" y="212"/>
                  </a:lnTo>
                  <a:lnTo>
                    <a:pt x="383" y="216"/>
                  </a:lnTo>
                  <a:lnTo>
                    <a:pt x="387" y="220"/>
                  </a:lnTo>
                  <a:lnTo>
                    <a:pt x="397" y="230"/>
                  </a:lnTo>
                  <a:lnTo>
                    <a:pt x="405" y="240"/>
                  </a:lnTo>
                  <a:lnTo>
                    <a:pt x="412" y="254"/>
                  </a:lnTo>
                  <a:lnTo>
                    <a:pt x="416" y="260"/>
                  </a:lnTo>
                  <a:lnTo>
                    <a:pt x="419" y="268"/>
                  </a:lnTo>
                  <a:lnTo>
                    <a:pt x="424" y="286"/>
                  </a:lnTo>
                  <a:lnTo>
                    <a:pt x="429" y="303"/>
                  </a:lnTo>
                  <a:lnTo>
                    <a:pt x="433" y="323"/>
                  </a:lnTo>
                  <a:lnTo>
                    <a:pt x="437" y="343"/>
                  </a:lnTo>
                  <a:lnTo>
                    <a:pt x="439" y="365"/>
                  </a:lnTo>
                  <a:lnTo>
                    <a:pt x="441" y="389"/>
                  </a:lnTo>
                  <a:lnTo>
                    <a:pt x="442" y="415"/>
                  </a:lnTo>
                  <a:lnTo>
                    <a:pt x="443" y="441"/>
                  </a:lnTo>
                  <a:lnTo>
                    <a:pt x="443" y="469"/>
                  </a:lnTo>
                  <a:lnTo>
                    <a:pt x="443" y="473"/>
                  </a:lnTo>
                  <a:lnTo>
                    <a:pt x="442" y="475"/>
                  </a:lnTo>
                  <a:lnTo>
                    <a:pt x="440" y="483"/>
                  </a:lnTo>
                  <a:lnTo>
                    <a:pt x="437" y="487"/>
                  </a:lnTo>
                  <a:lnTo>
                    <a:pt x="433" y="487"/>
                  </a:lnTo>
                  <a:close/>
                  <a:moveTo>
                    <a:pt x="421" y="441"/>
                  </a:moveTo>
                  <a:lnTo>
                    <a:pt x="420" y="417"/>
                  </a:lnTo>
                  <a:lnTo>
                    <a:pt x="420" y="397"/>
                  </a:lnTo>
                  <a:lnTo>
                    <a:pt x="418" y="375"/>
                  </a:lnTo>
                  <a:lnTo>
                    <a:pt x="416" y="357"/>
                  </a:lnTo>
                  <a:lnTo>
                    <a:pt x="414" y="339"/>
                  </a:lnTo>
                  <a:lnTo>
                    <a:pt x="411" y="321"/>
                  </a:lnTo>
                  <a:lnTo>
                    <a:pt x="409" y="315"/>
                  </a:lnTo>
                  <a:lnTo>
                    <a:pt x="407" y="307"/>
                  </a:lnTo>
                  <a:lnTo>
                    <a:pt x="403" y="294"/>
                  </a:lnTo>
                  <a:lnTo>
                    <a:pt x="400" y="288"/>
                  </a:lnTo>
                  <a:lnTo>
                    <a:pt x="398" y="282"/>
                  </a:lnTo>
                  <a:lnTo>
                    <a:pt x="395" y="276"/>
                  </a:lnTo>
                  <a:lnTo>
                    <a:pt x="392" y="272"/>
                  </a:lnTo>
                  <a:lnTo>
                    <a:pt x="389" y="266"/>
                  </a:lnTo>
                  <a:lnTo>
                    <a:pt x="386" y="262"/>
                  </a:lnTo>
                  <a:lnTo>
                    <a:pt x="379" y="256"/>
                  </a:lnTo>
                  <a:lnTo>
                    <a:pt x="371" y="250"/>
                  </a:lnTo>
                  <a:lnTo>
                    <a:pt x="362" y="246"/>
                  </a:lnTo>
                  <a:lnTo>
                    <a:pt x="353" y="242"/>
                  </a:lnTo>
                  <a:lnTo>
                    <a:pt x="343" y="242"/>
                  </a:lnTo>
                  <a:lnTo>
                    <a:pt x="332" y="242"/>
                  </a:lnTo>
                  <a:lnTo>
                    <a:pt x="328" y="244"/>
                  </a:lnTo>
                  <a:lnTo>
                    <a:pt x="323" y="246"/>
                  </a:lnTo>
                  <a:lnTo>
                    <a:pt x="314" y="250"/>
                  </a:lnTo>
                  <a:lnTo>
                    <a:pt x="307" y="256"/>
                  </a:lnTo>
                  <a:lnTo>
                    <a:pt x="299" y="264"/>
                  </a:lnTo>
                  <a:lnTo>
                    <a:pt x="293" y="274"/>
                  </a:lnTo>
                  <a:lnTo>
                    <a:pt x="287" y="284"/>
                  </a:lnTo>
                  <a:lnTo>
                    <a:pt x="282" y="298"/>
                  </a:lnTo>
                  <a:lnTo>
                    <a:pt x="277" y="311"/>
                  </a:lnTo>
                  <a:lnTo>
                    <a:pt x="275" y="317"/>
                  </a:lnTo>
                  <a:lnTo>
                    <a:pt x="273" y="325"/>
                  </a:lnTo>
                  <a:lnTo>
                    <a:pt x="270" y="343"/>
                  </a:lnTo>
                  <a:lnTo>
                    <a:pt x="268" y="361"/>
                  </a:lnTo>
                  <a:lnTo>
                    <a:pt x="266" y="379"/>
                  </a:lnTo>
                  <a:lnTo>
                    <a:pt x="264" y="399"/>
                  </a:lnTo>
                  <a:lnTo>
                    <a:pt x="263" y="421"/>
                  </a:lnTo>
                  <a:lnTo>
                    <a:pt x="263" y="443"/>
                  </a:lnTo>
                  <a:lnTo>
                    <a:pt x="421" y="447"/>
                  </a:lnTo>
                  <a:lnTo>
                    <a:pt x="421" y="441"/>
                  </a:lnTo>
                  <a:close/>
                  <a:moveTo>
                    <a:pt x="649" y="751"/>
                  </a:moveTo>
                  <a:lnTo>
                    <a:pt x="636" y="753"/>
                  </a:lnTo>
                  <a:lnTo>
                    <a:pt x="622" y="753"/>
                  </a:lnTo>
                  <a:lnTo>
                    <a:pt x="610" y="753"/>
                  </a:lnTo>
                  <a:lnTo>
                    <a:pt x="598" y="749"/>
                  </a:lnTo>
                  <a:lnTo>
                    <a:pt x="593" y="745"/>
                  </a:lnTo>
                  <a:lnTo>
                    <a:pt x="589" y="741"/>
                  </a:lnTo>
                  <a:lnTo>
                    <a:pt x="584" y="737"/>
                  </a:lnTo>
                  <a:lnTo>
                    <a:pt x="581" y="731"/>
                  </a:lnTo>
                  <a:lnTo>
                    <a:pt x="577" y="725"/>
                  </a:lnTo>
                  <a:lnTo>
                    <a:pt x="574" y="717"/>
                  </a:lnTo>
                  <a:lnTo>
                    <a:pt x="571" y="709"/>
                  </a:lnTo>
                  <a:lnTo>
                    <a:pt x="569" y="699"/>
                  </a:lnTo>
                  <a:lnTo>
                    <a:pt x="568" y="687"/>
                  </a:lnTo>
                  <a:lnTo>
                    <a:pt x="566" y="675"/>
                  </a:lnTo>
                  <a:lnTo>
                    <a:pt x="566" y="659"/>
                  </a:lnTo>
                  <a:lnTo>
                    <a:pt x="565" y="645"/>
                  </a:lnTo>
                  <a:lnTo>
                    <a:pt x="565" y="248"/>
                  </a:lnTo>
                  <a:lnTo>
                    <a:pt x="516" y="248"/>
                  </a:lnTo>
                  <a:lnTo>
                    <a:pt x="512" y="248"/>
                  </a:lnTo>
                  <a:lnTo>
                    <a:pt x="510" y="246"/>
                  </a:lnTo>
                  <a:lnTo>
                    <a:pt x="509" y="244"/>
                  </a:lnTo>
                  <a:lnTo>
                    <a:pt x="507" y="240"/>
                  </a:lnTo>
                  <a:lnTo>
                    <a:pt x="506" y="236"/>
                  </a:lnTo>
                  <a:lnTo>
                    <a:pt x="506" y="232"/>
                  </a:lnTo>
                  <a:lnTo>
                    <a:pt x="506" y="222"/>
                  </a:lnTo>
                  <a:lnTo>
                    <a:pt x="506" y="220"/>
                  </a:lnTo>
                  <a:lnTo>
                    <a:pt x="507" y="216"/>
                  </a:lnTo>
                  <a:lnTo>
                    <a:pt x="508" y="214"/>
                  </a:lnTo>
                  <a:lnTo>
                    <a:pt x="509" y="212"/>
                  </a:lnTo>
                  <a:lnTo>
                    <a:pt x="510" y="210"/>
                  </a:lnTo>
                  <a:lnTo>
                    <a:pt x="512" y="208"/>
                  </a:lnTo>
                  <a:lnTo>
                    <a:pt x="516" y="208"/>
                  </a:lnTo>
                  <a:lnTo>
                    <a:pt x="565" y="208"/>
                  </a:lnTo>
                  <a:lnTo>
                    <a:pt x="565" y="104"/>
                  </a:lnTo>
                  <a:lnTo>
                    <a:pt x="566" y="96"/>
                  </a:lnTo>
                  <a:lnTo>
                    <a:pt x="567" y="94"/>
                  </a:lnTo>
                  <a:lnTo>
                    <a:pt x="568" y="90"/>
                  </a:lnTo>
                  <a:lnTo>
                    <a:pt x="569" y="88"/>
                  </a:lnTo>
                  <a:lnTo>
                    <a:pt x="570" y="86"/>
                  </a:lnTo>
                  <a:lnTo>
                    <a:pt x="572" y="86"/>
                  </a:lnTo>
                  <a:lnTo>
                    <a:pt x="574" y="84"/>
                  </a:lnTo>
                  <a:lnTo>
                    <a:pt x="580" y="84"/>
                  </a:lnTo>
                  <a:lnTo>
                    <a:pt x="583" y="86"/>
                  </a:lnTo>
                  <a:lnTo>
                    <a:pt x="585" y="90"/>
                  </a:lnTo>
                  <a:lnTo>
                    <a:pt x="587" y="96"/>
                  </a:lnTo>
                  <a:lnTo>
                    <a:pt x="588" y="104"/>
                  </a:lnTo>
                  <a:lnTo>
                    <a:pt x="588" y="208"/>
                  </a:lnTo>
                  <a:lnTo>
                    <a:pt x="648" y="208"/>
                  </a:lnTo>
                  <a:lnTo>
                    <a:pt x="651" y="208"/>
                  </a:lnTo>
                  <a:lnTo>
                    <a:pt x="653" y="210"/>
                  </a:lnTo>
                  <a:lnTo>
                    <a:pt x="654" y="212"/>
                  </a:lnTo>
                  <a:lnTo>
                    <a:pt x="656" y="216"/>
                  </a:lnTo>
                  <a:lnTo>
                    <a:pt x="657" y="220"/>
                  </a:lnTo>
                  <a:lnTo>
                    <a:pt x="657" y="222"/>
                  </a:lnTo>
                  <a:lnTo>
                    <a:pt x="657" y="232"/>
                  </a:lnTo>
                  <a:lnTo>
                    <a:pt x="657" y="236"/>
                  </a:lnTo>
                  <a:lnTo>
                    <a:pt x="656" y="240"/>
                  </a:lnTo>
                  <a:lnTo>
                    <a:pt x="654" y="244"/>
                  </a:lnTo>
                  <a:lnTo>
                    <a:pt x="653" y="246"/>
                  </a:lnTo>
                  <a:lnTo>
                    <a:pt x="651" y="248"/>
                  </a:lnTo>
                  <a:lnTo>
                    <a:pt x="648" y="248"/>
                  </a:lnTo>
                  <a:lnTo>
                    <a:pt x="588" y="248"/>
                  </a:lnTo>
                  <a:lnTo>
                    <a:pt x="588" y="645"/>
                  </a:lnTo>
                  <a:lnTo>
                    <a:pt x="588" y="665"/>
                  </a:lnTo>
                  <a:lnTo>
                    <a:pt x="590" y="681"/>
                  </a:lnTo>
                  <a:lnTo>
                    <a:pt x="593" y="693"/>
                  </a:lnTo>
                  <a:lnTo>
                    <a:pt x="595" y="697"/>
                  </a:lnTo>
                  <a:lnTo>
                    <a:pt x="597" y="701"/>
                  </a:lnTo>
                  <a:lnTo>
                    <a:pt x="599" y="705"/>
                  </a:lnTo>
                  <a:lnTo>
                    <a:pt x="602" y="707"/>
                  </a:lnTo>
                  <a:lnTo>
                    <a:pt x="605" y="711"/>
                  </a:lnTo>
                  <a:lnTo>
                    <a:pt x="608" y="711"/>
                  </a:lnTo>
                  <a:lnTo>
                    <a:pt x="615" y="713"/>
                  </a:lnTo>
                  <a:lnTo>
                    <a:pt x="622" y="713"/>
                  </a:lnTo>
                  <a:lnTo>
                    <a:pt x="647" y="713"/>
                  </a:lnTo>
                  <a:lnTo>
                    <a:pt x="651" y="715"/>
                  </a:lnTo>
                  <a:lnTo>
                    <a:pt x="655" y="717"/>
                  </a:lnTo>
                  <a:lnTo>
                    <a:pt x="656" y="719"/>
                  </a:lnTo>
                  <a:lnTo>
                    <a:pt x="657" y="723"/>
                  </a:lnTo>
                  <a:lnTo>
                    <a:pt x="657" y="725"/>
                  </a:lnTo>
                  <a:lnTo>
                    <a:pt x="657" y="729"/>
                  </a:lnTo>
                  <a:lnTo>
                    <a:pt x="657" y="737"/>
                  </a:lnTo>
                  <a:lnTo>
                    <a:pt x="655" y="743"/>
                  </a:lnTo>
                  <a:lnTo>
                    <a:pt x="654" y="747"/>
                  </a:lnTo>
                  <a:lnTo>
                    <a:pt x="653" y="747"/>
                  </a:lnTo>
                  <a:lnTo>
                    <a:pt x="649" y="751"/>
                  </a:lnTo>
                  <a:close/>
                  <a:moveTo>
                    <a:pt x="767" y="20"/>
                  </a:moveTo>
                  <a:lnTo>
                    <a:pt x="743" y="192"/>
                  </a:lnTo>
                  <a:lnTo>
                    <a:pt x="742" y="202"/>
                  </a:lnTo>
                  <a:lnTo>
                    <a:pt x="740" y="208"/>
                  </a:lnTo>
                  <a:lnTo>
                    <a:pt x="737" y="210"/>
                  </a:lnTo>
                  <a:lnTo>
                    <a:pt x="734" y="212"/>
                  </a:lnTo>
                  <a:lnTo>
                    <a:pt x="726" y="212"/>
                  </a:lnTo>
                  <a:lnTo>
                    <a:pt x="724" y="210"/>
                  </a:lnTo>
                  <a:lnTo>
                    <a:pt x="722" y="208"/>
                  </a:lnTo>
                  <a:lnTo>
                    <a:pt x="722" y="206"/>
                  </a:lnTo>
                  <a:lnTo>
                    <a:pt x="722" y="202"/>
                  </a:lnTo>
                  <a:lnTo>
                    <a:pt x="722" y="198"/>
                  </a:lnTo>
                  <a:lnTo>
                    <a:pt x="722" y="192"/>
                  </a:lnTo>
                  <a:lnTo>
                    <a:pt x="743" y="20"/>
                  </a:lnTo>
                  <a:lnTo>
                    <a:pt x="744" y="10"/>
                  </a:lnTo>
                  <a:lnTo>
                    <a:pt x="745" y="6"/>
                  </a:lnTo>
                  <a:lnTo>
                    <a:pt x="746" y="4"/>
                  </a:lnTo>
                  <a:lnTo>
                    <a:pt x="749" y="2"/>
                  </a:lnTo>
                  <a:lnTo>
                    <a:pt x="753" y="0"/>
                  </a:lnTo>
                  <a:lnTo>
                    <a:pt x="762" y="0"/>
                  </a:lnTo>
                  <a:lnTo>
                    <a:pt x="765" y="0"/>
                  </a:lnTo>
                  <a:lnTo>
                    <a:pt x="767" y="2"/>
                  </a:lnTo>
                  <a:lnTo>
                    <a:pt x="768" y="6"/>
                  </a:lnTo>
                  <a:lnTo>
                    <a:pt x="768" y="12"/>
                  </a:lnTo>
                  <a:lnTo>
                    <a:pt x="768" y="14"/>
                  </a:lnTo>
                  <a:lnTo>
                    <a:pt x="767" y="20"/>
                  </a:lnTo>
                  <a:close/>
                  <a:moveTo>
                    <a:pt x="898" y="753"/>
                  </a:moveTo>
                  <a:lnTo>
                    <a:pt x="879" y="753"/>
                  </a:lnTo>
                  <a:lnTo>
                    <a:pt x="859" y="749"/>
                  </a:lnTo>
                  <a:lnTo>
                    <a:pt x="841" y="745"/>
                  </a:lnTo>
                  <a:lnTo>
                    <a:pt x="825" y="739"/>
                  </a:lnTo>
                  <a:lnTo>
                    <a:pt x="820" y="737"/>
                  </a:lnTo>
                  <a:lnTo>
                    <a:pt x="818" y="735"/>
                  </a:lnTo>
                  <a:lnTo>
                    <a:pt x="817" y="735"/>
                  </a:lnTo>
                  <a:lnTo>
                    <a:pt x="815" y="733"/>
                  </a:lnTo>
                  <a:lnTo>
                    <a:pt x="814" y="729"/>
                  </a:lnTo>
                  <a:lnTo>
                    <a:pt x="814" y="727"/>
                  </a:lnTo>
                  <a:lnTo>
                    <a:pt x="814" y="723"/>
                  </a:lnTo>
                  <a:lnTo>
                    <a:pt x="814" y="711"/>
                  </a:lnTo>
                  <a:lnTo>
                    <a:pt x="814" y="707"/>
                  </a:lnTo>
                  <a:lnTo>
                    <a:pt x="814" y="705"/>
                  </a:lnTo>
                  <a:lnTo>
                    <a:pt x="816" y="701"/>
                  </a:lnTo>
                  <a:lnTo>
                    <a:pt x="817" y="699"/>
                  </a:lnTo>
                  <a:lnTo>
                    <a:pt x="819" y="699"/>
                  </a:lnTo>
                  <a:lnTo>
                    <a:pt x="820" y="697"/>
                  </a:lnTo>
                  <a:lnTo>
                    <a:pt x="822" y="697"/>
                  </a:lnTo>
                  <a:lnTo>
                    <a:pt x="825" y="697"/>
                  </a:lnTo>
                  <a:lnTo>
                    <a:pt x="844" y="703"/>
                  </a:lnTo>
                  <a:lnTo>
                    <a:pt x="863" y="709"/>
                  </a:lnTo>
                  <a:lnTo>
                    <a:pt x="873" y="711"/>
                  </a:lnTo>
                  <a:lnTo>
                    <a:pt x="882" y="713"/>
                  </a:lnTo>
                  <a:lnTo>
                    <a:pt x="899" y="713"/>
                  </a:lnTo>
                  <a:lnTo>
                    <a:pt x="912" y="713"/>
                  </a:lnTo>
                  <a:lnTo>
                    <a:pt x="918" y="711"/>
                  </a:lnTo>
                  <a:lnTo>
                    <a:pt x="924" y="709"/>
                  </a:lnTo>
                  <a:lnTo>
                    <a:pt x="930" y="707"/>
                  </a:lnTo>
                  <a:lnTo>
                    <a:pt x="935" y="703"/>
                  </a:lnTo>
                  <a:lnTo>
                    <a:pt x="940" y="699"/>
                  </a:lnTo>
                  <a:lnTo>
                    <a:pt x="944" y="695"/>
                  </a:lnTo>
                  <a:lnTo>
                    <a:pt x="948" y="689"/>
                  </a:lnTo>
                  <a:lnTo>
                    <a:pt x="952" y="681"/>
                  </a:lnTo>
                  <a:lnTo>
                    <a:pt x="955" y="673"/>
                  </a:lnTo>
                  <a:lnTo>
                    <a:pt x="958" y="663"/>
                  </a:lnTo>
                  <a:lnTo>
                    <a:pt x="960" y="653"/>
                  </a:lnTo>
                  <a:lnTo>
                    <a:pt x="961" y="641"/>
                  </a:lnTo>
                  <a:lnTo>
                    <a:pt x="962" y="627"/>
                  </a:lnTo>
                  <a:lnTo>
                    <a:pt x="963" y="613"/>
                  </a:lnTo>
                  <a:lnTo>
                    <a:pt x="962" y="599"/>
                  </a:lnTo>
                  <a:lnTo>
                    <a:pt x="960" y="585"/>
                  </a:lnTo>
                  <a:lnTo>
                    <a:pt x="959" y="579"/>
                  </a:lnTo>
                  <a:lnTo>
                    <a:pt x="957" y="573"/>
                  </a:lnTo>
                  <a:lnTo>
                    <a:pt x="952" y="561"/>
                  </a:lnTo>
                  <a:lnTo>
                    <a:pt x="949" y="555"/>
                  </a:lnTo>
                  <a:lnTo>
                    <a:pt x="945" y="547"/>
                  </a:lnTo>
                  <a:lnTo>
                    <a:pt x="935" y="535"/>
                  </a:lnTo>
                  <a:lnTo>
                    <a:pt x="924" y="519"/>
                  </a:lnTo>
                  <a:lnTo>
                    <a:pt x="909" y="503"/>
                  </a:lnTo>
                  <a:lnTo>
                    <a:pt x="877" y="469"/>
                  </a:lnTo>
                  <a:lnTo>
                    <a:pt x="864" y="453"/>
                  </a:lnTo>
                  <a:lnTo>
                    <a:pt x="852" y="439"/>
                  </a:lnTo>
                  <a:lnTo>
                    <a:pt x="841" y="423"/>
                  </a:lnTo>
                  <a:lnTo>
                    <a:pt x="839" y="419"/>
                  </a:lnTo>
                  <a:lnTo>
                    <a:pt x="837" y="415"/>
                  </a:lnTo>
                  <a:lnTo>
                    <a:pt x="832" y="407"/>
                  </a:lnTo>
                  <a:lnTo>
                    <a:pt x="829" y="399"/>
                  </a:lnTo>
                  <a:lnTo>
                    <a:pt x="825" y="389"/>
                  </a:lnTo>
                  <a:lnTo>
                    <a:pt x="823" y="381"/>
                  </a:lnTo>
                  <a:lnTo>
                    <a:pt x="820" y="371"/>
                  </a:lnTo>
                  <a:lnTo>
                    <a:pt x="819" y="361"/>
                  </a:lnTo>
                  <a:lnTo>
                    <a:pt x="817" y="349"/>
                  </a:lnTo>
                  <a:lnTo>
                    <a:pt x="816" y="337"/>
                  </a:lnTo>
                  <a:lnTo>
                    <a:pt x="816" y="325"/>
                  </a:lnTo>
                  <a:lnTo>
                    <a:pt x="817" y="309"/>
                  </a:lnTo>
                  <a:lnTo>
                    <a:pt x="818" y="294"/>
                  </a:lnTo>
                  <a:lnTo>
                    <a:pt x="820" y="280"/>
                  </a:lnTo>
                  <a:lnTo>
                    <a:pt x="823" y="268"/>
                  </a:lnTo>
                  <a:lnTo>
                    <a:pt x="826" y="256"/>
                  </a:lnTo>
                  <a:lnTo>
                    <a:pt x="830" y="246"/>
                  </a:lnTo>
                  <a:lnTo>
                    <a:pt x="835" y="238"/>
                  </a:lnTo>
                  <a:lnTo>
                    <a:pt x="840" y="230"/>
                  </a:lnTo>
                  <a:lnTo>
                    <a:pt x="845" y="222"/>
                  </a:lnTo>
                  <a:lnTo>
                    <a:pt x="851" y="216"/>
                  </a:lnTo>
                  <a:lnTo>
                    <a:pt x="858" y="212"/>
                  </a:lnTo>
                  <a:lnTo>
                    <a:pt x="864" y="208"/>
                  </a:lnTo>
                  <a:lnTo>
                    <a:pt x="871" y="206"/>
                  </a:lnTo>
                  <a:lnTo>
                    <a:pt x="878" y="204"/>
                  </a:lnTo>
                  <a:lnTo>
                    <a:pt x="893" y="202"/>
                  </a:lnTo>
                  <a:lnTo>
                    <a:pt x="917" y="204"/>
                  </a:lnTo>
                  <a:lnTo>
                    <a:pt x="936" y="206"/>
                  </a:lnTo>
                  <a:lnTo>
                    <a:pt x="965" y="212"/>
                  </a:lnTo>
                  <a:lnTo>
                    <a:pt x="970" y="214"/>
                  </a:lnTo>
                  <a:lnTo>
                    <a:pt x="973" y="216"/>
                  </a:lnTo>
                  <a:lnTo>
                    <a:pt x="974" y="218"/>
                  </a:lnTo>
                  <a:lnTo>
                    <a:pt x="975" y="220"/>
                  </a:lnTo>
                  <a:lnTo>
                    <a:pt x="976" y="224"/>
                  </a:lnTo>
                  <a:lnTo>
                    <a:pt x="976" y="228"/>
                  </a:lnTo>
                  <a:lnTo>
                    <a:pt x="976" y="236"/>
                  </a:lnTo>
                  <a:lnTo>
                    <a:pt x="975" y="246"/>
                  </a:lnTo>
                  <a:lnTo>
                    <a:pt x="973" y="252"/>
                  </a:lnTo>
                  <a:lnTo>
                    <a:pt x="970" y="254"/>
                  </a:lnTo>
                  <a:lnTo>
                    <a:pt x="965" y="252"/>
                  </a:lnTo>
                  <a:lnTo>
                    <a:pt x="953" y="250"/>
                  </a:lnTo>
                  <a:lnTo>
                    <a:pt x="936" y="246"/>
                  </a:lnTo>
                  <a:lnTo>
                    <a:pt x="926" y="244"/>
                  </a:lnTo>
                  <a:lnTo>
                    <a:pt x="916" y="244"/>
                  </a:lnTo>
                  <a:lnTo>
                    <a:pt x="895" y="242"/>
                  </a:lnTo>
                  <a:lnTo>
                    <a:pt x="883" y="242"/>
                  </a:lnTo>
                  <a:lnTo>
                    <a:pt x="873" y="244"/>
                  </a:lnTo>
                  <a:lnTo>
                    <a:pt x="868" y="246"/>
                  </a:lnTo>
                  <a:lnTo>
                    <a:pt x="863" y="250"/>
                  </a:lnTo>
                  <a:lnTo>
                    <a:pt x="859" y="254"/>
                  </a:lnTo>
                  <a:lnTo>
                    <a:pt x="855" y="258"/>
                  </a:lnTo>
                  <a:lnTo>
                    <a:pt x="851" y="262"/>
                  </a:lnTo>
                  <a:lnTo>
                    <a:pt x="848" y="268"/>
                  </a:lnTo>
                  <a:lnTo>
                    <a:pt x="845" y="276"/>
                  </a:lnTo>
                  <a:lnTo>
                    <a:pt x="844" y="278"/>
                  </a:lnTo>
                  <a:lnTo>
                    <a:pt x="843" y="282"/>
                  </a:lnTo>
                  <a:lnTo>
                    <a:pt x="841" y="292"/>
                  </a:lnTo>
                  <a:lnTo>
                    <a:pt x="839" y="301"/>
                  </a:lnTo>
                  <a:lnTo>
                    <a:pt x="839" y="313"/>
                  </a:lnTo>
                  <a:lnTo>
                    <a:pt x="838" y="325"/>
                  </a:lnTo>
                  <a:lnTo>
                    <a:pt x="838" y="333"/>
                  </a:lnTo>
                  <a:lnTo>
                    <a:pt x="839" y="341"/>
                  </a:lnTo>
                  <a:lnTo>
                    <a:pt x="840" y="349"/>
                  </a:lnTo>
                  <a:lnTo>
                    <a:pt x="842" y="355"/>
                  </a:lnTo>
                  <a:lnTo>
                    <a:pt x="843" y="363"/>
                  </a:lnTo>
                  <a:lnTo>
                    <a:pt x="846" y="369"/>
                  </a:lnTo>
                  <a:lnTo>
                    <a:pt x="848" y="375"/>
                  </a:lnTo>
                  <a:lnTo>
                    <a:pt x="851" y="381"/>
                  </a:lnTo>
                  <a:lnTo>
                    <a:pt x="858" y="393"/>
                  </a:lnTo>
                  <a:lnTo>
                    <a:pt x="867" y="405"/>
                  </a:lnTo>
                  <a:lnTo>
                    <a:pt x="876" y="417"/>
                  </a:lnTo>
                  <a:lnTo>
                    <a:pt x="887" y="431"/>
                  </a:lnTo>
                  <a:lnTo>
                    <a:pt x="921" y="467"/>
                  </a:lnTo>
                  <a:lnTo>
                    <a:pt x="936" y="485"/>
                  </a:lnTo>
                  <a:lnTo>
                    <a:pt x="948" y="501"/>
                  </a:lnTo>
                  <a:lnTo>
                    <a:pt x="954" y="509"/>
                  </a:lnTo>
                  <a:lnTo>
                    <a:pt x="959" y="517"/>
                  </a:lnTo>
                  <a:lnTo>
                    <a:pt x="968" y="533"/>
                  </a:lnTo>
                  <a:lnTo>
                    <a:pt x="972" y="541"/>
                  </a:lnTo>
                  <a:lnTo>
                    <a:pt x="976" y="551"/>
                  </a:lnTo>
                  <a:lnTo>
                    <a:pt x="978" y="559"/>
                  </a:lnTo>
                  <a:lnTo>
                    <a:pt x="981" y="569"/>
                  </a:lnTo>
                  <a:lnTo>
                    <a:pt x="982" y="579"/>
                  </a:lnTo>
                  <a:lnTo>
                    <a:pt x="984" y="589"/>
                  </a:lnTo>
                  <a:lnTo>
                    <a:pt x="985" y="601"/>
                  </a:lnTo>
                  <a:lnTo>
                    <a:pt x="985" y="613"/>
                  </a:lnTo>
                  <a:lnTo>
                    <a:pt x="984" y="633"/>
                  </a:lnTo>
                  <a:lnTo>
                    <a:pt x="983" y="651"/>
                  </a:lnTo>
                  <a:lnTo>
                    <a:pt x="982" y="659"/>
                  </a:lnTo>
                  <a:lnTo>
                    <a:pt x="981" y="667"/>
                  </a:lnTo>
                  <a:lnTo>
                    <a:pt x="979" y="673"/>
                  </a:lnTo>
                  <a:lnTo>
                    <a:pt x="978" y="681"/>
                  </a:lnTo>
                  <a:lnTo>
                    <a:pt x="974" y="693"/>
                  </a:lnTo>
                  <a:lnTo>
                    <a:pt x="972" y="699"/>
                  </a:lnTo>
                  <a:lnTo>
                    <a:pt x="970" y="705"/>
                  </a:lnTo>
                  <a:lnTo>
                    <a:pt x="964" y="715"/>
                  </a:lnTo>
                  <a:lnTo>
                    <a:pt x="959" y="723"/>
                  </a:lnTo>
                  <a:lnTo>
                    <a:pt x="953" y="731"/>
                  </a:lnTo>
                  <a:lnTo>
                    <a:pt x="946" y="737"/>
                  </a:lnTo>
                  <a:lnTo>
                    <a:pt x="939" y="743"/>
                  </a:lnTo>
                  <a:lnTo>
                    <a:pt x="931" y="747"/>
                  </a:lnTo>
                  <a:lnTo>
                    <a:pt x="923" y="749"/>
                  </a:lnTo>
                  <a:lnTo>
                    <a:pt x="915" y="751"/>
                  </a:lnTo>
                  <a:lnTo>
                    <a:pt x="906" y="753"/>
                  </a:lnTo>
                  <a:lnTo>
                    <a:pt x="898" y="753"/>
                  </a:lnTo>
                  <a:close/>
                  <a:moveTo>
                    <a:pt x="1357" y="745"/>
                  </a:moveTo>
                  <a:lnTo>
                    <a:pt x="1341" y="747"/>
                  </a:lnTo>
                  <a:lnTo>
                    <a:pt x="1324" y="751"/>
                  </a:lnTo>
                  <a:lnTo>
                    <a:pt x="1309" y="753"/>
                  </a:lnTo>
                  <a:lnTo>
                    <a:pt x="1296" y="753"/>
                  </a:lnTo>
                  <a:lnTo>
                    <a:pt x="1283" y="751"/>
                  </a:lnTo>
                  <a:lnTo>
                    <a:pt x="1277" y="751"/>
                  </a:lnTo>
                  <a:lnTo>
                    <a:pt x="1271" y="749"/>
                  </a:lnTo>
                  <a:lnTo>
                    <a:pt x="1265" y="745"/>
                  </a:lnTo>
                  <a:lnTo>
                    <a:pt x="1260" y="743"/>
                  </a:lnTo>
                  <a:lnTo>
                    <a:pt x="1255" y="739"/>
                  </a:lnTo>
                  <a:lnTo>
                    <a:pt x="1250" y="733"/>
                  </a:lnTo>
                  <a:lnTo>
                    <a:pt x="1245" y="729"/>
                  </a:lnTo>
                  <a:lnTo>
                    <a:pt x="1241" y="723"/>
                  </a:lnTo>
                  <a:lnTo>
                    <a:pt x="1233" y="711"/>
                  </a:lnTo>
                  <a:lnTo>
                    <a:pt x="1225" y="697"/>
                  </a:lnTo>
                  <a:lnTo>
                    <a:pt x="1219" y="681"/>
                  </a:lnTo>
                  <a:lnTo>
                    <a:pt x="1213" y="663"/>
                  </a:lnTo>
                  <a:lnTo>
                    <a:pt x="1209" y="645"/>
                  </a:lnTo>
                  <a:lnTo>
                    <a:pt x="1205" y="625"/>
                  </a:lnTo>
                  <a:lnTo>
                    <a:pt x="1202" y="603"/>
                  </a:lnTo>
                  <a:lnTo>
                    <a:pt x="1199" y="581"/>
                  </a:lnTo>
                  <a:lnTo>
                    <a:pt x="1197" y="557"/>
                  </a:lnTo>
                  <a:lnTo>
                    <a:pt x="1196" y="535"/>
                  </a:lnTo>
                  <a:lnTo>
                    <a:pt x="1196" y="509"/>
                  </a:lnTo>
                  <a:lnTo>
                    <a:pt x="1196" y="443"/>
                  </a:lnTo>
                  <a:lnTo>
                    <a:pt x="1196" y="417"/>
                  </a:lnTo>
                  <a:lnTo>
                    <a:pt x="1197" y="393"/>
                  </a:lnTo>
                  <a:lnTo>
                    <a:pt x="1199" y="371"/>
                  </a:lnTo>
                  <a:lnTo>
                    <a:pt x="1202" y="349"/>
                  </a:lnTo>
                  <a:lnTo>
                    <a:pt x="1205" y="327"/>
                  </a:lnTo>
                  <a:lnTo>
                    <a:pt x="1209" y="307"/>
                  </a:lnTo>
                  <a:lnTo>
                    <a:pt x="1213" y="290"/>
                  </a:lnTo>
                  <a:lnTo>
                    <a:pt x="1219" y="272"/>
                  </a:lnTo>
                  <a:lnTo>
                    <a:pt x="1222" y="264"/>
                  </a:lnTo>
                  <a:lnTo>
                    <a:pt x="1225" y="258"/>
                  </a:lnTo>
                  <a:lnTo>
                    <a:pt x="1233" y="244"/>
                  </a:lnTo>
                  <a:lnTo>
                    <a:pt x="1237" y="238"/>
                  </a:lnTo>
                  <a:lnTo>
                    <a:pt x="1241" y="232"/>
                  </a:lnTo>
                  <a:lnTo>
                    <a:pt x="1250" y="222"/>
                  </a:lnTo>
                  <a:lnTo>
                    <a:pt x="1260" y="214"/>
                  </a:lnTo>
                  <a:lnTo>
                    <a:pt x="1265" y="210"/>
                  </a:lnTo>
                  <a:lnTo>
                    <a:pt x="1271" y="208"/>
                  </a:lnTo>
                  <a:lnTo>
                    <a:pt x="1277" y="206"/>
                  </a:lnTo>
                  <a:lnTo>
                    <a:pt x="1283" y="204"/>
                  </a:lnTo>
                  <a:lnTo>
                    <a:pt x="1289" y="202"/>
                  </a:lnTo>
                  <a:lnTo>
                    <a:pt x="1296" y="202"/>
                  </a:lnTo>
                  <a:lnTo>
                    <a:pt x="1309" y="204"/>
                  </a:lnTo>
                  <a:lnTo>
                    <a:pt x="1324" y="206"/>
                  </a:lnTo>
                  <a:lnTo>
                    <a:pt x="1341" y="208"/>
                  </a:lnTo>
                  <a:lnTo>
                    <a:pt x="1357" y="212"/>
                  </a:lnTo>
                  <a:lnTo>
                    <a:pt x="1361" y="214"/>
                  </a:lnTo>
                  <a:lnTo>
                    <a:pt x="1364" y="218"/>
                  </a:lnTo>
                  <a:lnTo>
                    <a:pt x="1365" y="220"/>
                  </a:lnTo>
                  <a:lnTo>
                    <a:pt x="1366" y="222"/>
                  </a:lnTo>
                  <a:lnTo>
                    <a:pt x="1366" y="230"/>
                  </a:lnTo>
                  <a:lnTo>
                    <a:pt x="1366" y="236"/>
                  </a:lnTo>
                  <a:lnTo>
                    <a:pt x="1365" y="240"/>
                  </a:lnTo>
                  <a:lnTo>
                    <a:pt x="1365" y="244"/>
                  </a:lnTo>
                  <a:lnTo>
                    <a:pt x="1363" y="248"/>
                  </a:lnTo>
                  <a:lnTo>
                    <a:pt x="1362" y="250"/>
                  </a:lnTo>
                  <a:lnTo>
                    <a:pt x="1360" y="250"/>
                  </a:lnTo>
                  <a:lnTo>
                    <a:pt x="1356" y="250"/>
                  </a:lnTo>
                  <a:lnTo>
                    <a:pt x="1339" y="246"/>
                  </a:lnTo>
                  <a:lnTo>
                    <a:pt x="1323" y="244"/>
                  </a:lnTo>
                  <a:lnTo>
                    <a:pt x="1309" y="242"/>
                  </a:lnTo>
                  <a:lnTo>
                    <a:pt x="1296" y="242"/>
                  </a:lnTo>
                  <a:lnTo>
                    <a:pt x="1285" y="242"/>
                  </a:lnTo>
                  <a:lnTo>
                    <a:pt x="1276" y="246"/>
                  </a:lnTo>
                  <a:lnTo>
                    <a:pt x="1272" y="248"/>
                  </a:lnTo>
                  <a:lnTo>
                    <a:pt x="1267" y="250"/>
                  </a:lnTo>
                  <a:lnTo>
                    <a:pt x="1259" y="256"/>
                  </a:lnTo>
                  <a:lnTo>
                    <a:pt x="1252" y="264"/>
                  </a:lnTo>
                  <a:lnTo>
                    <a:pt x="1246" y="274"/>
                  </a:lnTo>
                  <a:lnTo>
                    <a:pt x="1240" y="284"/>
                  </a:lnTo>
                  <a:lnTo>
                    <a:pt x="1236" y="296"/>
                  </a:lnTo>
                  <a:lnTo>
                    <a:pt x="1231" y="309"/>
                  </a:lnTo>
                  <a:lnTo>
                    <a:pt x="1228" y="325"/>
                  </a:lnTo>
                  <a:lnTo>
                    <a:pt x="1225" y="341"/>
                  </a:lnTo>
                  <a:lnTo>
                    <a:pt x="1222" y="359"/>
                  </a:lnTo>
                  <a:lnTo>
                    <a:pt x="1221" y="379"/>
                  </a:lnTo>
                  <a:lnTo>
                    <a:pt x="1219" y="399"/>
                  </a:lnTo>
                  <a:lnTo>
                    <a:pt x="1219" y="419"/>
                  </a:lnTo>
                  <a:lnTo>
                    <a:pt x="1218" y="443"/>
                  </a:lnTo>
                  <a:lnTo>
                    <a:pt x="1218" y="509"/>
                  </a:lnTo>
                  <a:lnTo>
                    <a:pt x="1219" y="531"/>
                  </a:lnTo>
                  <a:lnTo>
                    <a:pt x="1219" y="553"/>
                  </a:lnTo>
                  <a:lnTo>
                    <a:pt x="1221" y="573"/>
                  </a:lnTo>
                  <a:lnTo>
                    <a:pt x="1222" y="593"/>
                  </a:lnTo>
                  <a:lnTo>
                    <a:pt x="1225" y="611"/>
                  </a:lnTo>
                  <a:lnTo>
                    <a:pt x="1228" y="627"/>
                  </a:lnTo>
                  <a:lnTo>
                    <a:pt x="1231" y="643"/>
                  </a:lnTo>
                  <a:lnTo>
                    <a:pt x="1236" y="657"/>
                  </a:lnTo>
                  <a:lnTo>
                    <a:pt x="1240" y="671"/>
                  </a:lnTo>
                  <a:lnTo>
                    <a:pt x="1246" y="681"/>
                  </a:lnTo>
                  <a:lnTo>
                    <a:pt x="1252" y="691"/>
                  </a:lnTo>
                  <a:lnTo>
                    <a:pt x="1259" y="699"/>
                  </a:lnTo>
                  <a:lnTo>
                    <a:pt x="1267" y="705"/>
                  </a:lnTo>
                  <a:lnTo>
                    <a:pt x="1272" y="709"/>
                  </a:lnTo>
                  <a:lnTo>
                    <a:pt x="1276" y="711"/>
                  </a:lnTo>
                  <a:lnTo>
                    <a:pt x="1285" y="713"/>
                  </a:lnTo>
                  <a:lnTo>
                    <a:pt x="1296" y="713"/>
                  </a:lnTo>
                  <a:lnTo>
                    <a:pt x="1309" y="713"/>
                  </a:lnTo>
                  <a:lnTo>
                    <a:pt x="1323" y="711"/>
                  </a:lnTo>
                  <a:lnTo>
                    <a:pt x="1339" y="709"/>
                  </a:lnTo>
                  <a:lnTo>
                    <a:pt x="1356" y="705"/>
                  </a:lnTo>
                  <a:lnTo>
                    <a:pt x="1360" y="705"/>
                  </a:lnTo>
                  <a:lnTo>
                    <a:pt x="1362" y="705"/>
                  </a:lnTo>
                  <a:lnTo>
                    <a:pt x="1363" y="707"/>
                  </a:lnTo>
                  <a:lnTo>
                    <a:pt x="1365" y="709"/>
                  </a:lnTo>
                  <a:lnTo>
                    <a:pt x="1365" y="711"/>
                  </a:lnTo>
                  <a:lnTo>
                    <a:pt x="1366" y="715"/>
                  </a:lnTo>
                  <a:lnTo>
                    <a:pt x="1366" y="719"/>
                  </a:lnTo>
                  <a:lnTo>
                    <a:pt x="1366" y="731"/>
                  </a:lnTo>
                  <a:lnTo>
                    <a:pt x="1365" y="735"/>
                  </a:lnTo>
                  <a:lnTo>
                    <a:pt x="1364" y="737"/>
                  </a:lnTo>
                  <a:lnTo>
                    <a:pt x="1363" y="741"/>
                  </a:lnTo>
                  <a:lnTo>
                    <a:pt x="1361" y="741"/>
                  </a:lnTo>
                  <a:lnTo>
                    <a:pt x="1357" y="745"/>
                  </a:lnTo>
                  <a:close/>
                  <a:moveTo>
                    <a:pt x="1467" y="753"/>
                  </a:moveTo>
                  <a:lnTo>
                    <a:pt x="1462" y="753"/>
                  </a:lnTo>
                  <a:lnTo>
                    <a:pt x="1458" y="751"/>
                  </a:lnTo>
                  <a:lnTo>
                    <a:pt x="1456" y="747"/>
                  </a:lnTo>
                  <a:lnTo>
                    <a:pt x="1454" y="741"/>
                  </a:lnTo>
                  <a:lnTo>
                    <a:pt x="1453" y="735"/>
                  </a:lnTo>
                  <a:lnTo>
                    <a:pt x="1453" y="20"/>
                  </a:lnTo>
                  <a:lnTo>
                    <a:pt x="1454" y="16"/>
                  </a:lnTo>
                  <a:lnTo>
                    <a:pt x="1454" y="12"/>
                  </a:lnTo>
                  <a:lnTo>
                    <a:pt x="1456" y="6"/>
                  </a:lnTo>
                  <a:lnTo>
                    <a:pt x="1457" y="4"/>
                  </a:lnTo>
                  <a:lnTo>
                    <a:pt x="1458" y="2"/>
                  </a:lnTo>
                  <a:lnTo>
                    <a:pt x="1462" y="0"/>
                  </a:lnTo>
                  <a:lnTo>
                    <a:pt x="1467" y="0"/>
                  </a:lnTo>
                  <a:lnTo>
                    <a:pt x="1470" y="2"/>
                  </a:lnTo>
                  <a:lnTo>
                    <a:pt x="1473" y="6"/>
                  </a:lnTo>
                  <a:lnTo>
                    <a:pt x="1475" y="12"/>
                  </a:lnTo>
                  <a:lnTo>
                    <a:pt x="1476" y="20"/>
                  </a:lnTo>
                  <a:lnTo>
                    <a:pt x="1476" y="735"/>
                  </a:lnTo>
                  <a:lnTo>
                    <a:pt x="1475" y="737"/>
                  </a:lnTo>
                  <a:lnTo>
                    <a:pt x="1475" y="741"/>
                  </a:lnTo>
                  <a:lnTo>
                    <a:pt x="1473" y="747"/>
                  </a:lnTo>
                  <a:lnTo>
                    <a:pt x="1472" y="749"/>
                  </a:lnTo>
                  <a:lnTo>
                    <a:pt x="1470" y="751"/>
                  </a:lnTo>
                  <a:lnTo>
                    <a:pt x="1467" y="753"/>
                  </a:lnTo>
                  <a:close/>
                  <a:moveTo>
                    <a:pt x="1761" y="487"/>
                  </a:moveTo>
                  <a:lnTo>
                    <a:pt x="1591" y="487"/>
                  </a:lnTo>
                  <a:lnTo>
                    <a:pt x="1591" y="509"/>
                  </a:lnTo>
                  <a:lnTo>
                    <a:pt x="1591" y="539"/>
                  </a:lnTo>
                  <a:lnTo>
                    <a:pt x="1592" y="553"/>
                  </a:lnTo>
                  <a:lnTo>
                    <a:pt x="1593" y="565"/>
                  </a:lnTo>
                  <a:lnTo>
                    <a:pt x="1594" y="579"/>
                  </a:lnTo>
                  <a:lnTo>
                    <a:pt x="1595" y="591"/>
                  </a:lnTo>
                  <a:lnTo>
                    <a:pt x="1598" y="613"/>
                  </a:lnTo>
                  <a:lnTo>
                    <a:pt x="1602" y="631"/>
                  </a:lnTo>
                  <a:lnTo>
                    <a:pt x="1606" y="647"/>
                  </a:lnTo>
                  <a:lnTo>
                    <a:pt x="1612" y="663"/>
                  </a:lnTo>
                  <a:lnTo>
                    <a:pt x="1614" y="669"/>
                  </a:lnTo>
                  <a:lnTo>
                    <a:pt x="1617" y="675"/>
                  </a:lnTo>
                  <a:lnTo>
                    <a:pt x="1621" y="681"/>
                  </a:lnTo>
                  <a:lnTo>
                    <a:pt x="1624" y="685"/>
                  </a:lnTo>
                  <a:lnTo>
                    <a:pt x="1631" y="693"/>
                  </a:lnTo>
                  <a:lnTo>
                    <a:pt x="1638" y="701"/>
                  </a:lnTo>
                  <a:lnTo>
                    <a:pt x="1646" y="705"/>
                  </a:lnTo>
                  <a:lnTo>
                    <a:pt x="1655" y="709"/>
                  </a:lnTo>
                  <a:lnTo>
                    <a:pt x="1664" y="713"/>
                  </a:lnTo>
                  <a:lnTo>
                    <a:pt x="1673" y="713"/>
                  </a:lnTo>
                  <a:lnTo>
                    <a:pt x="1682" y="713"/>
                  </a:lnTo>
                  <a:lnTo>
                    <a:pt x="1699" y="713"/>
                  </a:lnTo>
                  <a:lnTo>
                    <a:pt x="1718" y="709"/>
                  </a:lnTo>
                  <a:lnTo>
                    <a:pt x="1737" y="703"/>
                  </a:lnTo>
                  <a:lnTo>
                    <a:pt x="1756" y="697"/>
                  </a:lnTo>
                  <a:lnTo>
                    <a:pt x="1758" y="697"/>
                  </a:lnTo>
                  <a:lnTo>
                    <a:pt x="1760" y="697"/>
                  </a:lnTo>
                  <a:lnTo>
                    <a:pt x="1764" y="697"/>
                  </a:lnTo>
                  <a:lnTo>
                    <a:pt x="1765" y="699"/>
                  </a:lnTo>
                  <a:lnTo>
                    <a:pt x="1766" y="703"/>
                  </a:lnTo>
                  <a:lnTo>
                    <a:pt x="1767" y="705"/>
                  </a:lnTo>
                  <a:lnTo>
                    <a:pt x="1767" y="709"/>
                  </a:lnTo>
                  <a:lnTo>
                    <a:pt x="1767" y="721"/>
                  </a:lnTo>
                  <a:lnTo>
                    <a:pt x="1766" y="725"/>
                  </a:lnTo>
                  <a:lnTo>
                    <a:pt x="1765" y="729"/>
                  </a:lnTo>
                  <a:lnTo>
                    <a:pt x="1764" y="731"/>
                  </a:lnTo>
                  <a:lnTo>
                    <a:pt x="1762" y="733"/>
                  </a:lnTo>
                  <a:lnTo>
                    <a:pt x="1757" y="737"/>
                  </a:lnTo>
                  <a:lnTo>
                    <a:pt x="1739" y="743"/>
                  </a:lnTo>
                  <a:lnTo>
                    <a:pt x="1719" y="749"/>
                  </a:lnTo>
                  <a:lnTo>
                    <a:pt x="1700" y="751"/>
                  </a:lnTo>
                  <a:lnTo>
                    <a:pt x="1682" y="753"/>
                  </a:lnTo>
                  <a:lnTo>
                    <a:pt x="1670" y="753"/>
                  </a:lnTo>
                  <a:lnTo>
                    <a:pt x="1659" y="751"/>
                  </a:lnTo>
                  <a:lnTo>
                    <a:pt x="1648" y="747"/>
                  </a:lnTo>
                  <a:lnTo>
                    <a:pt x="1638" y="741"/>
                  </a:lnTo>
                  <a:lnTo>
                    <a:pt x="1628" y="735"/>
                  </a:lnTo>
                  <a:lnTo>
                    <a:pt x="1623" y="731"/>
                  </a:lnTo>
                  <a:lnTo>
                    <a:pt x="1619" y="727"/>
                  </a:lnTo>
                  <a:lnTo>
                    <a:pt x="1610" y="715"/>
                  </a:lnTo>
                  <a:lnTo>
                    <a:pt x="1602" y="703"/>
                  </a:lnTo>
                  <a:lnTo>
                    <a:pt x="1598" y="695"/>
                  </a:lnTo>
                  <a:lnTo>
                    <a:pt x="1595" y="687"/>
                  </a:lnTo>
                  <a:lnTo>
                    <a:pt x="1588" y="669"/>
                  </a:lnTo>
                  <a:lnTo>
                    <a:pt x="1582" y="649"/>
                  </a:lnTo>
                  <a:lnTo>
                    <a:pt x="1578" y="627"/>
                  </a:lnTo>
                  <a:lnTo>
                    <a:pt x="1575" y="615"/>
                  </a:lnTo>
                  <a:lnTo>
                    <a:pt x="1574" y="601"/>
                  </a:lnTo>
                  <a:lnTo>
                    <a:pt x="1571" y="573"/>
                  </a:lnTo>
                  <a:lnTo>
                    <a:pt x="1569" y="543"/>
                  </a:lnTo>
                  <a:lnTo>
                    <a:pt x="1569" y="527"/>
                  </a:lnTo>
                  <a:lnTo>
                    <a:pt x="1569" y="509"/>
                  </a:lnTo>
                  <a:lnTo>
                    <a:pt x="1569" y="443"/>
                  </a:lnTo>
                  <a:lnTo>
                    <a:pt x="1569" y="417"/>
                  </a:lnTo>
                  <a:lnTo>
                    <a:pt x="1570" y="391"/>
                  </a:lnTo>
                  <a:lnTo>
                    <a:pt x="1572" y="369"/>
                  </a:lnTo>
                  <a:lnTo>
                    <a:pt x="1575" y="345"/>
                  </a:lnTo>
                  <a:lnTo>
                    <a:pt x="1577" y="335"/>
                  </a:lnTo>
                  <a:lnTo>
                    <a:pt x="1579" y="325"/>
                  </a:lnTo>
                  <a:lnTo>
                    <a:pt x="1581" y="315"/>
                  </a:lnTo>
                  <a:lnTo>
                    <a:pt x="1583" y="305"/>
                  </a:lnTo>
                  <a:lnTo>
                    <a:pt x="1586" y="296"/>
                  </a:lnTo>
                  <a:lnTo>
                    <a:pt x="1589" y="288"/>
                  </a:lnTo>
                  <a:lnTo>
                    <a:pt x="1595" y="270"/>
                  </a:lnTo>
                  <a:lnTo>
                    <a:pt x="1601" y="256"/>
                  </a:lnTo>
                  <a:lnTo>
                    <a:pt x="1609" y="242"/>
                  </a:lnTo>
                  <a:lnTo>
                    <a:pt x="1617" y="230"/>
                  </a:lnTo>
                  <a:lnTo>
                    <a:pt x="1626" y="220"/>
                  </a:lnTo>
                  <a:lnTo>
                    <a:pt x="1636" y="212"/>
                  </a:lnTo>
                  <a:lnTo>
                    <a:pt x="1647" y="208"/>
                  </a:lnTo>
                  <a:lnTo>
                    <a:pt x="1658" y="204"/>
                  </a:lnTo>
                  <a:lnTo>
                    <a:pt x="1664" y="202"/>
                  </a:lnTo>
                  <a:lnTo>
                    <a:pt x="1670" y="202"/>
                  </a:lnTo>
                  <a:lnTo>
                    <a:pt x="1683" y="204"/>
                  </a:lnTo>
                  <a:lnTo>
                    <a:pt x="1689" y="204"/>
                  </a:lnTo>
                  <a:lnTo>
                    <a:pt x="1695" y="206"/>
                  </a:lnTo>
                  <a:lnTo>
                    <a:pt x="1705" y="212"/>
                  </a:lnTo>
                  <a:lnTo>
                    <a:pt x="1710" y="216"/>
                  </a:lnTo>
                  <a:lnTo>
                    <a:pt x="1715" y="220"/>
                  </a:lnTo>
                  <a:lnTo>
                    <a:pt x="1724" y="230"/>
                  </a:lnTo>
                  <a:lnTo>
                    <a:pt x="1733" y="240"/>
                  </a:lnTo>
                  <a:lnTo>
                    <a:pt x="1740" y="254"/>
                  </a:lnTo>
                  <a:lnTo>
                    <a:pt x="1743" y="260"/>
                  </a:lnTo>
                  <a:lnTo>
                    <a:pt x="1746" y="268"/>
                  </a:lnTo>
                  <a:lnTo>
                    <a:pt x="1752" y="286"/>
                  </a:lnTo>
                  <a:lnTo>
                    <a:pt x="1757" y="303"/>
                  </a:lnTo>
                  <a:lnTo>
                    <a:pt x="1761" y="323"/>
                  </a:lnTo>
                  <a:lnTo>
                    <a:pt x="1765" y="343"/>
                  </a:lnTo>
                  <a:lnTo>
                    <a:pt x="1767" y="365"/>
                  </a:lnTo>
                  <a:lnTo>
                    <a:pt x="1769" y="389"/>
                  </a:lnTo>
                  <a:lnTo>
                    <a:pt x="1770" y="415"/>
                  </a:lnTo>
                  <a:lnTo>
                    <a:pt x="1770" y="441"/>
                  </a:lnTo>
                  <a:lnTo>
                    <a:pt x="1770" y="469"/>
                  </a:lnTo>
                  <a:lnTo>
                    <a:pt x="1770" y="473"/>
                  </a:lnTo>
                  <a:lnTo>
                    <a:pt x="1770" y="475"/>
                  </a:lnTo>
                  <a:lnTo>
                    <a:pt x="1768" y="483"/>
                  </a:lnTo>
                  <a:lnTo>
                    <a:pt x="1765" y="487"/>
                  </a:lnTo>
                  <a:lnTo>
                    <a:pt x="1761" y="487"/>
                  </a:lnTo>
                  <a:close/>
                  <a:moveTo>
                    <a:pt x="1748" y="441"/>
                  </a:moveTo>
                  <a:lnTo>
                    <a:pt x="1748" y="417"/>
                  </a:lnTo>
                  <a:lnTo>
                    <a:pt x="1747" y="397"/>
                  </a:lnTo>
                  <a:lnTo>
                    <a:pt x="1746" y="375"/>
                  </a:lnTo>
                  <a:lnTo>
                    <a:pt x="1744" y="357"/>
                  </a:lnTo>
                  <a:lnTo>
                    <a:pt x="1742" y="339"/>
                  </a:lnTo>
                  <a:lnTo>
                    <a:pt x="1739" y="321"/>
                  </a:lnTo>
                  <a:lnTo>
                    <a:pt x="1737" y="315"/>
                  </a:lnTo>
                  <a:lnTo>
                    <a:pt x="1735" y="307"/>
                  </a:lnTo>
                  <a:lnTo>
                    <a:pt x="1731" y="294"/>
                  </a:lnTo>
                  <a:lnTo>
                    <a:pt x="1728" y="288"/>
                  </a:lnTo>
                  <a:lnTo>
                    <a:pt x="1726" y="282"/>
                  </a:lnTo>
                  <a:lnTo>
                    <a:pt x="1723" y="276"/>
                  </a:lnTo>
                  <a:lnTo>
                    <a:pt x="1720" y="272"/>
                  </a:lnTo>
                  <a:lnTo>
                    <a:pt x="1717" y="266"/>
                  </a:lnTo>
                  <a:lnTo>
                    <a:pt x="1714" y="262"/>
                  </a:lnTo>
                  <a:lnTo>
                    <a:pt x="1706" y="256"/>
                  </a:lnTo>
                  <a:lnTo>
                    <a:pt x="1699" y="250"/>
                  </a:lnTo>
                  <a:lnTo>
                    <a:pt x="1690" y="246"/>
                  </a:lnTo>
                  <a:lnTo>
                    <a:pt x="1681" y="242"/>
                  </a:lnTo>
                  <a:lnTo>
                    <a:pt x="1670" y="242"/>
                  </a:lnTo>
                  <a:lnTo>
                    <a:pt x="1660" y="242"/>
                  </a:lnTo>
                  <a:lnTo>
                    <a:pt x="1655" y="244"/>
                  </a:lnTo>
                  <a:lnTo>
                    <a:pt x="1651" y="246"/>
                  </a:lnTo>
                  <a:lnTo>
                    <a:pt x="1642" y="250"/>
                  </a:lnTo>
                  <a:lnTo>
                    <a:pt x="1634" y="256"/>
                  </a:lnTo>
                  <a:lnTo>
                    <a:pt x="1627" y="264"/>
                  </a:lnTo>
                  <a:lnTo>
                    <a:pt x="1621" y="274"/>
                  </a:lnTo>
                  <a:lnTo>
                    <a:pt x="1615" y="284"/>
                  </a:lnTo>
                  <a:lnTo>
                    <a:pt x="1610" y="298"/>
                  </a:lnTo>
                  <a:lnTo>
                    <a:pt x="1605" y="311"/>
                  </a:lnTo>
                  <a:lnTo>
                    <a:pt x="1603" y="317"/>
                  </a:lnTo>
                  <a:lnTo>
                    <a:pt x="1601" y="325"/>
                  </a:lnTo>
                  <a:lnTo>
                    <a:pt x="1598" y="343"/>
                  </a:lnTo>
                  <a:lnTo>
                    <a:pt x="1595" y="361"/>
                  </a:lnTo>
                  <a:lnTo>
                    <a:pt x="1593" y="379"/>
                  </a:lnTo>
                  <a:lnTo>
                    <a:pt x="1592" y="399"/>
                  </a:lnTo>
                  <a:lnTo>
                    <a:pt x="1591" y="421"/>
                  </a:lnTo>
                  <a:lnTo>
                    <a:pt x="1591" y="443"/>
                  </a:lnTo>
                  <a:lnTo>
                    <a:pt x="1748" y="447"/>
                  </a:lnTo>
                  <a:lnTo>
                    <a:pt x="1748" y="441"/>
                  </a:lnTo>
                  <a:close/>
                  <a:moveTo>
                    <a:pt x="2024" y="747"/>
                  </a:moveTo>
                  <a:lnTo>
                    <a:pt x="2021" y="747"/>
                  </a:lnTo>
                  <a:lnTo>
                    <a:pt x="2019" y="745"/>
                  </a:lnTo>
                  <a:lnTo>
                    <a:pt x="2017" y="743"/>
                  </a:lnTo>
                  <a:lnTo>
                    <a:pt x="2015" y="741"/>
                  </a:lnTo>
                  <a:lnTo>
                    <a:pt x="2013" y="739"/>
                  </a:lnTo>
                  <a:lnTo>
                    <a:pt x="2012" y="735"/>
                  </a:lnTo>
                  <a:lnTo>
                    <a:pt x="2012" y="731"/>
                  </a:lnTo>
                  <a:lnTo>
                    <a:pt x="2012" y="727"/>
                  </a:lnTo>
                  <a:lnTo>
                    <a:pt x="2012" y="701"/>
                  </a:lnTo>
                  <a:lnTo>
                    <a:pt x="2002" y="711"/>
                  </a:lnTo>
                  <a:lnTo>
                    <a:pt x="1992" y="721"/>
                  </a:lnTo>
                  <a:lnTo>
                    <a:pt x="1982" y="731"/>
                  </a:lnTo>
                  <a:lnTo>
                    <a:pt x="1977" y="735"/>
                  </a:lnTo>
                  <a:lnTo>
                    <a:pt x="1971" y="737"/>
                  </a:lnTo>
                  <a:lnTo>
                    <a:pt x="1960" y="745"/>
                  </a:lnTo>
                  <a:lnTo>
                    <a:pt x="1949" y="749"/>
                  </a:lnTo>
                  <a:lnTo>
                    <a:pt x="1943" y="751"/>
                  </a:lnTo>
                  <a:lnTo>
                    <a:pt x="1938" y="753"/>
                  </a:lnTo>
                  <a:lnTo>
                    <a:pt x="1926" y="753"/>
                  </a:lnTo>
                  <a:lnTo>
                    <a:pt x="1919" y="753"/>
                  </a:lnTo>
                  <a:lnTo>
                    <a:pt x="1912" y="751"/>
                  </a:lnTo>
                  <a:lnTo>
                    <a:pt x="1905" y="749"/>
                  </a:lnTo>
                  <a:lnTo>
                    <a:pt x="1898" y="745"/>
                  </a:lnTo>
                  <a:lnTo>
                    <a:pt x="1891" y="741"/>
                  </a:lnTo>
                  <a:lnTo>
                    <a:pt x="1888" y="739"/>
                  </a:lnTo>
                  <a:lnTo>
                    <a:pt x="1885" y="735"/>
                  </a:lnTo>
                  <a:lnTo>
                    <a:pt x="1879" y="727"/>
                  </a:lnTo>
                  <a:lnTo>
                    <a:pt x="1873" y="719"/>
                  </a:lnTo>
                  <a:lnTo>
                    <a:pt x="1868" y="709"/>
                  </a:lnTo>
                  <a:lnTo>
                    <a:pt x="1863" y="697"/>
                  </a:lnTo>
                  <a:lnTo>
                    <a:pt x="1859" y="685"/>
                  </a:lnTo>
                  <a:lnTo>
                    <a:pt x="1856" y="669"/>
                  </a:lnTo>
                  <a:lnTo>
                    <a:pt x="1853" y="653"/>
                  </a:lnTo>
                  <a:lnTo>
                    <a:pt x="1851" y="635"/>
                  </a:lnTo>
                  <a:lnTo>
                    <a:pt x="1849" y="613"/>
                  </a:lnTo>
                  <a:lnTo>
                    <a:pt x="1849" y="591"/>
                  </a:lnTo>
                  <a:lnTo>
                    <a:pt x="1849" y="579"/>
                  </a:lnTo>
                  <a:lnTo>
                    <a:pt x="1849" y="559"/>
                  </a:lnTo>
                  <a:lnTo>
                    <a:pt x="1851" y="541"/>
                  </a:lnTo>
                  <a:lnTo>
                    <a:pt x="1853" y="525"/>
                  </a:lnTo>
                  <a:lnTo>
                    <a:pt x="1854" y="517"/>
                  </a:lnTo>
                  <a:lnTo>
                    <a:pt x="1855" y="511"/>
                  </a:lnTo>
                  <a:lnTo>
                    <a:pt x="1859" y="497"/>
                  </a:lnTo>
                  <a:lnTo>
                    <a:pt x="1864" y="483"/>
                  </a:lnTo>
                  <a:lnTo>
                    <a:pt x="1870" y="471"/>
                  </a:lnTo>
                  <a:lnTo>
                    <a:pt x="1877" y="461"/>
                  </a:lnTo>
                  <a:lnTo>
                    <a:pt x="1885" y="453"/>
                  </a:lnTo>
                  <a:lnTo>
                    <a:pt x="1894" y="445"/>
                  </a:lnTo>
                  <a:lnTo>
                    <a:pt x="1904" y="439"/>
                  </a:lnTo>
                  <a:lnTo>
                    <a:pt x="1915" y="433"/>
                  </a:lnTo>
                  <a:lnTo>
                    <a:pt x="1928" y="429"/>
                  </a:lnTo>
                  <a:lnTo>
                    <a:pt x="1942" y="425"/>
                  </a:lnTo>
                  <a:lnTo>
                    <a:pt x="1957" y="423"/>
                  </a:lnTo>
                  <a:lnTo>
                    <a:pt x="1973" y="423"/>
                  </a:lnTo>
                  <a:lnTo>
                    <a:pt x="2012" y="423"/>
                  </a:lnTo>
                  <a:lnTo>
                    <a:pt x="2012" y="387"/>
                  </a:lnTo>
                  <a:lnTo>
                    <a:pt x="2012" y="367"/>
                  </a:lnTo>
                  <a:lnTo>
                    <a:pt x="2011" y="351"/>
                  </a:lnTo>
                  <a:lnTo>
                    <a:pt x="2010" y="335"/>
                  </a:lnTo>
                  <a:lnTo>
                    <a:pt x="2010" y="327"/>
                  </a:lnTo>
                  <a:lnTo>
                    <a:pt x="2009" y="319"/>
                  </a:lnTo>
                  <a:lnTo>
                    <a:pt x="2007" y="307"/>
                  </a:lnTo>
                  <a:lnTo>
                    <a:pt x="2005" y="296"/>
                  </a:lnTo>
                  <a:lnTo>
                    <a:pt x="2002" y="284"/>
                  </a:lnTo>
                  <a:lnTo>
                    <a:pt x="1999" y="276"/>
                  </a:lnTo>
                  <a:lnTo>
                    <a:pt x="1995" y="268"/>
                  </a:lnTo>
                  <a:lnTo>
                    <a:pt x="1990" y="260"/>
                  </a:lnTo>
                  <a:lnTo>
                    <a:pt x="1985" y="254"/>
                  </a:lnTo>
                  <a:lnTo>
                    <a:pt x="1979" y="250"/>
                  </a:lnTo>
                  <a:lnTo>
                    <a:pt x="1973" y="246"/>
                  </a:lnTo>
                  <a:lnTo>
                    <a:pt x="1965" y="244"/>
                  </a:lnTo>
                  <a:lnTo>
                    <a:pt x="1957" y="242"/>
                  </a:lnTo>
                  <a:lnTo>
                    <a:pt x="1949" y="242"/>
                  </a:lnTo>
                  <a:lnTo>
                    <a:pt x="1927" y="242"/>
                  </a:lnTo>
                  <a:lnTo>
                    <a:pt x="1909" y="244"/>
                  </a:lnTo>
                  <a:lnTo>
                    <a:pt x="1894" y="248"/>
                  </a:lnTo>
                  <a:lnTo>
                    <a:pt x="1877" y="250"/>
                  </a:lnTo>
                  <a:lnTo>
                    <a:pt x="1873" y="250"/>
                  </a:lnTo>
                  <a:lnTo>
                    <a:pt x="1869" y="250"/>
                  </a:lnTo>
                  <a:lnTo>
                    <a:pt x="1868" y="248"/>
                  </a:lnTo>
                  <a:lnTo>
                    <a:pt x="1867" y="246"/>
                  </a:lnTo>
                  <a:lnTo>
                    <a:pt x="1867" y="244"/>
                  </a:lnTo>
                  <a:lnTo>
                    <a:pt x="1866" y="240"/>
                  </a:lnTo>
                  <a:lnTo>
                    <a:pt x="1866" y="236"/>
                  </a:lnTo>
                  <a:lnTo>
                    <a:pt x="1866" y="230"/>
                  </a:lnTo>
                  <a:lnTo>
                    <a:pt x="1866" y="224"/>
                  </a:lnTo>
                  <a:lnTo>
                    <a:pt x="1867" y="220"/>
                  </a:lnTo>
                  <a:lnTo>
                    <a:pt x="1869" y="218"/>
                  </a:lnTo>
                  <a:lnTo>
                    <a:pt x="1870" y="216"/>
                  </a:lnTo>
                  <a:lnTo>
                    <a:pt x="1872" y="214"/>
                  </a:lnTo>
                  <a:lnTo>
                    <a:pt x="1877" y="212"/>
                  </a:lnTo>
                  <a:lnTo>
                    <a:pt x="1893" y="208"/>
                  </a:lnTo>
                  <a:lnTo>
                    <a:pt x="1908" y="206"/>
                  </a:lnTo>
                  <a:lnTo>
                    <a:pt x="1926" y="204"/>
                  </a:lnTo>
                  <a:lnTo>
                    <a:pt x="1949" y="202"/>
                  </a:lnTo>
                  <a:lnTo>
                    <a:pt x="1961" y="204"/>
                  </a:lnTo>
                  <a:lnTo>
                    <a:pt x="1972" y="206"/>
                  </a:lnTo>
                  <a:lnTo>
                    <a:pt x="1977" y="208"/>
                  </a:lnTo>
                  <a:lnTo>
                    <a:pt x="1982" y="210"/>
                  </a:lnTo>
                  <a:lnTo>
                    <a:pt x="1986" y="212"/>
                  </a:lnTo>
                  <a:lnTo>
                    <a:pt x="1991" y="216"/>
                  </a:lnTo>
                  <a:lnTo>
                    <a:pt x="1995" y="220"/>
                  </a:lnTo>
                  <a:lnTo>
                    <a:pt x="1999" y="224"/>
                  </a:lnTo>
                  <a:lnTo>
                    <a:pt x="2002" y="228"/>
                  </a:lnTo>
                  <a:lnTo>
                    <a:pt x="2006" y="232"/>
                  </a:lnTo>
                  <a:lnTo>
                    <a:pt x="2009" y="238"/>
                  </a:lnTo>
                  <a:lnTo>
                    <a:pt x="2012" y="242"/>
                  </a:lnTo>
                  <a:lnTo>
                    <a:pt x="2014" y="248"/>
                  </a:lnTo>
                  <a:lnTo>
                    <a:pt x="2017" y="254"/>
                  </a:lnTo>
                  <a:lnTo>
                    <a:pt x="2021" y="268"/>
                  </a:lnTo>
                  <a:lnTo>
                    <a:pt x="2025" y="282"/>
                  </a:lnTo>
                  <a:lnTo>
                    <a:pt x="2028" y="296"/>
                  </a:lnTo>
                  <a:lnTo>
                    <a:pt x="2029" y="303"/>
                  </a:lnTo>
                  <a:lnTo>
                    <a:pt x="2030" y="311"/>
                  </a:lnTo>
                  <a:lnTo>
                    <a:pt x="2032" y="329"/>
                  </a:lnTo>
                  <a:lnTo>
                    <a:pt x="2033" y="347"/>
                  </a:lnTo>
                  <a:lnTo>
                    <a:pt x="2034" y="367"/>
                  </a:lnTo>
                  <a:lnTo>
                    <a:pt x="2034" y="387"/>
                  </a:lnTo>
                  <a:lnTo>
                    <a:pt x="2034" y="727"/>
                  </a:lnTo>
                  <a:lnTo>
                    <a:pt x="2034" y="731"/>
                  </a:lnTo>
                  <a:lnTo>
                    <a:pt x="2033" y="735"/>
                  </a:lnTo>
                  <a:lnTo>
                    <a:pt x="2032" y="739"/>
                  </a:lnTo>
                  <a:lnTo>
                    <a:pt x="2031" y="741"/>
                  </a:lnTo>
                  <a:lnTo>
                    <a:pt x="2030" y="743"/>
                  </a:lnTo>
                  <a:lnTo>
                    <a:pt x="2028" y="745"/>
                  </a:lnTo>
                  <a:lnTo>
                    <a:pt x="2024" y="747"/>
                  </a:lnTo>
                  <a:close/>
                  <a:moveTo>
                    <a:pt x="2012" y="463"/>
                  </a:moveTo>
                  <a:lnTo>
                    <a:pt x="1973" y="463"/>
                  </a:lnTo>
                  <a:lnTo>
                    <a:pt x="1960" y="463"/>
                  </a:lnTo>
                  <a:lnTo>
                    <a:pt x="1947" y="463"/>
                  </a:lnTo>
                  <a:lnTo>
                    <a:pt x="1936" y="465"/>
                  </a:lnTo>
                  <a:lnTo>
                    <a:pt x="1925" y="469"/>
                  </a:lnTo>
                  <a:lnTo>
                    <a:pt x="1916" y="471"/>
                  </a:lnTo>
                  <a:lnTo>
                    <a:pt x="1908" y="477"/>
                  </a:lnTo>
                  <a:lnTo>
                    <a:pt x="1900" y="481"/>
                  </a:lnTo>
                  <a:lnTo>
                    <a:pt x="1894" y="489"/>
                  </a:lnTo>
                  <a:lnTo>
                    <a:pt x="1888" y="495"/>
                  </a:lnTo>
                  <a:lnTo>
                    <a:pt x="1883" y="503"/>
                  </a:lnTo>
                  <a:lnTo>
                    <a:pt x="1879" y="513"/>
                  </a:lnTo>
                  <a:lnTo>
                    <a:pt x="1876" y="523"/>
                  </a:lnTo>
                  <a:lnTo>
                    <a:pt x="1875" y="529"/>
                  </a:lnTo>
                  <a:lnTo>
                    <a:pt x="1874" y="535"/>
                  </a:lnTo>
                  <a:lnTo>
                    <a:pt x="1872" y="549"/>
                  </a:lnTo>
                  <a:lnTo>
                    <a:pt x="1871" y="563"/>
                  </a:lnTo>
                  <a:lnTo>
                    <a:pt x="1871" y="579"/>
                  </a:lnTo>
                  <a:lnTo>
                    <a:pt x="1871" y="591"/>
                  </a:lnTo>
                  <a:lnTo>
                    <a:pt x="1871" y="607"/>
                  </a:lnTo>
                  <a:lnTo>
                    <a:pt x="1872" y="623"/>
                  </a:lnTo>
                  <a:lnTo>
                    <a:pt x="1874" y="637"/>
                  </a:lnTo>
                  <a:lnTo>
                    <a:pt x="1875" y="649"/>
                  </a:lnTo>
                  <a:lnTo>
                    <a:pt x="1878" y="661"/>
                  </a:lnTo>
                  <a:lnTo>
                    <a:pt x="1881" y="671"/>
                  </a:lnTo>
                  <a:lnTo>
                    <a:pt x="1884" y="679"/>
                  </a:lnTo>
                  <a:lnTo>
                    <a:pt x="1885" y="683"/>
                  </a:lnTo>
                  <a:lnTo>
                    <a:pt x="1887" y="687"/>
                  </a:lnTo>
                  <a:lnTo>
                    <a:pt x="1891" y="695"/>
                  </a:lnTo>
                  <a:lnTo>
                    <a:pt x="1895" y="699"/>
                  </a:lnTo>
                  <a:lnTo>
                    <a:pt x="1900" y="705"/>
                  </a:lnTo>
                  <a:lnTo>
                    <a:pt x="1905" y="707"/>
                  </a:lnTo>
                  <a:lnTo>
                    <a:pt x="1910" y="711"/>
                  </a:lnTo>
                  <a:lnTo>
                    <a:pt x="1915" y="713"/>
                  </a:lnTo>
                  <a:lnTo>
                    <a:pt x="1926" y="713"/>
                  </a:lnTo>
                  <a:lnTo>
                    <a:pt x="1936" y="713"/>
                  </a:lnTo>
                  <a:lnTo>
                    <a:pt x="1947" y="711"/>
                  </a:lnTo>
                  <a:lnTo>
                    <a:pt x="1952" y="709"/>
                  </a:lnTo>
                  <a:lnTo>
                    <a:pt x="1957" y="707"/>
                  </a:lnTo>
                  <a:lnTo>
                    <a:pt x="1967" y="701"/>
                  </a:lnTo>
                  <a:lnTo>
                    <a:pt x="1977" y="695"/>
                  </a:lnTo>
                  <a:lnTo>
                    <a:pt x="1988" y="685"/>
                  </a:lnTo>
                  <a:lnTo>
                    <a:pt x="2000" y="675"/>
                  </a:lnTo>
                  <a:lnTo>
                    <a:pt x="2012" y="663"/>
                  </a:lnTo>
                  <a:lnTo>
                    <a:pt x="2012" y="463"/>
                  </a:lnTo>
                  <a:close/>
                  <a:moveTo>
                    <a:pt x="2313" y="747"/>
                  </a:moveTo>
                  <a:lnTo>
                    <a:pt x="2310" y="747"/>
                  </a:lnTo>
                  <a:lnTo>
                    <a:pt x="2307" y="745"/>
                  </a:lnTo>
                  <a:lnTo>
                    <a:pt x="2303" y="741"/>
                  </a:lnTo>
                  <a:lnTo>
                    <a:pt x="2301" y="735"/>
                  </a:lnTo>
                  <a:lnTo>
                    <a:pt x="2300" y="729"/>
                  </a:lnTo>
                  <a:lnTo>
                    <a:pt x="2300" y="393"/>
                  </a:lnTo>
                  <a:lnTo>
                    <a:pt x="2300" y="373"/>
                  </a:lnTo>
                  <a:lnTo>
                    <a:pt x="2299" y="355"/>
                  </a:lnTo>
                  <a:lnTo>
                    <a:pt x="2297" y="337"/>
                  </a:lnTo>
                  <a:lnTo>
                    <a:pt x="2295" y="321"/>
                  </a:lnTo>
                  <a:lnTo>
                    <a:pt x="2292" y="307"/>
                  </a:lnTo>
                  <a:lnTo>
                    <a:pt x="2288" y="296"/>
                  </a:lnTo>
                  <a:lnTo>
                    <a:pt x="2285" y="284"/>
                  </a:lnTo>
                  <a:lnTo>
                    <a:pt x="2280" y="276"/>
                  </a:lnTo>
                  <a:lnTo>
                    <a:pt x="2275" y="266"/>
                  </a:lnTo>
                  <a:lnTo>
                    <a:pt x="2270" y="260"/>
                  </a:lnTo>
                  <a:lnTo>
                    <a:pt x="2265" y="254"/>
                  </a:lnTo>
                  <a:lnTo>
                    <a:pt x="2259" y="250"/>
                  </a:lnTo>
                  <a:lnTo>
                    <a:pt x="2252" y="246"/>
                  </a:lnTo>
                  <a:lnTo>
                    <a:pt x="2246" y="244"/>
                  </a:lnTo>
                  <a:lnTo>
                    <a:pt x="2239" y="242"/>
                  </a:lnTo>
                  <a:lnTo>
                    <a:pt x="2232" y="242"/>
                  </a:lnTo>
                  <a:lnTo>
                    <a:pt x="2222" y="242"/>
                  </a:lnTo>
                  <a:lnTo>
                    <a:pt x="2212" y="244"/>
                  </a:lnTo>
                  <a:lnTo>
                    <a:pt x="2202" y="248"/>
                  </a:lnTo>
                  <a:lnTo>
                    <a:pt x="2192" y="254"/>
                  </a:lnTo>
                  <a:lnTo>
                    <a:pt x="2182" y="260"/>
                  </a:lnTo>
                  <a:lnTo>
                    <a:pt x="2172" y="266"/>
                  </a:lnTo>
                  <a:lnTo>
                    <a:pt x="2162" y="274"/>
                  </a:lnTo>
                  <a:lnTo>
                    <a:pt x="2152" y="284"/>
                  </a:lnTo>
                  <a:lnTo>
                    <a:pt x="2152" y="729"/>
                  </a:lnTo>
                  <a:lnTo>
                    <a:pt x="2152" y="731"/>
                  </a:lnTo>
                  <a:lnTo>
                    <a:pt x="2152" y="735"/>
                  </a:lnTo>
                  <a:lnTo>
                    <a:pt x="2150" y="741"/>
                  </a:lnTo>
                  <a:lnTo>
                    <a:pt x="2147" y="745"/>
                  </a:lnTo>
                  <a:lnTo>
                    <a:pt x="2142" y="747"/>
                  </a:lnTo>
                  <a:lnTo>
                    <a:pt x="2139" y="747"/>
                  </a:lnTo>
                  <a:lnTo>
                    <a:pt x="2137" y="745"/>
                  </a:lnTo>
                  <a:lnTo>
                    <a:pt x="2133" y="741"/>
                  </a:lnTo>
                  <a:lnTo>
                    <a:pt x="2130" y="735"/>
                  </a:lnTo>
                  <a:lnTo>
                    <a:pt x="2129" y="729"/>
                  </a:lnTo>
                  <a:lnTo>
                    <a:pt x="2129" y="228"/>
                  </a:lnTo>
                  <a:lnTo>
                    <a:pt x="2129" y="224"/>
                  </a:lnTo>
                  <a:lnTo>
                    <a:pt x="2130" y="220"/>
                  </a:lnTo>
                  <a:lnTo>
                    <a:pt x="2132" y="214"/>
                  </a:lnTo>
                  <a:lnTo>
                    <a:pt x="2133" y="210"/>
                  </a:lnTo>
                  <a:lnTo>
                    <a:pt x="2135" y="210"/>
                  </a:lnTo>
                  <a:lnTo>
                    <a:pt x="2136" y="208"/>
                  </a:lnTo>
                  <a:lnTo>
                    <a:pt x="2138" y="208"/>
                  </a:lnTo>
                  <a:lnTo>
                    <a:pt x="2142" y="208"/>
                  </a:lnTo>
                  <a:lnTo>
                    <a:pt x="2144" y="208"/>
                  </a:lnTo>
                  <a:lnTo>
                    <a:pt x="2147" y="210"/>
                  </a:lnTo>
                  <a:lnTo>
                    <a:pt x="2149" y="210"/>
                  </a:lnTo>
                  <a:lnTo>
                    <a:pt x="2150" y="214"/>
                  </a:lnTo>
                  <a:lnTo>
                    <a:pt x="2151" y="216"/>
                  </a:lnTo>
                  <a:lnTo>
                    <a:pt x="2152" y="220"/>
                  </a:lnTo>
                  <a:lnTo>
                    <a:pt x="2152" y="224"/>
                  </a:lnTo>
                  <a:lnTo>
                    <a:pt x="2152" y="228"/>
                  </a:lnTo>
                  <a:lnTo>
                    <a:pt x="2152" y="244"/>
                  </a:lnTo>
                  <a:lnTo>
                    <a:pt x="2162" y="234"/>
                  </a:lnTo>
                  <a:lnTo>
                    <a:pt x="2172" y="226"/>
                  </a:lnTo>
                  <a:lnTo>
                    <a:pt x="2183" y="220"/>
                  </a:lnTo>
                  <a:lnTo>
                    <a:pt x="2193" y="214"/>
                  </a:lnTo>
                  <a:lnTo>
                    <a:pt x="2203" y="208"/>
                  </a:lnTo>
                  <a:lnTo>
                    <a:pt x="2213" y="206"/>
                  </a:lnTo>
                  <a:lnTo>
                    <a:pt x="2224" y="204"/>
                  </a:lnTo>
                  <a:lnTo>
                    <a:pt x="2234" y="202"/>
                  </a:lnTo>
                  <a:lnTo>
                    <a:pt x="2242" y="204"/>
                  </a:lnTo>
                  <a:lnTo>
                    <a:pt x="2251" y="204"/>
                  </a:lnTo>
                  <a:lnTo>
                    <a:pt x="2260" y="208"/>
                  </a:lnTo>
                  <a:lnTo>
                    <a:pt x="2268" y="212"/>
                  </a:lnTo>
                  <a:lnTo>
                    <a:pt x="2275" y="218"/>
                  </a:lnTo>
                  <a:lnTo>
                    <a:pt x="2283" y="226"/>
                  </a:lnTo>
                  <a:lnTo>
                    <a:pt x="2290" y="236"/>
                  </a:lnTo>
                  <a:lnTo>
                    <a:pt x="2296" y="246"/>
                  </a:lnTo>
                  <a:lnTo>
                    <a:pt x="2302" y="258"/>
                  </a:lnTo>
                  <a:lnTo>
                    <a:pt x="2307" y="272"/>
                  </a:lnTo>
                  <a:lnTo>
                    <a:pt x="2311" y="288"/>
                  </a:lnTo>
                  <a:lnTo>
                    <a:pt x="2313" y="296"/>
                  </a:lnTo>
                  <a:lnTo>
                    <a:pt x="2315" y="305"/>
                  </a:lnTo>
                  <a:lnTo>
                    <a:pt x="2317" y="315"/>
                  </a:lnTo>
                  <a:lnTo>
                    <a:pt x="2318" y="325"/>
                  </a:lnTo>
                  <a:lnTo>
                    <a:pt x="2320" y="345"/>
                  </a:lnTo>
                  <a:lnTo>
                    <a:pt x="2322" y="369"/>
                  </a:lnTo>
                  <a:lnTo>
                    <a:pt x="2322" y="393"/>
                  </a:lnTo>
                  <a:lnTo>
                    <a:pt x="2322" y="729"/>
                  </a:lnTo>
                  <a:lnTo>
                    <a:pt x="2322" y="731"/>
                  </a:lnTo>
                  <a:lnTo>
                    <a:pt x="2321" y="735"/>
                  </a:lnTo>
                  <a:lnTo>
                    <a:pt x="2319" y="741"/>
                  </a:lnTo>
                  <a:lnTo>
                    <a:pt x="2318" y="743"/>
                  </a:lnTo>
                  <a:lnTo>
                    <a:pt x="2316" y="745"/>
                  </a:lnTo>
                  <a:lnTo>
                    <a:pt x="2313" y="747"/>
                  </a:lnTo>
                  <a:close/>
                  <a:moveTo>
                    <a:pt x="2678" y="751"/>
                  </a:moveTo>
                  <a:lnTo>
                    <a:pt x="2665" y="753"/>
                  </a:lnTo>
                  <a:lnTo>
                    <a:pt x="2652" y="753"/>
                  </a:lnTo>
                  <a:lnTo>
                    <a:pt x="2639" y="753"/>
                  </a:lnTo>
                  <a:lnTo>
                    <a:pt x="2628" y="749"/>
                  </a:lnTo>
                  <a:lnTo>
                    <a:pt x="2623" y="745"/>
                  </a:lnTo>
                  <a:lnTo>
                    <a:pt x="2618" y="741"/>
                  </a:lnTo>
                  <a:lnTo>
                    <a:pt x="2614" y="737"/>
                  </a:lnTo>
                  <a:lnTo>
                    <a:pt x="2610" y="731"/>
                  </a:lnTo>
                  <a:lnTo>
                    <a:pt x="2606" y="725"/>
                  </a:lnTo>
                  <a:lnTo>
                    <a:pt x="2603" y="717"/>
                  </a:lnTo>
                  <a:lnTo>
                    <a:pt x="2601" y="709"/>
                  </a:lnTo>
                  <a:lnTo>
                    <a:pt x="2599" y="699"/>
                  </a:lnTo>
                  <a:lnTo>
                    <a:pt x="2597" y="687"/>
                  </a:lnTo>
                  <a:lnTo>
                    <a:pt x="2596" y="675"/>
                  </a:lnTo>
                  <a:lnTo>
                    <a:pt x="2595" y="659"/>
                  </a:lnTo>
                  <a:lnTo>
                    <a:pt x="2595" y="645"/>
                  </a:lnTo>
                  <a:lnTo>
                    <a:pt x="2595" y="248"/>
                  </a:lnTo>
                  <a:lnTo>
                    <a:pt x="2545" y="248"/>
                  </a:lnTo>
                  <a:lnTo>
                    <a:pt x="2541" y="248"/>
                  </a:lnTo>
                  <a:lnTo>
                    <a:pt x="2540" y="246"/>
                  </a:lnTo>
                  <a:lnTo>
                    <a:pt x="2538" y="244"/>
                  </a:lnTo>
                  <a:lnTo>
                    <a:pt x="2536" y="240"/>
                  </a:lnTo>
                  <a:lnTo>
                    <a:pt x="2536" y="236"/>
                  </a:lnTo>
                  <a:lnTo>
                    <a:pt x="2535" y="232"/>
                  </a:lnTo>
                  <a:lnTo>
                    <a:pt x="2535" y="222"/>
                  </a:lnTo>
                  <a:lnTo>
                    <a:pt x="2536" y="220"/>
                  </a:lnTo>
                  <a:lnTo>
                    <a:pt x="2536" y="216"/>
                  </a:lnTo>
                  <a:lnTo>
                    <a:pt x="2537" y="214"/>
                  </a:lnTo>
                  <a:lnTo>
                    <a:pt x="2538" y="212"/>
                  </a:lnTo>
                  <a:lnTo>
                    <a:pt x="2540" y="210"/>
                  </a:lnTo>
                  <a:lnTo>
                    <a:pt x="2541" y="208"/>
                  </a:lnTo>
                  <a:lnTo>
                    <a:pt x="2545" y="208"/>
                  </a:lnTo>
                  <a:lnTo>
                    <a:pt x="2595" y="208"/>
                  </a:lnTo>
                  <a:lnTo>
                    <a:pt x="2595" y="104"/>
                  </a:lnTo>
                  <a:lnTo>
                    <a:pt x="2595" y="96"/>
                  </a:lnTo>
                  <a:lnTo>
                    <a:pt x="2596" y="94"/>
                  </a:lnTo>
                  <a:lnTo>
                    <a:pt x="2597" y="90"/>
                  </a:lnTo>
                  <a:lnTo>
                    <a:pt x="2598" y="88"/>
                  </a:lnTo>
                  <a:lnTo>
                    <a:pt x="2600" y="86"/>
                  </a:lnTo>
                  <a:lnTo>
                    <a:pt x="2602" y="86"/>
                  </a:lnTo>
                  <a:lnTo>
                    <a:pt x="2603" y="84"/>
                  </a:lnTo>
                  <a:lnTo>
                    <a:pt x="2609" y="84"/>
                  </a:lnTo>
                  <a:lnTo>
                    <a:pt x="2612" y="86"/>
                  </a:lnTo>
                  <a:lnTo>
                    <a:pt x="2615" y="90"/>
                  </a:lnTo>
                  <a:lnTo>
                    <a:pt x="2617" y="96"/>
                  </a:lnTo>
                  <a:lnTo>
                    <a:pt x="2617" y="104"/>
                  </a:lnTo>
                  <a:lnTo>
                    <a:pt x="2617" y="208"/>
                  </a:lnTo>
                  <a:lnTo>
                    <a:pt x="2677" y="208"/>
                  </a:lnTo>
                  <a:lnTo>
                    <a:pt x="2681" y="208"/>
                  </a:lnTo>
                  <a:lnTo>
                    <a:pt x="2682" y="210"/>
                  </a:lnTo>
                  <a:lnTo>
                    <a:pt x="2684" y="212"/>
                  </a:lnTo>
                  <a:lnTo>
                    <a:pt x="2686" y="216"/>
                  </a:lnTo>
                  <a:lnTo>
                    <a:pt x="2686" y="220"/>
                  </a:lnTo>
                  <a:lnTo>
                    <a:pt x="2687" y="222"/>
                  </a:lnTo>
                  <a:lnTo>
                    <a:pt x="2687" y="232"/>
                  </a:lnTo>
                  <a:lnTo>
                    <a:pt x="2686" y="236"/>
                  </a:lnTo>
                  <a:lnTo>
                    <a:pt x="2686" y="240"/>
                  </a:lnTo>
                  <a:lnTo>
                    <a:pt x="2684" y="244"/>
                  </a:lnTo>
                  <a:lnTo>
                    <a:pt x="2682" y="246"/>
                  </a:lnTo>
                  <a:lnTo>
                    <a:pt x="2681" y="248"/>
                  </a:lnTo>
                  <a:lnTo>
                    <a:pt x="2677" y="248"/>
                  </a:lnTo>
                  <a:lnTo>
                    <a:pt x="2617" y="248"/>
                  </a:lnTo>
                  <a:lnTo>
                    <a:pt x="2617" y="645"/>
                  </a:lnTo>
                  <a:lnTo>
                    <a:pt x="2618" y="665"/>
                  </a:lnTo>
                  <a:lnTo>
                    <a:pt x="2619" y="681"/>
                  </a:lnTo>
                  <a:lnTo>
                    <a:pt x="2622" y="693"/>
                  </a:lnTo>
                  <a:lnTo>
                    <a:pt x="2624" y="697"/>
                  </a:lnTo>
                  <a:lnTo>
                    <a:pt x="2626" y="701"/>
                  </a:lnTo>
                  <a:lnTo>
                    <a:pt x="2628" y="705"/>
                  </a:lnTo>
                  <a:lnTo>
                    <a:pt x="2631" y="707"/>
                  </a:lnTo>
                  <a:lnTo>
                    <a:pt x="2634" y="711"/>
                  </a:lnTo>
                  <a:lnTo>
                    <a:pt x="2637" y="711"/>
                  </a:lnTo>
                  <a:lnTo>
                    <a:pt x="2644" y="713"/>
                  </a:lnTo>
                  <a:lnTo>
                    <a:pt x="2652" y="713"/>
                  </a:lnTo>
                  <a:lnTo>
                    <a:pt x="2676" y="713"/>
                  </a:lnTo>
                  <a:lnTo>
                    <a:pt x="2681" y="715"/>
                  </a:lnTo>
                  <a:lnTo>
                    <a:pt x="2684" y="717"/>
                  </a:lnTo>
                  <a:lnTo>
                    <a:pt x="2685" y="719"/>
                  </a:lnTo>
                  <a:lnTo>
                    <a:pt x="2686" y="723"/>
                  </a:lnTo>
                  <a:lnTo>
                    <a:pt x="2686" y="725"/>
                  </a:lnTo>
                  <a:lnTo>
                    <a:pt x="2687" y="729"/>
                  </a:lnTo>
                  <a:lnTo>
                    <a:pt x="2686" y="737"/>
                  </a:lnTo>
                  <a:lnTo>
                    <a:pt x="2685" y="743"/>
                  </a:lnTo>
                  <a:lnTo>
                    <a:pt x="2684" y="747"/>
                  </a:lnTo>
                  <a:lnTo>
                    <a:pt x="2682" y="747"/>
                  </a:lnTo>
                  <a:lnTo>
                    <a:pt x="2678" y="751"/>
                  </a:lnTo>
                  <a:close/>
                  <a:moveTo>
                    <a:pt x="2945" y="753"/>
                  </a:moveTo>
                  <a:lnTo>
                    <a:pt x="2940" y="753"/>
                  </a:lnTo>
                  <a:lnTo>
                    <a:pt x="2937" y="751"/>
                  </a:lnTo>
                  <a:lnTo>
                    <a:pt x="2934" y="747"/>
                  </a:lnTo>
                  <a:lnTo>
                    <a:pt x="2933" y="741"/>
                  </a:lnTo>
                  <a:lnTo>
                    <a:pt x="2932" y="735"/>
                  </a:lnTo>
                  <a:lnTo>
                    <a:pt x="2932" y="395"/>
                  </a:lnTo>
                  <a:lnTo>
                    <a:pt x="2932" y="377"/>
                  </a:lnTo>
                  <a:lnTo>
                    <a:pt x="2931" y="359"/>
                  </a:lnTo>
                  <a:lnTo>
                    <a:pt x="2930" y="343"/>
                  </a:lnTo>
                  <a:lnTo>
                    <a:pt x="2928" y="329"/>
                  </a:lnTo>
                  <a:lnTo>
                    <a:pt x="2926" y="315"/>
                  </a:lnTo>
                  <a:lnTo>
                    <a:pt x="2923" y="303"/>
                  </a:lnTo>
                  <a:lnTo>
                    <a:pt x="2919" y="292"/>
                  </a:lnTo>
                  <a:lnTo>
                    <a:pt x="2915" y="282"/>
                  </a:lnTo>
                  <a:lnTo>
                    <a:pt x="2913" y="276"/>
                  </a:lnTo>
                  <a:lnTo>
                    <a:pt x="2910" y="272"/>
                  </a:lnTo>
                  <a:lnTo>
                    <a:pt x="2905" y="264"/>
                  </a:lnTo>
                  <a:lnTo>
                    <a:pt x="2899" y="258"/>
                  </a:lnTo>
                  <a:lnTo>
                    <a:pt x="2892" y="252"/>
                  </a:lnTo>
                  <a:lnTo>
                    <a:pt x="2885" y="248"/>
                  </a:lnTo>
                  <a:lnTo>
                    <a:pt x="2881" y="246"/>
                  </a:lnTo>
                  <a:lnTo>
                    <a:pt x="2876" y="244"/>
                  </a:lnTo>
                  <a:lnTo>
                    <a:pt x="2867" y="242"/>
                  </a:lnTo>
                  <a:lnTo>
                    <a:pt x="2858" y="242"/>
                  </a:lnTo>
                  <a:lnTo>
                    <a:pt x="2841" y="244"/>
                  </a:lnTo>
                  <a:lnTo>
                    <a:pt x="2823" y="246"/>
                  </a:lnTo>
                  <a:lnTo>
                    <a:pt x="2804" y="252"/>
                  </a:lnTo>
                  <a:lnTo>
                    <a:pt x="2796" y="256"/>
                  </a:lnTo>
                  <a:lnTo>
                    <a:pt x="2789" y="260"/>
                  </a:lnTo>
                  <a:lnTo>
                    <a:pt x="2789" y="735"/>
                  </a:lnTo>
                  <a:lnTo>
                    <a:pt x="2789" y="737"/>
                  </a:lnTo>
                  <a:lnTo>
                    <a:pt x="2788" y="741"/>
                  </a:lnTo>
                  <a:lnTo>
                    <a:pt x="2786" y="747"/>
                  </a:lnTo>
                  <a:lnTo>
                    <a:pt x="2785" y="749"/>
                  </a:lnTo>
                  <a:lnTo>
                    <a:pt x="2784" y="751"/>
                  </a:lnTo>
                  <a:lnTo>
                    <a:pt x="2780" y="753"/>
                  </a:lnTo>
                  <a:lnTo>
                    <a:pt x="2775" y="753"/>
                  </a:lnTo>
                  <a:lnTo>
                    <a:pt x="2772" y="751"/>
                  </a:lnTo>
                  <a:lnTo>
                    <a:pt x="2769" y="747"/>
                  </a:lnTo>
                  <a:lnTo>
                    <a:pt x="2767" y="741"/>
                  </a:lnTo>
                  <a:lnTo>
                    <a:pt x="2767" y="735"/>
                  </a:lnTo>
                  <a:lnTo>
                    <a:pt x="2767" y="20"/>
                  </a:lnTo>
                  <a:lnTo>
                    <a:pt x="2767" y="16"/>
                  </a:lnTo>
                  <a:lnTo>
                    <a:pt x="2767" y="12"/>
                  </a:lnTo>
                  <a:lnTo>
                    <a:pt x="2769" y="6"/>
                  </a:lnTo>
                  <a:lnTo>
                    <a:pt x="2770" y="4"/>
                  </a:lnTo>
                  <a:lnTo>
                    <a:pt x="2772" y="2"/>
                  </a:lnTo>
                  <a:lnTo>
                    <a:pt x="2775" y="0"/>
                  </a:lnTo>
                  <a:lnTo>
                    <a:pt x="2780" y="0"/>
                  </a:lnTo>
                  <a:lnTo>
                    <a:pt x="2784" y="2"/>
                  </a:lnTo>
                  <a:lnTo>
                    <a:pt x="2786" y="6"/>
                  </a:lnTo>
                  <a:lnTo>
                    <a:pt x="2788" y="12"/>
                  </a:lnTo>
                  <a:lnTo>
                    <a:pt x="2789" y="20"/>
                  </a:lnTo>
                  <a:lnTo>
                    <a:pt x="2789" y="220"/>
                  </a:lnTo>
                  <a:lnTo>
                    <a:pt x="2804" y="214"/>
                  </a:lnTo>
                  <a:lnTo>
                    <a:pt x="2823" y="208"/>
                  </a:lnTo>
                  <a:lnTo>
                    <a:pt x="2840" y="204"/>
                  </a:lnTo>
                  <a:lnTo>
                    <a:pt x="2858" y="202"/>
                  </a:lnTo>
                  <a:lnTo>
                    <a:pt x="2870" y="204"/>
                  </a:lnTo>
                  <a:lnTo>
                    <a:pt x="2882" y="206"/>
                  </a:lnTo>
                  <a:lnTo>
                    <a:pt x="2887" y="208"/>
                  </a:lnTo>
                  <a:lnTo>
                    <a:pt x="2892" y="210"/>
                  </a:lnTo>
                  <a:lnTo>
                    <a:pt x="2902" y="216"/>
                  </a:lnTo>
                  <a:lnTo>
                    <a:pt x="2911" y="224"/>
                  </a:lnTo>
                  <a:lnTo>
                    <a:pt x="2915" y="230"/>
                  </a:lnTo>
                  <a:lnTo>
                    <a:pt x="2919" y="234"/>
                  </a:lnTo>
                  <a:lnTo>
                    <a:pt x="2926" y="244"/>
                  </a:lnTo>
                  <a:lnTo>
                    <a:pt x="2932" y="256"/>
                  </a:lnTo>
                  <a:lnTo>
                    <a:pt x="2937" y="270"/>
                  </a:lnTo>
                  <a:lnTo>
                    <a:pt x="2940" y="278"/>
                  </a:lnTo>
                  <a:lnTo>
                    <a:pt x="2942" y="286"/>
                  </a:lnTo>
                  <a:lnTo>
                    <a:pt x="2944" y="292"/>
                  </a:lnTo>
                  <a:lnTo>
                    <a:pt x="2946" y="300"/>
                  </a:lnTo>
                  <a:lnTo>
                    <a:pt x="2947" y="309"/>
                  </a:lnTo>
                  <a:lnTo>
                    <a:pt x="2949" y="317"/>
                  </a:lnTo>
                  <a:lnTo>
                    <a:pt x="2951" y="335"/>
                  </a:lnTo>
                  <a:lnTo>
                    <a:pt x="2952" y="345"/>
                  </a:lnTo>
                  <a:lnTo>
                    <a:pt x="2953" y="355"/>
                  </a:lnTo>
                  <a:lnTo>
                    <a:pt x="2953" y="375"/>
                  </a:lnTo>
                  <a:lnTo>
                    <a:pt x="2954" y="395"/>
                  </a:lnTo>
                  <a:lnTo>
                    <a:pt x="2954" y="735"/>
                  </a:lnTo>
                  <a:lnTo>
                    <a:pt x="2953" y="741"/>
                  </a:lnTo>
                  <a:lnTo>
                    <a:pt x="2953" y="745"/>
                  </a:lnTo>
                  <a:lnTo>
                    <a:pt x="2952" y="747"/>
                  </a:lnTo>
                  <a:lnTo>
                    <a:pt x="2950" y="749"/>
                  </a:lnTo>
                  <a:lnTo>
                    <a:pt x="2949" y="751"/>
                  </a:lnTo>
                  <a:lnTo>
                    <a:pt x="2947" y="753"/>
                  </a:lnTo>
                  <a:lnTo>
                    <a:pt x="2945" y="753"/>
                  </a:lnTo>
                  <a:close/>
                  <a:moveTo>
                    <a:pt x="3232" y="487"/>
                  </a:moveTo>
                  <a:lnTo>
                    <a:pt x="3061" y="487"/>
                  </a:lnTo>
                  <a:lnTo>
                    <a:pt x="3061" y="509"/>
                  </a:lnTo>
                  <a:lnTo>
                    <a:pt x="3061" y="539"/>
                  </a:lnTo>
                  <a:lnTo>
                    <a:pt x="3062" y="553"/>
                  </a:lnTo>
                  <a:lnTo>
                    <a:pt x="3063" y="565"/>
                  </a:lnTo>
                  <a:lnTo>
                    <a:pt x="3064" y="579"/>
                  </a:lnTo>
                  <a:lnTo>
                    <a:pt x="3065" y="591"/>
                  </a:lnTo>
                  <a:lnTo>
                    <a:pt x="3068" y="613"/>
                  </a:lnTo>
                  <a:lnTo>
                    <a:pt x="3072" y="631"/>
                  </a:lnTo>
                  <a:lnTo>
                    <a:pt x="3077" y="647"/>
                  </a:lnTo>
                  <a:lnTo>
                    <a:pt x="3082" y="663"/>
                  </a:lnTo>
                  <a:lnTo>
                    <a:pt x="3085" y="669"/>
                  </a:lnTo>
                  <a:lnTo>
                    <a:pt x="3088" y="675"/>
                  </a:lnTo>
                  <a:lnTo>
                    <a:pt x="3091" y="681"/>
                  </a:lnTo>
                  <a:lnTo>
                    <a:pt x="3094" y="685"/>
                  </a:lnTo>
                  <a:lnTo>
                    <a:pt x="3101" y="693"/>
                  </a:lnTo>
                  <a:lnTo>
                    <a:pt x="3109" y="701"/>
                  </a:lnTo>
                  <a:lnTo>
                    <a:pt x="3117" y="705"/>
                  </a:lnTo>
                  <a:lnTo>
                    <a:pt x="3125" y="709"/>
                  </a:lnTo>
                  <a:lnTo>
                    <a:pt x="3134" y="713"/>
                  </a:lnTo>
                  <a:lnTo>
                    <a:pt x="3143" y="713"/>
                  </a:lnTo>
                  <a:lnTo>
                    <a:pt x="3153" y="713"/>
                  </a:lnTo>
                  <a:lnTo>
                    <a:pt x="3171" y="713"/>
                  </a:lnTo>
                  <a:lnTo>
                    <a:pt x="3189" y="709"/>
                  </a:lnTo>
                  <a:lnTo>
                    <a:pt x="3209" y="703"/>
                  </a:lnTo>
                  <a:lnTo>
                    <a:pt x="3228" y="697"/>
                  </a:lnTo>
                  <a:lnTo>
                    <a:pt x="3229" y="697"/>
                  </a:lnTo>
                  <a:lnTo>
                    <a:pt x="3231" y="697"/>
                  </a:lnTo>
                  <a:lnTo>
                    <a:pt x="3235" y="697"/>
                  </a:lnTo>
                  <a:lnTo>
                    <a:pt x="3236" y="699"/>
                  </a:lnTo>
                  <a:lnTo>
                    <a:pt x="3237" y="703"/>
                  </a:lnTo>
                  <a:lnTo>
                    <a:pt x="3238" y="705"/>
                  </a:lnTo>
                  <a:lnTo>
                    <a:pt x="3238" y="709"/>
                  </a:lnTo>
                  <a:lnTo>
                    <a:pt x="3238" y="721"/>
                  </a:lnTo>
                  <a:lnTo>
                    <a:pt x="3237" y="725"/>
                  </a:lnTo>
                  <a:lnTo>
                    <a:pt x="3236" y="729"/>
                  </a:lnTo>
                  <a:lnTo>
                    <a:pt x="3235" y="731"/>
                  </a:lnTo>
                  <a:lnTo>
                    <a:pt x="3233" y="733"/>
                  </a:lnTo>
                  <a:lnTo>
                    <a:pt x="3229" y="737"/>
                  </a:lnTo>
                  <a:lnTo>
                    <a:pt x="3210" y="743"/>
                  </a:lnTo>
                  <a:lnTo>
                    <a:pt x="3190" y="749"/>
                  </a:lnTo>
                  <a:lnTo>
                    <a:pt x="3171" y="751"/>
                  </a:lnTo>
                  <a:lnTo>
                    <a:pt x="3153" y="753"/>
                  </a:lnTo>
                  <a:lnTo>
                    <a:pt x="3141" y="753"/>
                  </a:lnTo>
                  <a:lnTo>
                    <a:pt x="3129" y="751"/>
                  </a:lnTo>
                  <a:lnTo>
                    <a:pt x="3118" y="747"/>
                  </a:lnTo>
                  <a:lnTo>
                    <a:pt x="3108" y="741"/>
                  </a:lnTo>
                  <a:lnTo>
                    <a:pt x="3098" y="735"/>
                  </a:lnTo>
                  <a:lnTo>
                    <a:pt x="3093" y="731"/>
                  </a:lnTo>
                  <a:lnTo>
                    <a:pt x="3089" y="727"/>
                  </a:lnTo>
                  <a:lnTo>
                    <a:pt x="3080" y="715"/>
                  </a:lnTo>
                  <a:lnTo>
                    <a:pt x="3072" y="703"/>
                  </a:lnTo>
                  <a:lnTo>
                    <a:pt x="3068" y="695"/>
                  </a:lnTo>
                  <a:lnTo>
                    <a:pt x="3065" y="687"/>
                  </a:lnTo>
                  <a:lnTo>
                    <a:pt x="3058" y="669"/>
                  </a:lnTo>
                  <a:lnTo>
                    <a:pt x="3053" y="649"/>
                  </a:lnTo>
                  <a:lnTo>
                    <a:pt x="3048" y="627"/>
                  </a:lnTo>
                  <a:lnTo>
                    <a:pt x="3046" y="615"/>
                  </a:lnTo>
                  <a:lnTo>
                    <a:pt x="3044" y="601"/>
                  </a:lnTo>
                  <a:lnTo>
                    <a:pt x="3041" y="573"/>
                  </a:lnTo>
                  <a:lnTo>
                    <a:pt x="3039" y="543"/>
                  </a:lnTo>
                  <a:lnTo>
                    <a:pt x="3039" y="527"/>
                  </a:lnTo>
                  <a:lnTo>
                    <a:pt x="3039" y="509"/>
                  </a:lnTo>
                  <a:lnTo>
                    <a:pt x="3039" y="443"/>
                  </a:lnTo>
                  <a:lnTo>
                    <a:pt x="3039" y="417"/>
                  </a:lnTo>
                  <a:lnTo>
                    <a:pt x="3040" y="391"/>
                  </a:lnTo>
                  <a:lnTo>
                    <a:pt x="3043" y="369"/>
                  </a:lnTo>
                  <a:lnTo>
                    <a:pt x="3045" y="345"/>
                  </a:lnTo>
                  <a:lnTo>
                    <a:pt x="3047" y="335"/>
                  </a:lnTo>
                  <a:lnTo>
                    <a:pt x="3049" y="325"/>
                  </a:lnTo>
                  <a:lnTo>
                    <a:pt x="3051" y="315"/>
                  </a:lnTo>
                  <a:lnTo>
                    <a:pt x="3053" y="305"/>
                  </a:lnTo>
                  <a:lnTo>
                    <a:pt x="3056" y="296"/>
                  </a:lnTo>
                  <a:lnTo>
                    <a:pt x="3059" y="288"/>
                  </a:lnTo>
                  <a:lnTo>
                    <a:pt x="3065" y="270"/>
                  </a:lnTo>
                  <a:lnTo>
                    <a:pt x="3072" y="256"/>
                  </a:lnTo>
                  <a:lnTo>
                    <a:pt x="3079" y="242"/>
                  </a:lnTo>
                  <a:lnTo>
                    <a:pt x="3087" y="230"/>
                  </a:lnTo>
                  <a:lnTo>
                    <a:pt x="3097" y="220"/>
                  </a:lnTo>
                  <a:lnTo>
                    <a:pt x="3106" y="212"/>
                  </a:lnTo>
                  <a:lnTo>
                    <a:pt x="3117" y="208"/>
                  </a:lnTo>
                  <a:lnTo>
                    <a:pt x="3128" y="204"/>
                  </a:lnTo>
                  <a:lnTo>
                    <a:pt x="3134" y="202"/>
                  </a:lnTo>
                  <a:lnTo>
                    <a:pt x="3141" y="202"/>
                  </a:lnTo>
                  <a:lnTo>
                    <a:pt x="3154" y="204"/>
                  </a:lnTo>
                  <a:lnTo>
                    <a:pt x="3160" y="204"/>
                  </a:lnTo>
                  <a:lnTo>
                    <a:pt x="3166" y="206"/>
                  </a:lnTo>
                  <a:lnTo>
                    <a:pt x="3177" y="212"/>
                  </a:lnTo>
                  <a:lnTo>
                    <a:pt x="3182" y="216"/>
                  </a:lnTo>
                  <a:lnTo>
                    <a:pt x="3186" y="220"/>
                  </a:lnTo>
                  <a:lnTo>
                    <a:pt x="3196" y="230"/>
                  </a:lnTo>
                  <a:lnTo>
                    <a:pt x="3204" y="240"/>
                  </a:lnTo>
                  <a:lnTo>
                    <a:pt x="3211" y="254"/>
                  </a:lnTo>
                  <a:lnTo>
                    <a:pt x="3214" y="260"/>
                  </a:lnTo>
                  <a:lnTo>
                    <a:pt x="3218" y="268"/>
                  </a:lnTo>
                  <a:lnTo>
                    <a:pt x="3223" y="286"/>
                  </a:lnTo>
                  <a:lnTo>
                    <a:pt x="3228" y="303"/>
                  </a:lnTo>
                  <a:lnTo>
                    <a:pt x="3232" y="323"/>
                  </a:lnTo>
                  <a:lnTo>
                    <a:pt x="3236" y="343"/>
                  </a:lnTo>
                  <a:lnTo>
                    <a:pt x="3238" y="365"/>
                  </a:lnTo>
                  <a:lnTo>
                    <a:pt x="3240" y="389"/>
                  </a:lnTo>
                  <a:lnTo>
                    <a:pt x="3241" y="415"/>
                  </a:lnTo>
                  <a:lnTo>
                    <a:pt x="3242" y="441"/>
                  </a:lnTo>
                  <a:lnTo>
                    <a:pt x="3242" y="469"/>
                  </a:lnTo>
                  <a:lnTo>
                    <a:pt x="3241" y="473"/>
                  </a:lnTo>
                  <a:lnTo>
                    <a:pt x="3241" y="475"/>
                  </a:lnTo>
                  <a:lnTo>
                    <a:pt x="3239" y="483"/>
                  </a:lnTo>
                  <a:lnTo>
                    <a:pt x="3236" y="487"/>
                  </a:lnTo>
                  <a:lnTo>
                    <a:pt x="3232" y="487"/>
                  </a:lnTo>
                  <a:close/>
                  <a:moveTo>
                    <a:pt x="3220" y="441"/>
                  </a:moveTo>
                  <a:lnTo>
                    <a:pt x="3219" y="417"/>
                  </a:lnTo>
                  <a:lnTo>
                    <a:pt x="3219" y="397"/>
                  </a:lnTo>
                  <a:lnTo>
                    <a:pt x="3217" y="375"/>
                  </a:lnTo>
                  <a:lnTo>
                    <a:pt x="3215" y="357"/>
                  </a:lnTo>
                  <a:lnTo>
                    <a:pt x="3213" y="339"/>
                  </a:lnTo>
                  <a:lnTo>
                    <a:pt x="3210" y="321"/>
                  </a:lnTo>
                  <a:lnTo>
                    <a:pt x="3208" y="315"/>
                  </a:lnTo>
                  <a:lnTo>
                    <a:pt x="3206" y="307"/>
                  </a:lnTo>
                  <a:lnTo>
                    <a:pt x="3202" y="294"/>
                  </a:lnTo>
                  <a:lnTo>
                    <a:pt x="3199" y="288"/>
                  </a:lnTo>
                  <a:lnTo>
                    <a:pt x="3197" y="282"/>
                  </a:lnTo>
                  <a:lnTo>
                    <a:pt x="3194" y="276"/>
                  </a:lnTo>
                  <a:lnTo>
                    <a:pt x="3191" y="272"/>
                  </a:lnTo>
                  <a:lnTo>
                    <a:pt x="3188" y="266"/>
                  </a:lnTo>
                  <a:lnTo>
                    <a:pt x="3185" y="262"/>
                  </a:lnTo>
                  <a:lnTo>
                    <a:pt x="3178" y="256"/>
                  </a:lnTo>
                  <a:lnTo>
                    <a:pt x="3170" y="250"/>
                  </a:lnTo>
                  <a:lnTo>
                    <a:pt x="3161" y="246"/>
                  </a:lnTo>
                  <a:lnTo>
                    <a:pt x="3152" y="242"/>
                  </a:lnTo>
                  <a:lnTo>
                    <a:pt x="3141" y="242"/>
                  </a:lnTo>
                  <a:lnTo>
                    <a:pt x="3130" y="242"/>
                  </a:lnTo>
                  <a:lnTo>
                    <a:pt x="3126" y="244"/>
                  </a:lnTo>
                  <a:lnTo>
                    <a:pt x="3121" y="246"/>
                  </a:lnTo>
                  <a:lnTo>
                    <a:pt x="3112" y="250"/>
                  </a:lnTo>
                  <a:lnTo>
                    <a:pt x="3105" y="256"/>
                  </a:lnTo>
                  <a:lnTo>
                    <a:pt x="3097" y="264"/>
                  </a:lnTo>
                  <a:lnTo>
                    <a:pt x="3091" y="274"/>
                  </a:lnTo>
                  <a:lnTo>
                    <a:pt x="3085" y="284"/>
                  </a:lnTo>
                  <a:lnTo>
                    <a:pt x="3080" y="298"/>
                  </a:lnTo>
                  <a:lnTo>
                    <a:pt x="3075" y="311"/>
                  </a:lnTo>
                  <a:lnTo>
                    <a:pt x="3073" y="317"/>
                  </a:lnTo>
                  <a:lnTo>
                    <a:pt x="3071" y="325"/>
                  </a:lnTo>
                  <a:lnTo>
                    <a:pt x="3068" y="343"/>
                  </a:lnTo>
                  <a:lnTo>
                    <a:pt x="3066" y="361"/>
                  </a:lnTo>
                  <a:lnTo>
                    <a:pt x="3064" y="379"/>
                  </a:lnTo>
                  <a:lnTo>
                    <a:pt x="3062" y="399"/>
                  </a:lnTo>
                  <a:lnTo>
                    <a:pt x="3061" y="421"/>
                  </a:lnTo>
                  <a:lnTo>
                    <a:pt x="3061" y="443"/>
                  </a:lnTo>
                  <a:lnTo>
                    <a:pt x="3220" y="447"/>
                  </a:lnTo>
                  <a:lnTo>
                    <a:pt x="3220" y="441"/>
                  </a:lnTo>
                  <a:close/>
                  <a:moveTo>
                    <a:pt x="3726" y="699"/>
                  </a:moveTo>
                  <a:lnTo>
                    <a:pt x="3724" y="713"/>
                  </a:lnTo>
                  <a:lnTo>
                    <a:pt x="3722" y="723"/>
                  </a:lnTo>
                  <a:lnTo>
                    <a:pt x="3720" y="733"/>
                  </a:lnTo>
                  <a:lnTo>
                    <a:pt x="3718" y="737"/>
                  </a:lnTo>
                  <a:lnTo>
                    <a:pt x="3717" y="741"/>
                  </a:lnTo>
                  <a:lnTo>
                    <a:pt x="3714" y="747"/>
                  </a:lnTo>
                  <a:lnTo>
                    <a:pt x="3710" y="751"/>
                  </a:lnTo>
                  <a:lnTo>
                    <a:pt x="3705" y="753"/>
                  </a:lnTo>
                  <a:lnTo>
                    <a:pt x="3700" y="753"/>
                  </a:lnTo>
                  <a:lnTo>
                    <a:pt x="3694" y="753"/>
                  </a:lnTo>
                  <a:lnTo>
                    <a:pt x="3692" y="751"/>
                  </a:lnTo>
                  <a:lnTo>
                    <a:pt x="3690" y="749"/>
                  </a:lnTo>
                  <a:lnTo>
                    <a:pt x="3688" y="747"/>
                  </a:lnTo>
                  <a:lnTo>
                    <a:pt x="3686" y="745"/>
                  </a:lnTo>
                  <a:lnTo>
                    <a:pt x="3684" y="741"/>
                  </a:lnTo>
                  <a:lnTo>
                    <a:pt x="3683" y="739"/>
                  </a:lnTo>
                  <a:lnTo>
                    <a:pt x="3680" y="731"/>
                  </a:lnTo>
                  <a:lnTo>
                    <a:pt x="3678" y="721"/>
                  </a:lnTo>
                  <a:lnTo>
                    <a:pt x="3676" y="709"/>
                  </a:lnTo>
                  <a:lnTo>
                    <a:pt x="3674" y="695"/>
                  </a:lnTo>
                  <a:lnTo>
                    <a:pt x="3621" y="313"/>
                  </a:lnTo>
                  <a:lnTo>
                    <a:pt x="3619" y="305"/>
                  </a:lnTo>
                  <a:lnTo>
                    <a:pt x="3618" y="305"/>
                  </a:lnTo>
                  <a:lnTo>
                    <a:pt x="3617" y="305"/>
                  </a:lnTo>
                  <a:lnTo>
                    <a:pt x="3615" y="305"/>
                  </a:lnTo>
                  <a:lnTo>
                    <a:pt x="3614" y="313"/>
                  </a:lnTo>
                  <a:lnTo>
                    <a:pt x="3560" y="695"/>
                  </a:lnTo>
                  <a:lnTo>
                    <a:pt x="3556" y="721"/>
                  </a:lnTo>
                  <a:lnTo>
                    <a:pt x="3554" y="731"/>
                  </a:lnTo>
                  <a:lnTo>
                    <a:pt x="3552" y="739"/>
                  </a:lnTo>
                  <a:lnTo>
                    <a:pt x="3548" y="745"/>
                  </a:lnTo>
                  <a:lnTo>
                    <a:pt x="3545" y="749"/>
                  </a:lnTo>
                  <a:lnTo>
                    <a:pt x="3540" y="753"/>
                  </a:lnTo>
                  <a:lnTo>
                    <a:pt x="3535" y="753"/>
                  </a:lnTo>
                  <a:lnTo>
                    <a:pt x="3529" y="753"/>
                  </a:lnTo>
                  <a:lnTo>
                    <a:pt x="3525" y="751"/>
                  </a:lnTo>
                  <a:lnTo>
                    <a:pt x="3521" y="747"/>
                  </a:lnTo>
                  <a:lnTo>
                    <a:pt x="3517" y="741"/>
                  </a:lnTo>
                  <a:lnTo>
                    <a:pt x="3516" y="737"/>
                  </a:lnTo>
                  <a:lnTo>
                    <a:pt x="3515" y="733"/>
                  </a:lnTo>
                  <a:lnTo>
                    <a:pt x="3513" y="729"/>
                  </a:lnTo>
                  <a:lnTo>
                    <a:pt x="3512" y="723"/>
                  </a:lnTo>
                  <a:lnTo>
                    <a:pt x="3510" y="713"/>
                  </a:lnTo>
                  <a:lnTo>
                    <a:pt x="3508" y="699"/>
                  </a:lnTo>
                  <a:lnTo>
                    <a:pt x="3452" y="232"/>
                  </a:lnTo>
                  <a:lnTo>
                    <a:pt x="3452" y="228"/>
                  </a:lnTo>
                  <a:lnTo>
                    <a:pt x="3452" y="222"/>
                  </a:lnTo>
                  <a:lnTo>
                    <a:pt x="3452" y="218"/>
                  </a:lnTo>
                  <a:lnTo>
                    <a:pt x="3453" y="216"/>
                  </a:lnTo>
                  <a:lnTo>
                    <a:pt x="3454" y="212"/>
                  </a:lnTo>
                  <a:lnTo>
                    <a:pt x="3456" y="210"/>
                  </a:lnTo>
                  <a:lnTo>
                    <a:pt x="3458" y="208"/>
                  </a:lnTo>
                  <a:lnTo>
                    <a:pt x="3461" y="208"/>
                  </a:lnTo>
                  <a:lnTo>
                    <a:pt x="3467" y="208"/>
                  </a:lnTo>
                  <a:lnTo>
                    <a:pt x="3470" y="212"/>
                  </a:lnTo>
                  <a:lnTo>
                    <a:pt x="3471" y="216"/>
                  </a:lnTo>
                  <a:lnTo>
                    <a:pt x="3472" y="222"/>
                  </a:lnTo>
                  <a:lnTo>
                    <a:pt x="3528" y="689"/>
                  </a:lnTo>
                  <a:lnTo>
                    <a:pt x="3530" y="703"/>
                  </a:lnTo>
                  <a:lnTo>
                    <a:pt x="3531" y="711"/>
                  </a:lnTo>
                  <a:lnTo>
                    <a:pt x="3533" y="713"/>
                  </a:lnTo>
                  <a:lnTo>
                    <a:pt x="3535" y="713"/>
                  </a:lnTo>
                  <a:lnTo>
                    <a:pt x="3536" y="713"/>
                  </a:lnTo>
                  <a:lnTo>
                    <a:pt x="3538" y="709"/>
                  </a:lnTo>
                  <a:lnTo>
                    <a:pt x="3539" y="703"/>
                  </a:lnTo>
                  <a:lnTo>
                    <a:pt x="3541" y="689"/>
                  </a:lnTo>
                  <a:lnTo>
                    <a:pt x="3596" y="301"/>
                  </a:lnTo>
                  <a:lnTo>
                    <a:pt x="3597" y="294"/>
                  </a:lnTo>
                  <a:lnTo>
                    <a:pt x="3599" y="286"/>
                  </a:lnTo>
                  <a:lnTo>
                    <a:pt x="3601" y="280"/>
                  </a:lnTo>
                  <a:lnTo>
                    <a:pt x="3604" y="274"/>
                  </a:lnTo>
                  <a:lnTo>
                    <a:pt x="3607" y="270"/>
                  </a:lnTo>
                  <a:lnTo>
                    <a:pt x="3610" y="268"/>
                  </a:lnTo>
                  <a:lnTo>
                    <a:pt x="3614" y="266"/>
                  </a:lnTo>
                  <a:lnTo>
                    <a:pt x="3617" y="266"/>
                  </a:lnTo>
                  <a:lnTo>
                    <a:pt x="3621" y="266"/>
                  </a:lnTo>
                  <a:lnTo>
                    <a:pt x="3624" y="268"/>
                  </a:lnTo>
                  <a:lnTo>
                    <a:pt x="3627" y="270"/>
                  </a:lnTo>
                  <a:lnTo>
                    <a:pt x="3630" y="274"/>
                  </a:lnTo>
                  <a:lnTo>
                    <a:pt x="3633" y="280"/>
                  </a:lnTo>
                  <a:lnTo>
                    <a:pt x="3634" y="282"/>
                  </a:lnTo>
                  <a:lnTo>
                    <a:pt x="3635" y="286"/>
                  </a:lnTo>
                  <a:lnTo>
                    <a:pt x="3637" y="294"/>
                  </a:lnTo>
                  <a:lnTo>
                    <a:pt x="3639" y="301"/>
                  </a:lnTo>
                  <a:lnTo>
                    <a:pt x="3693" y="689"/>
                  </a:lnTo>
                  <a:lnTo>
                    <a:pt x="3695" y="703"/>
                  </a:lnTo>
                  <a:lnTo>
                    <a:pt x="3696" y="707"/>
                  </a:lnTo>
                  <a:lnTo>
                    <a:pt x="3697" y="709"/>
                  </a:lnTo>
                  <a:lnTo>
                    <a:pt x="3698" y="713"/>
                  </a:lnTo>
                  <a:lnTo>
                    <a:pt x="3700" y="713"/>
                  </a:lnTo>
                  <a:lnTo>
                    <a:pt x="3701" y="713"/>
                  </a:lnTo>
                  <a:lnTo>
                    <a:pt x="3702" y="713"/>
                  </a:lnTo>
                  <a:lnTo>
                    <a:pt x="3703" y="711"/>
                  </a:lnTo>
                  <a:lnTo>
                    <a:pt x="3704" y="707"/>
                  </a:lnTo>
                  <a:lnTo>
                    <a:pt x="3705" y="703"/>
                  </a:lnTo>
                  <a:lnTo>
                    <a:pt x="3707" y="689"/>
                  </a:lnTo>
                  <a:lnTo>
                    <a:pt x="3761" y="222"/>
                  </a:lnTo>
                  <a:lnTo>
                    <a:pt x="3762" y="216"/>
                  </a:lnTo>
                  <a:lnTo>
                    <a:pt x="3763" y="212"/>
                  </a:lnTo>
                  <a:lnTo>
                    <a:pt x="3764" y="210"/>
                  </a:lnTo>
                  <a:lnTo>
                    <a:pt x="3766" y="208"/>
                  </a:lnTo>
                  <a:lnTo>
                    <a:pt x="3767" y="208"/>
                  </a:lnTo>
                  <a:lnTo>
                    <a:pt x="3769" y="208"/>
                  </a:lnTo>
                  <a:lnTo>
                    <a:pt x="3773" y="208"/>
                  </a:lnTo>
                  <a:lnTo>
                    <a:pt x="3777" y="210"/>
                  </a:lnTo>
                  <a:lnTo>
                    <a:pt x="3779" y="212"/>
                  </a:lnTo>
                  <a:lnTo>
                    <a:pt x="3781" y="214"/>
                  </a:lnTo>
                  <a:lnTo>
                    <a:pt x="3782" y="218"/>
                  </a:lnTo>
                  <a:lnTo>
                    <a:pt x="3782" y="222"/>
                  </a:lnTo>
                  <a:lnTo>
                    <a:pt x="3781" y="232"/>
                  </a:lnTo>
                  <a:lnTo>
                    <a:pt x="3726" y="699"/>
                  </a:lnTo>
                  <a:close/>
                  <a:moveTo>
                    <a:pt x="3953" y="753"/>
                  </a:moveTo>
                  <a:lnTo>
                    <a:pt x="3940" y="753"/>
                  </a:lnTo>
                  <a:lnTo>
                    <a:pt x="3934" y="751"/>
                  </a:lnTo>
                  <a:lnTo>
                    <a:pt x="3929" y="749"/>
                  </a:lnTo>
                  <a:lnTo>
                    <a:pt x="3918" y="745"/>
                  </a:lnTo>
                  <a:lnTo>
                    <a:pt x="3908" y="737"/>
                  </a:lnTo>
                  <a:lnTo>
                    <a:pt x="3903" y="733"/>
                  </a:lnTo>
                  <a:lnTo>
                    <a:pt x="3898" y="729"/>
                  </a:lnTo>
                  <a:lnTo>
                    <a:pt x="3890" y="717"/>
                  </a:lnTo>
                  <a:lnTo>
                    <a:pt x="3882" y="705"/>
                  </a:lnTo>
                  <a:lnTo>
                    <a:pt x="3875" y="689"/>
                  </a:lnTo>
                  <a:lnTo>
                    <a:pt x="3872" y="683"/>
                  </a:lnTo>
                  <a:lnTo>
                    <a:pt x="3869" y="673"/>
                  </a:lnTo>
                  <a:lnTo>
                    <a:pt x="3866" y="665"/>
                  </a:lnTo>
                  <a:lnTo>
                    <a:pt x="3864" y="655"/>
                  </a:lnTo>
                  <a:lnTo>
                    <a:pt x="3859" y="635"/>
                  </a:lnTo>
                  <a:lnTo>
                    <a:pt x="3856" y="615"/>
                  </a:lnTo>
                  <a:lnTo>
                    <a:pt x="3853" y="591"/>
                  </a:lnTo>
                  <a:lnTo>
                    <a:pt x="3851" y="567"/>
                  </a:lnTo>
                  <a:lnTo>
                    <a:pt x="3850" y="541"/>
                  </a:lnTo>
                  <a:lnTo>
                    <a:pt x="3849" y="513"/>
                  </a:lnTo>
                  <a:lnTo>
                    <a:pt x="3849" y="443"/>
                  </a:lnTo>
                  <a:lnTo>
                    <a:pt x="3850" y="415"/>
                  </a:lnTo>
                  <a:lnTo>
                    <a:pt x="3851" y="389"/>
                  </a:lnTo>
                  <a:lnTo>
                    <a:pt x="3853" y="363"/>
                  </a:lnTo>
                  <a:lnTo>
                    <a:pt x="3856" y="341"/>
                  </a:lnTo>
                  <a:lnTo>
                    <a:pt x="3857" y="329"/>
                  </a:lnTo>
                  <a:lnTo>
                    <a:pt x="3859" y="319"/>
                  </a:lnTo>
                  <a:lnTo>
                    <a:pt x="3861" y="309"/>
                  </a:lnTo>
                  <a:lnTo>
                    <a:pt x="3864" y="300"/>
                  </a:lnTo>
                  <a:lnTo>
                    <a:pt x="3866" y="290"/>
                  </a:lnTo>
                  <a:lnTo>
                    <a:pt x="3869" y="282"/>
                  </a:lnTo>
                  <a:lnTo>
                    <a:pt x="3875" y="266"/>
                  </a:lnTo>
                  <a:lnTo>
                    <a:pt x="3882" y="252"/>
                  </a:lnTo>
                  <a:lnTo>
                    <a:pt x="3886" y="244"/>
                  </a:lnTo>
                  <a:lnTo>
                    <a:pt x="3890" y="238"/>
                  </a:lnTo>
                  <a:lnTo>
                    <a:pt x="3898" y="228"/>
                  </a:lnTo>
                  <a:lnTo>
                    <a:pt x="3903" y="222"/>
                  </a:lnTo>
                  <a:lnTo>
                    <a:pt x="3908" y="218"/>
                  </a:lnTo>
                  <a:lnTo>
                    <a:pt x="3918" y="212"/>
                  </a:lnTo>
                  <a:lnTo>
                    <a:pt x="3929" y="206"/>
                  </a:lnTo>
                  <a:lnTo>
                    <a:pt x="3934" y="204"/>
                  </a:lnTo>
                  <a:lnTo>
                    <a:pt x="3940" y="204"/>
                  </a:lnTo>
                  <a:lnTo>
                    <a:pt x="3953" y="202"/>
                  </a:lnTo>
                  <a:lnTo>
                    <a:pt x="3965" y="204"/>
                  </a:lnTo>
                  <a:lnTo>
                    <a:pt x="3971" y="204"/>
                  </a:lnTo>
                  <a:lnTo>
                    <a:pt x="3977" y="206"/>
                  </a:lnTo>
                  <a:lnTo>
                    <a:pt x="3988" y="212"/>
                  </a:lnTo>
                  <a:lnTo>
                    <a:pt x="3998" y="218"/>
                  </a:lnTo>
                  <a:lnTo>
                    <a:pt x="4003" y="222"/>
                  </a:lnTo>
                  <a:lnTo>
                    <a:pt x="4007" y="228"/>
                  </a:lnTo>
                  <a:lnTo>
                    <a:pt x="4016" y="238"/>
                  </a:lnTo>
                  <a:lnTo>
                    <a:pt x="4024" y="252"/>
                  </a:lnTo>
                  <a:lnTo>
                    <a:pt x="4031" y="266"/>
                  </a:lnTo>
                  <a:lnTo>
                    <a:pt x="4034" y="274"/>
                  </a:lnTo>
                  <a:lnTo>
                    <a:pt x="4037" y="282"/>
                  </a:lnTo>
                  <a:lnTo>
                    <a:pt x="4039" y="290"/>
                  </a:lnTo>
                  <a:lnTo>
                    <a:pt x="4042" y="300"/>
                  </a:lnTo>
                  <a:lnTo>
                    <a:pt x="4046" y="319"/>
                  </a:lnTo>
                  <a:lnTo>
                    <a:pt x="4050" y="341"/>
                  </a:lnTo>
                  <a:lnTo>
                    <a:pt x="4053" y="363"/>
                  </a:lnTo>
                  <a:lnTo>
                    <a:pt x="4055" y="389"/>
                  </a:lnTo>
                  <a:lnTo>
                    <a:pt x="4056" y="415"/>
                  </a:lnTo>
                  <a:lnTo>
                    <a:pt x="4057" y="443"/>
                  </a:lnTo>
                  <a:lnTo>
                    <a:pt x="4057" y="513"/>
                  </a:lnTo>
                  <a:lnTo>
                    <a:pt x="4056" y="541"/>
                  </a:lnTo>
                  <a:lnTo>
                    <a:pt x="4055" y="567"/>
                  </a:lnTo>
                  <a:lnTo>
                    <a:pt x="4053" y="591"/>
                  </a:lnTo>
                  <a:lnTo>
                    <a:pt x="4050" y="615"/>
                  </a:lnTo>
                  <a:lnTo>
                    <a:pt x="4048" y="625"/>
                  </a:lnTo>
                  <a:lnTo>
                    <a:pt x="4046" y="635"/>
                  </a:lnTo>
                  <a:lnTo>
                    <a:pt x="4044" y="645"/>
                  </a:lnTo>
                  <a:lnTo>
                    <a:pt x="4042" y="655"/>
                  </a:lnTo>
                  <a:lnTo>
                    <a:pt x="4039" y="665"/>
                  </a:lnTo>
                  <a:lnTo>
                    <a:pt x="4037" y="673"/>
                  </a:lnTo>
                  <a:lnTo>
                    <a:pt x="4031" y="689"/>
                  </a:lnTo>
                  <a:lnTo>
                    <a:pt x="4024" y="705"/>
                  </a:lnTo>
                  <a:lnTo>
                    <a:pt x="4020" y="711"/>
                  </a:lnTo>
                  <a:lnTo>
                    <a:pt x="4016" y="717"/>
                  </a:lnTo>
                  <a:lnTo>
                    <a:pt x="4007" y="729"/>
                  </a:lnTo>
                  <a:lnTo>
                    <a:pt x="4003" y="733"/>
                  </a:lnTo>
                  <a:lnTo>
                    <a:pt x="3998" y="737"/>
                  </a:lnTo>
                  <a:lnTo>
                    <a:pt x="3988" y="745"/>
                  </a:lnTo>
                  <a:lnTo>
                    <a:pt x="3977" y="749"/>
                  </a:lnTo>
                  <a:lnTo>
                    <a:pt x="3971" y="751"/>
                  </a:lnTo>
                  <a:lnTo>
                    <a:pt x="3965" y="753"/>
                  </a:lnTo>
                  <a:lnTo>
                    <a:pt x="3953" y="753"/>
                  </a:lnTo>
                  <a:close/>
                  <a:moveTo>
                    <a:pt x="4034" y="443"/>
                  </a:moveTo>
                  <a:lnTo>
                    <a:pt x="4034" y="419"/>
                  </a:lnTo>
                  <a:lnTo>
                    <a:pt x="4033" y="397"/>
                  </a:lnTo>
                  <a:lnTo>
                    <a:pt x="4033" y="387"/>
                  </a:lnTo>
                  <a:lnTo>
                    <a:pt x="4032" y="377"/>
                  </a:lnTo>
                  <a:lnTo>
                    <a:pt x="4030" y="359"/>
                  </a:lnTo>
                  <a:lnTo>
                    <a:pt x="4027" y="341"/>
                  </a:lnTo>
                  <a:lnTo>
                    <a:pt x="4024" y="323"/>
                  </a:lnTo>
                  <a:lnTo>
                    <a:pt x="4020" y="309"/>
                  </a:lnTo>
                  <a:lnTo>
                    <a:pt x="4016" y="296"/>
                  </a:lnTo>
                  <a:lnTo>
                    <a:pt x="4011" y="284"/>
                  </a:lnTo>
                  <a:lnTo>
                    <a:pt x="4008" y="278"/>
                  </a:lnTo>
                  <a:lnTo>
                    <a:pt x="4005" y="272"/>
                  </a:lnTo>
                  <a:lnTo>
                    <a:pt x="3998" y="264"/>
                  </a:lnTo>
                  <a:lnTo>
                    <a:pt x="3994" y="260"/>
                  </a:lnTo>
                  <a:lnTo>
                    <a:pt x="3990" y="256"/>
                  </a:lnTo>
                  <a:lnTo>
                    <a:pt x="3986" y="252"/>
                  </a:lnTo>
                  <a:lnTo>
                    <a:pt x="3982" y="250"/>
                  </a:lnTo>
                  <a:lnTo>
                    <a:pt x="3973" y="246"/>
                  </a:lnTo>
                  <a:lnTo>
                    <a:pt x="3963" y="242"/>
                  </a:lnTo>
                  <a:lnTo>
                    <a:pt x="3953" y="242"/>
                  </a:lnTo>
                  <a:lnTo>
                    <a:pt x="3942" y="242"/>
                  </a:lnTo>
                  <a:lnTo>
                    <a:pt x="3932" y="246"/>
                  </a:lnTo>
                  <a:lnTo>
                    <a:pt x="3928" y="248"/>
                  </a:lnTo>
                  <a:lnTo>
                    <a:pt x="3923" y="250"/>
                  </a:lnTo>
                  <a:lnTo>
                    <a:pt x="3915" y="256"/>
                  </a:lnTo>
                  <a:lnTo>
                    <a:pt x="3908" y="264"/>
                  </a:lnTo>
                  <a:lnTo>
                    <a:pt x="3901" y="272"/>
                  </a:lnTo>
                  <a:lnTo>
                    <a:pt x="3895" y="284"/>
                  </a:lnTo>
                  <a:lnTo>
                    <a:pt x="3890" y="296"/>
                  </a:lnTo>
                  <a:lnTo>
                    <a:pt x="3888" y="301"/>
                  </a:lnTo>
                  <a:lnTo>
                    <a:pt x="3885" y="309"/>
                  </a:lnTo>
                  <a:lnTo>
                    <a:pt x="3882" y="323"/>
                  </a:lnTo>
                  <a:lnTo>
                    <a:pt x="3878" y="341"/>
                  </a:lnTo>
                  <a:lnTo>
                    <a:pt x="3876" y="359"/>
                  </a:lnTo>
                  <a:lnTo>
                    <a:pt x="3874" y="377"/>
                  </a:lnTo>
                  <a:lnTo>
                    <a:pt x="3872" y="397"/>
                  </a:lnTo>
                  <a:lnTo>
                    <a:pt x="3872" y="409"/>
                  </a:lnTo>
                  <a:lnTo>
                    <a:pt x="3872" y="419"/>
                  </a:lnTo>
                  <a:lnTo>
                    <a:pt x="3871" y="443"/>
                  </a:lnTo>
                  <a:lnTo>
                    <a:pt x="3871" y="513"/>
                  </a:lnTo>
                  <a:lnTo>
                    <a:pt x="3872" y="535"/>
                  </a:lnTo>
                  <a:lnTo>
                    <a:pt x="3872" y="557"/>
                  </a:lnTo>
                  <a:lnTo>
                    <a:pt x="3873" y="567"/>
                  </a:lnTo>
                  <a:lnTo>
                    <a:pt x="3874" y="577"/>
                  </a:lnTo>
                  <a:lnTo>
                    <a:pt x="3876" y="597"/>
                  </a:lnTo>
                  <a:lnTo>
                    <a:pt x="3878" y="615"/>
                  </a:lnTo>
                  <a:lnTo>
                    <a:pt x="3882" y="631"/>
                  </a:lnTo>
                  <a:lnTo>
                    <a:pt x="3885" y="645"/>
                  </a:lnTo>
                  <a:lnTo>
                    <a:pt x="3890" y="659"/>
                  </a:lnTo>
                  <a:lnTo>
                    <a:pt x="3895" y="673"/>
                  </a:lnTo>
                  <a:lnTo>
                    <a:pt x="3898" y="677"/>
                  </a:lnTo>
                  <a:lnTo>
                    <a:pt x="3901" y="683"/>
                  </a:lnTo>
                  <a:lnTo>
                    <a:pt x="3908" y="693"/>
                  </a:lnTo>
                  <a:lnTo>
                    <a:pt x="3911" y="697"/>
                  </a:lnTo>
                  <a:lnTo>
                    <a:pt x="3915" y="699"/>
                  </a:lnTo>
                  <a:lnTo>
                    <a:pt x="3919" y="703"/>
                  </a:lnTo>
                  <a:lnTo>
                    <a:pt x="3923" y="707"/>
                  </a:lnTo>
                  <a:lnTo>
                    <a:pt x="3932" y="711"/>
                  </a:lnTo>
                  <a:lnTo>
                    <a:pt x="3942" y="713"/>
                  </a:lnTo>
                  <a:lnTo>
                    <a:pt x="3953" y="713"/>
                  </a:lnTo>
                  <a:lnTo>
                    <a:pt x="3963" y="713"/>
                  </a:lnTo>
                  <a:lnTo>
                    <a:pt x="3973" y="711"/>
                  </a:lnTo>
                  <a:lnTo>
                    <a:pt x="3978" y="709"/>
                  </a:lnTo>
                  <a:lnTo>
                    <a:pt x="3982" y="707"/>
                  </a:lnTo>
                  <a:lnTo>
                    <a:pt x="3990" y="699"/>
                  </a:lnTo>
                  <a:lnTo>
                    <a:pt x="3998" y="693"/>
                  </a:lnTo>
                  <a:lnTo>
                    <a:pt x="4005" y="683"/>
                  </a:lnTo>
                  <a:lnTo>
                    <a:pt x="4011" y="673"/>
                  </a:lnTo>
                  <a:lnTo>
                    <a:pt x="4016" y="659"/>
                  </a:lnTo>
                  <a:lnTo>
                    <a:pt x="4018" y="653"/>
                  </a:lnTo>
                  <a:lnTo>
                    <a:pt x="4020" y="645"/>
                  </a:lnTo>
                  <a:lnTo>
                    <a:pt x="4024" y="631"/>
                  </a:lnTo>
                  <a:lnTo>
                    <a:pt x="4027" y="615"/>
                  </a:lnTo>
                  <a:lnTo>
                    <a:pt x="4030" y="597"/>
                  </a:lnTo>
                  <a:lnTo>
                    <a:pt x="4032" y="577"/>
                  </a:lnTo>
                  <a:lnTo>
                    <a:pt x="4033" y="557"/>
                  </a:lnTo>
                  <a:lnTo>
                    <a:pt x="4034" y="547"/>
                  </a:lnTo>
                  <a:lnTo>
                    <a:pt x="4034" y="535"/>
                  </a:lnTo>
                  <a:lnTo>
                    <a:pt x="4034" y="513"/>
                  </a:lnTo>
                  <a:lnTo>
                    <a:pt x="4034" y="443"/>
                  </a:lnTo>
                  <a:close/>
                  <a:moveTo>
                    <a:pt x="4237" y="242"/>
                  </a:moveTo>
                  <a:lnTo>
                    <a:pt x="4230" y="242"/>
                  </a:lnTo>
                  <a:lnTo>
                    <a:pt x="4222" y="244"/>
                  </a:lnTo>
                  <a:lnTo>
                    <a:pt x="4215" y="246"/>
                  </a:lnTo>
                  <a:lnTo>
                    <a:pt x="4206" y="250"/>
                  </a:lnTo>
                  <a:lnTo>
                    <a:pt x="4197" y="258"/>
                  </a:lnTo>
                  <a:lnTo>
                    <a:pt x="4188" y="266"/>
                  </a:lnTo>
                  <a:lnTo>
                    <a:pt x="4178" y="276"/>
                  </a:lnTo>
                  <a:lnTo>
                    <a:pt x="4167" y="288"/>
                  </a:lnTo>
                  <a:lnTo>
                    <a:pt x="4167" y="729"/>
                  </a:lnTo>
                  <a:lnTo>
                    <a:pt x="4167" y="731"/>
                  </a:lnTo>
                  <a:lnTo>
                    <a:pt x="4167" y="735"/>
                  </a:lnTo>
                  <a:lnTo>
                    <a:pt x="4164" y="741"/>
                  </a:lnTo>
                  <a:lnTo>
                    <a:pt x="4161" y="745"/>
                  </a:lnTo>
                  <a:lnTo>
                    <a:pt x="4158" y="747"/>
                  </a:lnTo>
                  <a:lnTo>
                    <a:pt x="4155" y="747"/>
                  </a:lnTo>
                  <a:lnTo>
                    <a:pt x="4152" y="745"/>
                  </a:lnTo>
                  <a:lnTo>
                    <a:pt x="4147" y="741"/>
                  </a:lnTo>
                  <a:lnTo>
                    <a:pt x="4145" y="735"/>
                  </a:lnTo>
                  <a:lnTo>
                    <a:pt x="4144" y="729"/>
                  </a:lnTo>
                  <a:lnTo>
                    <a:pt x="4144" y="228"/>
                  </a:lnTo>
                  <a:lnTo>
                    <a:pt x="4144" y="224"/>
                  </a:lnTo>
                  <a:lnTo>
                    <a:pt x="4145" y="220"/>
                  </a:lnTo>
                  <a:lnTo>
                    <a:pt x="4147" y="214"/>
                  </a:lnTo>
                  <a:lnTo>
                    <a:pt x="4149" y="210"/>
                  </a:lnTo>
                  <a:lnTo>
                    <a:pt x="4150" y="210"/>
                  </a:lnTo>
                  <a:lnTo>
                    <a:pt x="4152" y="208"/>
                  </a:lnTo>
                  <a:lnTo>
                    <a:pt x="4154" y="208"/>
                  </a:lnTo>
                  <a:lnTo>
                    <a:pt x="4158" y="208"/>
                  </a:lnTo>
                  <a:lnTo>
                    <a:pt x="4160" y="208"/>
                  </a:lnTo>
                  <a:lnTo>
                    <a:pt x="4162" y="210"/>
                  </a:lnTo>
                  <a:lnTo>
                    <a:pt x="4164" y="210"/>
                  </a:lnTo>
                  <a:lnTo>
                    <a:pt x="4165" y="214"/>
                  </a:lnTo>
                  <a:lnTo>
                    <a:pt x="4166" y="216"/>
                  </a:lnTo>
                  <a:lnTo>
                    <a:pt x="4167" y="220"/>
                  </a:lnTo>
                  <a:lnTo>
                    <a:pt x="4167" y="224"/>
                  </a:lnTo>
                  <a:lnTo>
                    <a:pt x="4167" y="228"/>
                  </a:lnTo>
                  <a:lnTo>
                    <a:pt x="4167" y="248"/>
                  </a:lnTo>
                  <a:lnTo>
                    <a:pt x="4177" y="238"/>
                  </a:lnTo>
                  <a:lnTo>
                    <a:pt x="4181" y="232"/>
                  </a:lnTo>
                  <a:lnTo>
                    <a:pt x="4186" y="228"/>
                  </a:lnTo>
                  <a:lnTo>
                    <a:pt x="4194" y="220"/>
                  </a:lnTo>
                  <a:lnTo>
                    <a:pt x="4203" y="214"/>
                  </a:lnTo>
                  <a:lnTo>
                    <a:pt x="4211" y="208"/>
                  </a:lnTo>
                  <a:lnTo>
                    <a:pt x="4220" y="206"/>
                  </a:lnTo>
                  <a:lnTo>
                    <a:pt x="4228" y="204"/>
                  </a:lnTo>
                  <a:lnTo>
                    <a:pt x="4237" y="202"/>
                  </a:lnTo>
                  <a:lnTo>
                    <a:pt x="4243" y="204"/>
                  </a:lnTo>
                  <a:lnTo>
                    <a:pt x="4245" y="204"/>
                  </a:lnTo>
                  <a:lnTo>
                    <a:pt x="4247" y="206"/>
                  </a:lnTo>
                  <a:lnTo>
                    <a:pt x="4249" y="208"/>
                  </a:lnTo>
                  <a:lnTo>
                    <a:pt x="4250" y="210"/>
                  </a:lnTo>
                  <a:lnTo>
                    <a:pt x="4251" y="214"/>
                  </a:lnTo>
                  <a:lnTo>
                    <a:pt x="4251" y="218"/>
                  </a:lnTo>
                  <a:lnTo>
                    <a:pt x="4251" y="226"/>
                  </a:lnTo>
                  <a:lnTo>
                    <a:pt x="4251" y="230"/>
                  </a:lnTo>
                  <a:lnTo>
                    <a:pt x="4250" y="234"/>
                  </a:lnTo>
                  <a:lnTo>
                    <a:pt x="4249" y="236"/>
                  </a:lnTo>
                  <a:lnTo>
                    <a:pt x="4247" y="238"/>
                  </a:lnTo>
                  <a:lnTo>
                    <a:pt x="4243" y="242"/>
                  </a:lnTo>
                  <a:lnTo>
                    <a:pt x="4237" y="242"/>
                  </a:lnTo>
                  <a:close/>
                  <a:moveTo>
                    <a:pt x="4344" y="753"/>
                  </a:moveTo>
                  <a:lnTo>
                    <a:pt x="4339" y="753"/>
                  </a:lnTo>
                  <a:lnTo>
                    <a:pt x="4335" y="751"/>
                  </a:lnTo>
                  <a:lnTo>
                    <a:pt x="4333" y="747"/>
                  </a:lnTo>
                  <a:lnTo>
                    <a:pt x="4331" y="741"/>
                  </a:lnTo>
                  <a:lnTo>
                    <a:pt x="4330" y="735"/>
                  </a:lnTo>
                  <a:lnTo>
                    <a:pt x="4330" y="20"/>
                  </a:lnTo>
                  <a:lnTo>
                    <a:pt x="4331" y="16"/>
                  </a:lnTo>
                  <a:lnTo>
                    <a:pt x="4331" y="12"/>
                  </a:lnTo>
                  <a:lnTo>
                    <a:pt x="4333" y="6"/>
                  </a:lnTo>
                  <a:lnTo>
                    <a:pt x="4334" y="4"/>
                  </a:lnTo>
                  <a:lnTo>
                    <a:pt x="4335" y="2"/>
                  </a:lnTo>
                  <a:lnTo>
                    <a:pt x="4339" y="0"/>
                  </a:lnTo>
                  <a:lnTo>
                    <a:pt x="4344" y="0"/>
                  </a:lnTo>
                  <a:lnTo>
                    <a:pt x="4347" y="2"/>
                  </a:lnTo>
                  <a:lnTo>
                    <a:pt x="4350" y="6"/>
                  </a:lnTo>
                  <a:lnTo>
                    <a:pt x="4352" y="12"/>
                  </a:lnTo>
                  <a:lnTo>
                    <a:pt x="4353" y="20"/>
                  </a:lnTo>
                  <a:lnTo>
                    <a:pt x="4353" y="735"/>
                  </a:lnTo>
                  <a:lnTo>
                    <a:pt x="4352" y="737"/>
                  </a:lnTo>
                  <a:lnTo>
                    <a:pt x="4352" y="741"/>
                  </a:lnTo>
                  <a:lnTo>
                    <a:pt x="4350" y="747"/>
                  </a:lnTo>
                  <a:lnTo>
                    <a:pt x="4349" y="749"/>
                  </a:lnTo>
                  <a:lnTo>
                    <a:pt x="4347" y="751"/>
                  </a:lnTo>
                  <a:lnTo>
                    <a:pt x="4344" y="7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00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E42D6B06-3804-BC09-9BA8-381F8D5A25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9188" y="1992313"/>
              <a:ext cx="7424738" cy="1890713"/>
            </a:xfrm>
            <a:custGeom>
              <a:avLst/>
              <a:gdLst>
                <a:gd name="T0" fmla="*/ 3621 w 4677"/>
                <a:gd name="T1" fmla="*/ 1718 h 2381"/>
                <a:gd name="T2" fmla="*/ 3722 w 4677"/>
                <a:gd name="T3" fmla="*/ 1115 h 2381"/>
                <a:gd name="T4" fmla="*/ 3550 w 4677"/>
                <a:gd name="T5" fmla="*/ 549 h 2381"/>
                <a:gd name="T6" fmla="*/ 3192 w 4677"/>
                <a:gd name="T7" fmla="*/ 463 h 2381"/>
                <a:gd name="T8" fmla="*/ 2956 w 4677"/>
                <a:gd name="T9" fmla="*/ 927 h 2381"/>
                <a:gd name="T10" fmla="*/ 2980 w 4677"/>
                <a:gd name="T11" fmla="*/ 1566 h 2381"/>
                <a:gd name="T12" fmla="*/ 3268 w 4677"/>
                <a:gd name="T13" fmla="*/ 1966 h 2381"/>
                <a:gd name="T14" fmla="*/ 3592 w 4677"/>
                <a:gd name="T15" fmla="*/ 118 h 2381"/>
                <a:gd name="T16" fmla="*/ 3866 w 4677"/>
                <a:gd name="T17" fmla="*/ 623 h 2381"/>
                <a:gd name="T18" fmla="*/ 3937 w 4677"/>
                <a:gd name="T19" fmla="*/ 1313 h 2381"/>
                <a:gd name="T20" fmla="*/ 3826 w 4677"/>
                <a:gd name="T21" fmla="*/ 1880 h 2381"/>
                <a:gd name="T22" fmla="*/ 3493 w 4677"/>
                <a:gd name="T23" fmla="*/ 2335 h 2381"/>
                <a:gd name="T24" fmla="*/ 3087 w 4677"/>
                <a:gd name="T25" fmla="*/ 2287 h 2381"/>
                <a:gd name="T26" fmla="*/ 2817 w 4677"/>
                <a:gd name="T27" fmla="*/ 1856 h 2381"/>
                <a:gd name="T28" fmla="*/ 2713 w 4677"/>
                <a:gd name="T29" fmla="*/ 1129 h 2381"/>
                <a:gd name="T30" fmla="*/ 2808 w 4677"/>
                <a:gd name="T31" fmla="*/ 549 h 2381"/>
                <a:gd name="T32" fmla="*/ 3129 w 4677"/>
                <a:gd name="T33" fmla="*/ 64 h 2381"/>
                <a:gd name="T34" fmla="*/ 3421 w 4677"/>
                <a:gd name="T35" fmla="*/ 1049 h 2381"/>
                <a:gd name="T36" fmla="*/ 3421 w 4677"/>
                <a:gd name="T37" fmla="*/ 1333 h 2381"/>
                <a:gd name="T38" fmla="*/ 3242 w 4677"/>
                <a:gd name="T39" fmla="*/ 1349 h 2381"/>
                <a:gd name="T40" fmla="*/ 3228 w 4677"/>
                <a:gd name="T41" fmla="*/ 1067 h 2381"/>
                <a:gd name="T42" fmla="*/ 555 w 4677"/>
                <a:gd name="T43" fmla="*/ 1834 h 2381"/>
                <a:gd name="T44" fmla="*/ 612 w 4677"/>
                <a:gd name="T45" fmla="*/ 2108 h 2381"/>
                <a:gd name="T46" fmla="*/ 110 w 4677"/>
                <a:gd name="T47" fmla="*/ 2246 h 2381"/>
                <a:gd name="T48" fmla="*/ 1 w 4677"/>
                <a:gd name="T49" fmla="*/ 2038 h 2381"/>
                <a:gd name="T50" fmla="*/ 71 w 4677"/>
                <a:gd name="T51" fmla="*/ 248 h 2381"/>
                <a:gd name="T52" fmla="*/ 236 w 4677"/>
                <a:gd name="T53" fmla="*/ 362 h 2381"/>
                <a:gd name="T54" fmla="*/ 1549 w 4677"/>
                <a:gd name="T55" fmla="*/ 2130 h 2381"/>
                <a:gd name="T56" fmla="*/ 1385 w 4677"/>
                <a:gd name="T57" fmla="*/ 2230 h 2381"/>
                <a:gd name="T58" fmla="*/ 1267 w 4677"/>
                <a:gd name="T59" fmla="*/ 1802 h 2381"/>
                <a:gd name="T60" fmla="*/ 870 w 4677"/>
                <a:gd name="T61" fmla="*/ 1966 h 2381"/>
                <a:gd name="T62" fmla="*/ 737 w 4677"/>
                <a:gd name="T63" fmla="*/ 2254 h 2381"/>
                <a:gd name="T64" fmla="*/ 631 w 4677"/>
                <a:gd name="T65" fmla="*/ 2036 h 2381"/>
                <a:gd name="T66" fmla="*/ 983 w 4677"/>
                <a:gd name="T67" fmla="*/ 298 h 2381"/>
                <a:gd name="T68" fmla="*/ 1183 w 4677"/>
                <a:gd name="T69" fmla="*/ 270 h 2381"/>
                <a:gd name="T70" fmla="*/ 1518 w 4677"/>
                <a:gd name="T71" fmla="*/ 1800 h 2381"/>
                <a:gd name="T72" fmla="*/ 2713 w 4677"/>
                <a:gd name="T73" fmla="*/ 1772 h 2381"/>
                <a:gd name="T74" fmla="*/ 2756 w 4677"/>
                <a:gd name="T75" fmla="*/ 2192 h 2381"/>
                <a:gd name="T76" fmla="*/ 2601 w 4677"/>
                <a:gd name="T77" fmla="*/ 2212 h 2381"/>
                <a:gd name="T78" fmla="*/ 2295 w 4677"/>
                <a:gd name="T79" fmla="*/ 2116 h 2381"/>
                <a:gd name="T80" fmla="*/ 2171 w 4677"/>
                <a:gd name="T81" fmla="*/ 2254 h 2381"/>
                <a:gd name="T82" fmla="*/ 1817 w 4677"/>
                <a:gd name="T83" fmla="*/ 1908 h 2381"/>
                <a:gd name="T84" fmla="*/ 1699 w 4677"/>
                <a:gd name="T85" fmla="*/ 2250 h 2381"/>
                <a:gd name="T86" fmla="*/ 1571 w 4677"/>
                <a:gd name="T87" fmla="*/ 2070 h 2381"/>
                <a:gd name="T88" fmla="*/ 1737 w 4677"/>
                <a:gd name="T89" fmla="*/ 342 h 2381"/>
                <a:gd name="T90" fmla="*/ 1904 w 4677"/>
                <a:gd name="T91" fmla="*/ 254 h 2381"/>
                <a:gd name="T92" fmla="*/ 2358 w 4677"/>
                <a:gd name="T93" fmla="*/ 424 h 2381"/>
                <a:gd name="T94" fmla="*/ 2539 w 4677"/>
                <a:gd name="T95" fmla="*/ 248 h 2381"/>
                <a:gd name="T96" fmla="*/ 2653 w 4677"/>
                <a:gd name="T97" fmla="*/ 479 h 2381"/>
                <a:gd name="T98" fmla="*/ 4671 w 4677"/>
                <a:gd name="T99" fmla="*/ 1960 h 2381"/>
                <a:gd name="T100" fmla="*/ 4605 w 4677"/>
                <a:gd name="T101" fmla="*/ 2234 h 2381"/>
                <a:gd name="T102" fmla="*/ 4165 w 4677"/>
                <a:gd name="T103" fmla="*/ 1432 h 2381"/>
                <a:gd name="T104" fmla="*/ 4071 w 4677"/>
                <a:gd name="T105" fmla="*/ 2250 h 2381"/>
                <a:gd name="T106" fmla="*/ 3928 w 4677"/>
                <a:gd name="T107" fmla="*/ 2112 h 2381"/>
                <a:gd name="T108" fmla="*/ 4007 w 4677"/>
                <a:gd name="T109" fmla="*/ 1279 h 2381"/>
                <a:gd name="T110" fmla="*/ 3920 w 4677"/>
                <a:gd name="T111" fmla="*/ 539 h 2381"/>
                <a:gd name="T112" fmla="*/ 4023 w 4677"/>
                <a:gd name="T113" fmla="*/ 248 h 2381"/>
                <a:gd name="T114" fmla="*/ 4515 w 4677"/>
                <a:gd name="T115" fmla="*/ 336 h 2381"/>
                <a:gd name="T116" fmla="*/ 4656 w 4677"/>
                <a:gd name="T117" fmla="*/ 695 h 2381"/>
                <a:gd name="T118" fmla="*/ 4629 w 4677"/>
                <a:gd name="T119" fmla="*/ 1161 h 2381"/>
                <a:gd name="T120" fmla="*/ 4579 w 4677"/>
                <a:gd name="T121" fmla="*/ 1722 h 2381"/>
                <a:gd name="T122" fmla="*/ 4394 w 4677"/>
                <a:gd name="T123" fmla="*/ 1025 h 2381"/>
                <a:gd name="T124" fmla="*/ 4391 w 4677"/>
                <a:gd name="T125" fmla="*/ 711 h 2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77" h="2381">
                  <a:moveTo>
                    <a:pt x="3328" y="1974"/>
                  </a:moveTo>
                  <a:lnTo>
                    <a:pt x="3348" y="1974"/>
                  </a:lnTo>
                  <a:lnTo>
                    <a:pt x="3358" y="1972"/>
                  </a:lnTo>
                  <a:lnTo>
                    <a:pt x="3368" y="1970"/>
                  </a:lnTo>
                  <a:lnTo>
                    <a:pt x="3388" y="1966"/>
                  </a:lnTo>
                  <a:lnTo>
                    <a:pt x="3408" y="1958"/>
                  </a:lnTo>
                  <a:lnTo>
                    <a:pt x="3427" y="1950"/>
                  </a:lnTo>
                  <a:lnTo>
                    <a:pt x="3445" y="1940"/>
                  </a:lnTo>
                  <a:lnTo>
                    <a:pt x="3464" y="1926"/>
                  </a:lnTo>
                  <a:lnTo>
                    <a:pt x="3482" y="1912"/>
                  </a:lnTo>
                  <a:lnTo>
                    <a:pt x="3499" y="1898"/>
                  </a:lnTo>
                  <a:lnTo>
                    <a:pt x="3517" y="1880"/>
                  </a:lnTo>
                  <a:lnTo>
                    <a:pt x="3534" y="1862"/>
                  </a:lnTo>
                  <a:lnTo>
                    <a:pt x="3550" y="1840"/>
                  </a:lnTo>
                  <a:lnTo>
                    <a:pt x="3565" y="1820"/>
                  </a:lnTo>
                  <a:lnTo>
                    <a:pt x="3580" y="1796"/>
                  </a:lnTo>
                  <a:lnTo>
                    <a:pt x="3587" y="1784"/>
                  </a:lnTo>
                  <a:lnTo>
                    <a:pt x="3595" y="1772"/>
                  </a:lnTo>
                  <a:lnTo>
                    <a:pt x="3608" y="1746"/>
                  </a:lnTo>
                  <a:lnTo>
                    <a:pt x="3621" y="1718"/>
                  </a:lnTo>
                  <a:lnTo>
                    <a:pt x="3628" y="1704"/>
                  </a:lnTo>
                  <a:lnTo>
                    <a:pt x="3634" y="1690"/>
                  </a:lnTo>
                  <a:lnTo>
                    <a:pt x="3645" y="1660"/>
                  </a:lnTo>
                  <a:lnTo>
                    <a:pt x="3657" y="1630"/>
                  </a:lnTo>
                  <a:lnTo>
                    <a:pt x="3667" y="1598"/>
                  </a:lnTo>
                  <a:lnTo>
                    <a:pt x="3676" y="1566"/>
                  </a:lnTo>
                  <a:lnTo>
                    <a:pt x="3685" y="1532"/>
                  </a:lnTo>
                  <a:lnTo>
                    <a:pt x="3693" y="1498"/>
                  </a:lnTo>
                  <a:lnTo>
                    <a:pt x="3700" y="1462"/>
                  </a:lnTo>
                  <a:lnTo>
                    <a:pt x="3706" y="1426"/>
                  </a:lnTo>
                  <a:lnTo>
                    <a:pt x="3709" y="1408"/>
                  </a:lnTo>
                  <a:lnTo>
                    <a:pt x="3712" y="1390"/>
                  </a:lnTo>
                  <a:lnTo>
                    <a:pt x="3716" y="1353"/>
                  </a:lnTo>
                  <a:lnTo>
                    <a:pt x="3719" y="1313"/>
                  </a:lnTo>
                  <a:lnTo>
                    <a:pt x="3722" y="1275"/>
                  </a:lnTo>
                  <a:lnTo>
                    <a:pt x="3723" y="1235"/>
                  </a:lnTo>
                  <a:lnTo>
                    <a:pt x="3724" y="1195"/>
                  </a:lnTo>
                  <a:lnTo>
                    <a:pt x="3723" y="1155"/>
                  </a:lnTo>
                  <a:lnTo>
                    <a:pt x="3723" y="1135"/>
                  </a:lnTo>
                  <a:lnTo>
                    <a:pt x="3722" y="1115"/>
                  </a:lnTo>
                  <a:lnTo>
                    <a:pt x="3719" y="1077"/>
                  </a:lnTo>
                  <a:lnTo>
                    <a:pt x="3716" y="1037"/>
                  </a:lnTo>
                  <a:lnTo>
                    <a:pt x="3714" y="1019"/>
                  </a:lnTo>
                  <a:lnTo>
                    <a:pt x="3712" y="1001"/>
                  </a:lnTo>
                  <a:lnTo>
                    <a:pt x="3706" y="963"/>
                  </a:lnTo>
                  <a:lnTo>
                    <a:pt x="3700" y="927"/>
                  </a:lnTo>
                  <a:lnTo>
                    <a:pt x="3693" y="891"/>
                  </a:lnTo>
                  <a:lnTo>
                    <a:pt x="3685" y="857"/>
                  </a:lnTo>
                  <a:lnTo>
                    <a:pt x="3676" y="823"/>
                  </a:lnTo>
                  <a:lnTo>
                    <a:pt x="3667" y="791"/>
                  </a:lnTo>
                  <a:lnTo>
                    <a:pt x="3657" y="759"/>
                  </a:lnTo>
                  <a:lnTo>
                    <a:pt x="3645" y="729"/>
                  </a:lnTo>
                  <a:lnTo>
                    <a:pt x="3634" y="699"/>
                  </a:lnTo>
                  <a:lnTo>
                    <a:pt x="3621" y="671"/>
                  </a:lnTo>
                  <a:lnTo>
                    <a:pt x="3615" y="657"/>
                  </a:lnTo>
                  <a:lnTo>
                    <a:pt x="3608" y="643"/>
                  </a:lnTo>
                  <a:lnTo>
                    <a:pt x="3595" y="617"/>
                  </a:lnTo>
                  <a:lnTo>
                    <a:pt x="3580" y="593"/>
                  </a:lnTo>
                  <a:lnTo>
                    <a:pt x="3565" y="569"/>
                  </a:lnTo>
                  <a:lnTo>
                    <a:pt x="3550" y="549"/>
                  </a:lnTo>
                  <a:lnTo>
                    <a:pt x="3534" y="527"/>
                  </a:lnTo>
                  <a:lnTo>
                    <a:pt x="3517" y="509"/>
                  </a:lnTo>
                  <a:lnTo>
                    <a:pt x="3499" y="491"/>
                  </a:lnTo>
                  <a:lnTo>
                    <a:pt x="3482" y="477"/>
                  </a:lnTo>
                  <a:lnTo>
                    <a:pt x="3464" y="463"/>
                  </a:lnTo>
                  <a:lnTo>
                    <a:pt x="3445" y="451"/>
                  </a:lnTo>
                  <a:lnTo>
                    <a:pt x="3427" y="440"/>
                  </a:lnTo>
                  <a:lnTo>
                    <a:pt x="3408" y="432"/>
                  </a:lnTo>
                  <a:lnTo>
                    <a:pt x="3388" y="424"/>
                  </a:lnTo>
                  <a:lnTo>
                    <a:pt x="3368" y="420"/>
                  </a:lnTo>
                  <a:lnTo>
                    <a:pt x="3348" y="418"/>
                  </a:lnTo>
                  <a:lnTo>
                    <a:pt x="3328" y="416"/>
                  </a:lnTo>
                  <a:lnTo>
                    <a:pt x="3308" y="418"/>
                  </a:lnTo>
                  <a:lnTo>
                    <a:pt x="3298" y="418"/>
                  </a:lnTo>
                  <a:lnTo>
                    <a:pt x="3288" y="420"/>
                  </a:lnTo>
                  <a:lnTo>
                    <a:pt x="3268" y="424"/>
                  </a:lnTo>
                  <a:lnTo>
                    <a:pt x="3248" y="432"/>
                  </a:lnTo>
                  <a:lnTo>
                    <a:pt x="3229" y="440"/>
                  </a:lnTo>
                  <a:lnTo>
                    <a:pt x="3211" y="451"/>
                  </a:lnTo>
                  <a:lnTo>
                    <a:pt x="3192" y="463"/>
                  </a:lnTo>
                  <a:lnTo>
                    <a:pt x="3174" y="477"/>
                  </a:lnTo>
                  <a:lnTo>
                    <a:pt x="3156" y="491"/>
                  </a:lnTo>
                  <a:lnTo>
                    <a:pt x="3139" y="509"/>
                  </a:lnTo>
                  <a:lnTo>
                    <a:pt x="3122" y="527"/>
                  </a:lnTo>
                  <a:lnTo>
                    <a:pt x="3106" y="549"/>
                  </a:lnTo>
                  <a:lnTo>
                    <a:pt x="3091" y="569"/>
                  </a:lnTo>
                  <a:lnTo>
                    <a:pt x="3076" y="593"/>
                  </a:lnTo>
                  <a:lnTo>
                    <a:pt x="3069" y="605"/>
                  </a:lnTo>
                  <a:lnTo>
                    <a:pt x="3062" y="617"/>
                  </a:lnTo>
                  <a:lnTo>
                    <a:pt x="3048" y="643"/>
                  </a:lnTo>
                  <a:lnTo>
                    <a:pt x="3035" y="671"/>
                  </a:lnTo>
                  <a:lnTo>
                    <a:pt x="3029" y="685"/>
                  </a:lnTo>
                  <a:lnTo>
                    <a:pt x="3022" y="699"/>
                  </a:lnTo>
                  <a:lnTo>
                    <a:pt x="3011" y="729"/>
                  </a:lnTo>
                  <a:lnTo>
                    <a:pt x="3000" y="759"/>
                  </a:lnTo>
                  <a:lnTo>
                    <a:pt x="2989" y="791"/>
                  </a:lnTo>
                  <a:lnTo>
                    <a:pt x="2980" y="823"/>
                  </a:lnTo>
                  <a:lnTo>
                    <a:pt x="2971" y="857"/>
                  </a:lnTo>
                  <a:lnTo>
                    <a:pt x="2963" y="891"/>
                  </a:lnTo>
                  <a:lnTo>
                    <a:pt x="2956" y="927"/>
                  </a:lnTo>
                  <a:lnTo>
                    <a:pt x="2950" y="963"/>
                  </a:lnTo>
                  <a:lnTo>
                    <a:pt x="2947" y="981"/>
                  </a:lnTo>
                  <a:lnTo>
                    <a:pt x="2945" y="1001"/>
                  </a:lnTo>
                  <a:lnTo>
                    <a:pt x="2940" y="1037"/>
                  </a:lnTo>
                  <a:lnTo>
                    <a:pt x="2937" y="1077"/>
                  </a:lnTo>
                  <a:lnTo>
                    <a:pt x="2934" y="1115"/>
                  </a:lnTo>
                  <a:lnTo>
                    <a:pt x="2933" y="1155"/>
                  </a:lnTo>
                  <a:lnTo>
                    <a:pt x="2932" y="1195"/>
                  </a:lnTo>
                  <a:lnTo>
                    <a:pt x="2933" y="1235"/>
                  </a:lnTo>
                  <a:lnTo>
                    <a:pt x="2933" y="1255"/>
                  </a:lnTo>
                  <a:lnTo>
                    <a:pt x="2934" y="1275"/>
                  </a:lnTo>
                  <a:lnTo>
                    <a:pt x="2937" y="1313"/>
                  </a:lnTo>
                  <a:lnTo>
                    <a:pt x="2940" y="1353"/>
                  </a:lnTo>
                  <a:lnTo>
                    <a:pt x="2942" y="1370"/>
                  </a:lnTo>
                  <a:lnTo>
                    <a:pt x="2945" y="1390"/>
                  </a:lnTo>
                  <a:lnTo>
                    <a:pt x="2950" y="1426"/>
                  </a:lnTo>
                  <a:lnTo>
                    <a:pt x="2956" y="1462"/>
                  </a:lnTo>
                  <a:lnTo>
                    <a:pt x="2963" y="1498"/>
                  </a:lnTo>
                  <a:lnTo>
                    <a:pt x="2971" y="1532"/>
                  </a:lnTo>
                  <a:lnTo>
                    <a:pt x="2980" y="1566"/>
                  </a:lnTo>
                  <a:lnTo>
                    <a:pt x="2989" y="1598"/>
                  </a:lnTo>
                  <a:lnTo>
                    <a:pt x="3000" y="1630"/>
                  </a:lnTo>
                  <a:lnTo>
                    <a:pt x="3011" y="1660"/>
                  </a:lnTo>
                  <a:lnTo>
                    <a:pt x="3022" y="1690"/>
                  </a:lnTo>
                  <a:lnTo>
                    <a:pt x="3035" y="1718"/>
                  </a:lnTo>
                  <a:lnTo>
                    <a:pt x="3041" y="1732"/>
                  </a:lnTo>
                  <a:lnTo>
                    <a:pt x="3048" y="1746"/>
                  </a:lnTo>
                  <a:lnTo>
                    <a:pt x="3062" y="1772"/>
                  </a:lnTo>
                  <a:lnTo>
                    <a:pt x="3076" y="1796"/>
                  </a:lnTo>
                  <a:lnTo>
                    <a:pt x="3091" y="1820"/>
                  </a:lnTo>
                  <a:lnTo>
                    <a:pt x="3106" y="1840"/>
                  </a:lnTo>
                  <a:lnTo>
                    <a:pt x="3122" y="1862"/>
                  </a:lnTo>
                  <a:lnTo>
                    <a:pt x="3139" y="1880"/>
                  </a:lnTo>
                  <a:lnTo>
                    <a:pt x="3156" y="1898"/>
                  </a:lnTo>
                  <a:lnTo>
                    <a:pt x="3174" y="1912"/>
                  </a:lnTo>
                  <a:lnTo>
                    <a:pt x="3192" y="1926"/>
                  </a:lnTo>
                  <a:lnTo>
                    <a:pt x="3211" y="1940"/>
                  </a:lnTo>
                  <a:lnTo>
                    <a:pt x="3229" y="1950"/>
                  </a:lnTo>
                  <a:lnTo>
                    <a:pt x="3248" y="1958"/>
                  </a:lnTo>
                  <a:lnTo>
                    <a:pt x="3268" y="1966"/>
                  </a:lnTo>
                  <a:lnTo>
                    <a:pt x="3288" y="1970"/>
                  </a:lnTo>
                  <a:lnTo>
                    <a:pt x="3308" y="1974"/>
                  </a:lnTo>
                  <a:lnTo>
                    <a:pt x="3328" y="1974"/>
                  </a:lnTo>
                  <a:close/>
                  <a:moveTo>
                    <a:pt x="3326" y="0"/>
                  </a:moveTo>
                  <a:lnTo>
                    <a:pt x="3357" y="2"/>
                  </a:lnTo>
                  <a:lnTo>
                    <a:pt x="3373" y="4"/>
                  </a:lnTo>
                  <a:lnTo>
                    <a:pt x="3388" y="8"/>
                  </a:lnTo>
                  <a:lnTo>
                    <a:pt x="3404" y="10"/>
                  </a:lnTo>
                  <a:lnTo>
                    <a:pt x="3419" y="14"/>
                  </a:lnTo>
                  <a:lnTo>
                    <a:pt x="3434" y="20"/>
                  </a:lnTo>
                  <a:lnTo>
                    <a:pt x="3449" y="26"/>
                  </a:lnTo>
                  <a:lnTo>
                    <a:pt x="3464" y="32"/>
                  </a:lnTo>
                  <a:lnTo>
                    <a:pt x="3479" y="38"/>
                  </a:lnTo>
                  <a:lnTo>
                    <a:pt x="3493" y="46"/>
                  </a:lnTo>
                  <a:lnTo>
                    <a:pt x="3509" y="54"/>
                  </a:lnTo>
                  <a:lnTo>
                    <a:pt x="3537" y="74"/>
                  </a:lnTo>
                  <a:lnTo>
                    <a:pt x="3551" y="84"/>
                  </a:lnTo>
                  <a:lnTo>
                    <a:pt x="3565" y="94"/>
                  </a:lnTo>
                  <a:lnTo>
                    <a:pt x="3579" y="106"/>
                  </a:lnTo>
                  <a:lnTo>
                    <a:pt x="3592" y="118"/>
                  </a:lnTo>
                  <a:lnTo>
                    <a:pt x="3605" y="132"/>
                  </a:lnTo>
                  <a:lnTo>
                    <a:pt x="3619" y="144"/>
                  </a:lnTo>
                  <a:lnTo>
                    <a:pt x="3631" y="158"/>
                  </a:lnTo>
                  <a:lnTo>
                    <a:pt x="3644" y="174"/>
                  </a:lnTo>
                  <a:lnTo>
                    <a:pt x="3669" y="204"/>
                  </a:lnTo>
                  <a:lnTo>
                    <a:pt x="3681" y="220"/>
                  </a:lnTo>
                  <a:lnTo>
                    <a:pt x="3693" y="238"/>
                  </a:lnTo>
                  <a:lnTo>
                    <a:pt x="3705" y="254"/>
                  </a:lnTo>
                  <a:lnTo>
                    <a:pt x="3716" y="272"/>
                  </a:lnTo>
                  <a:lnTo>
                    <a:pt x="3727" y="292"/>
                  </a:lnTo>
                  <a:lnTo>
                    <a:pt x="3738" y="310"/>
                  </a:lnTo>
                  <a:lnTo>
                    <a:pt x="3760" y="350"/>
                  </a:lnTo>
                  <a:lnTo>
                    <a:pt x="3770" y="370"/>
                  </a:lnTo>
                  <a:lnTo>
                    <a:pt x="3780" y="392"/>
                  </a:lnTo>
                  <a:lnTo>
                    <a:pt x="3799" y="434"/>
                  </a:lnTo>
                  <a:lnTo>
                    <a:pt x="3808" y="455"/>
                  </a:lnTo>
                  <a:lnTo>
                    <a:pt x="3817" y="479"/>
                  </a:lnTo>
                  <a:lnTo>
                    <a:pt x="3834" y="525"/>
                  </a:lnTo>
                  <a:lnTo>
                    <a:pt x="3851" y="573"/>
                  </a:lnTo>
                  <a:lnTo>
                    <a:pt x="3866" y="623"/>
                  </a:lnTo>
                  <a:lnTo>
                    <a:pt x="3873" y="649"/>
                  </a:lnTo>
                  <a:lnTo>
                    <a:pt x="3879" y="675"/>
                  </a:lnTo>
                  <a:lnTo>
                    <a:pt x="3886" y="701"/>
                  </a:lnTo>
                  <a:lnTo>
                    <a:pt x="3892" y="727"/>
                  </a:lnTo>
                  <a:lnTo>
                    <a:pt x="3903" y="781"/>
                  </a:lnTo>
                  <a:lnTo>
                    <a:pt x="3908" y="809"/>
                  </a:lnTo>
                  <a:lnTo>
                    <a:pt x="3912" y="837"/>
                  </a:lnTo>
                  <a:lnTo>
                    <a:pt x="3916" y="865"/>
                  </a:lnTo>
                  <a:lnTo>
                    <a:pt x="3920" y="893"/>
                  </a:lnTo>
                  <a:lnTo>
                    <a:pt x="3924" y="921"/>
                  </a:lnTo>
                  <a:lnTo>
                    <a:pt x="3927" y="951"/>
                  </a:lnTo>
                  <a:lnTo>
                    <a:pt x="3933" y="1009"/>
                  </a:lnTo>
                  <a:lnTo>
                    <a:pt x="3937" y="1069"/>
                  </a:lnTo>
                  <a:lnTo>
                    <a:pt x="3938" y="1099"/>
                  </a:lnTo>
                  <a:lnTo>
                    <a:pt x="3939" y="1129"/>
                  </a:lnTo>
                  <a:lnTo>
                    <a:pt x="3940" y="1161"/>
                  </a:lnTo>
                  <a:lnTo>
                    <a:pt x="3940" y="1191"/>
                  </a:lnTo>
                  <a:lnTo>
                    <a:pt x="3939" y="1253"/>
                  </a:lnTo>
                  <a:lnTo>
                    <a:pt x="3938" y="1283"/>
                  </a:lnTo>
                  <a:lnTo>
                    <a:pt x="3937" y="1313"/>
                  </a:lnTo>
                  <a:lnTo>
                    <a:pt x="3935" y="1343"/>
                  </a:lnTo>
                  <a:lnTo>
                    <a:pt x="3933" y="1372"/>
                  </a:lnTo>
                  <a:lnTo>
                    <a:pt x="3930" y="1400"/>
                  </a:lnTo>
                  <a:lnTo>
                    <a:pt x="3927" y="1430"/>
                  </a:lnTo>
                  <a:lnTo>
                    <a:pt x="3924" y="1458"/>
                  </a:lnTo>
                  <a:lnTo>
                    <a:pt x="3920" y="1488"/>
                  </a:lnTo>
                  <a:lnTo>
                    <a:pt x="3916" y="1516"/>
                  </a:lnTo>
                  <a:lnTo>
                    <a:pt x="3912" y="1544"/>
                  </a:lnTo>
                  <a:lnTo>
                    <a:pt x="3903" y="1600"/>
                  </a:lnTo>
                  <a:lnTo>
                    <a:pt x="3897" y="1626"/>
                  </a:lnTo>
                  <a:lnTo>
                    <a:pt x="3892" y="1654"/>
                  </a:lnTo>
                  <a:lnTo>
                    <a:pt x="3886" y="1680"/>
                  </a:lnTo>
                  <a:lnTo>
                    <a:pt x="3879" y="1706"/>
                  </a:lnTo>
                  <a:lnTo>
                    <a:pt x="3873" y="1732"/>
                  </a:lnTo>
                  <a:lnTo>
                    <a:pt x="3866" y="1758"/>
                  </a:lnTo>
                  <a:lnTo>
                    <a:pt x="3859" y="1782"/>
                  </a:lnTo>
                  <a:lnTo>
                    <a:pt x="3851" y="1808"/>
                  </a:lnTo>
                  <a:lnTo>
                    <a:pt x="3843" y="1832"/>
                  </a:lnTo>
                  <a:lnTo>
                    <a:pt x="3834" y="1856"/>
                  </a:lnTo>
                  <a:lnTo>
                    <a:pt x="3826" y="1880"/>
                  </a:lnTo>
                  <a:lnTo>
                    <a:pt x="3817" y="1902"/>
                  </a:lnTo>
                  <a:lnTo>
                    <a:pt x="3808" y="1926"/>
                  </a:lnTo>
                  <a:lnTo>
                    <a:pt x="3799" y="1948"/>
                  </a:lnTo>
                  <a:lnTo>
                    <a:pt x="3780" y="1990"/>
                  </a:lnTo>
                  <a:lnTo>
                    <a:pt x="3770" y="2012"/>
                  </a:lnTo>
                  <a:lnTo>
                    <a:pt x="3760" y="2032"/>
                  </a:lnTo>
                  <a:lnTo>
                    <a:pt x="3738" y="2072"/>
                  </a:lnTo>
                  <a:lnTo>
                    <a:pt x="3727" y="2090"/>
                  </a:lnTo>
                  <a:lnTo>
                    <a:pt x="3716" y="2110"/>
                  </a:lnTo>
                  <a:lnTo>
                    <a:pt x="3693" y="2144"/>
                  </a:lnTo>
                  <a:lnTo>
                    <a:pt x="3681" y="2162"/>
                  </a:lnTo>
                  <a:lnTo>
                    <a:pt x="3669" y="2178"/>
                  </a:lnTo>
                  <a:lnTo>
                    <a:pt x="3644" y="2208"/>
                  </a:lnTo>
                  <a:lnTo>
                    <a:pt x="3619" y="2238"/>
                  </a:lnTo>
                  <a:lnTo>
                    <a:pt x="3592" y="2264"/>
                  </a:lnTo>
                  <a:lnTo>
                    <a:pt x="3565" y="2287"/>
                  </a:lnTo>
                  <a:lnTo>
                    <a:pt x="3537" y="2307"/>
                  </a:lnTo>
                  <a:lnTo>
                    <a:pt x="3523" y="2317"/>
                  </a:lnTo>
                  <a:lnTo>
                    <a:pt x="3509" y="2327"/>
                  </a:lnTo>
                  <a:lnTo>
                    <a:pt x="3493" y="2335"/>
                  </a:lnTo>
                  <a:lnTo>
                    <a:pt x="3479" y="2343"/>
                  </a:lnTo>
                  <a:lnTo>
                    <a:pt x="3449" y="2355"/>
                  </a:lnTo>
                  <a:lnTo>
                    <a:pt x="3434" y="2361"/>
                  </a:lnTo>
                  <a:lnTo>
                    <a:pt x="3419" y="2367"/>
                  </a:lnTo>
                  <a:lnTo>
                    <a:pt x="3388" y="2373"/>
                  </a:lnTo>
                  <a:lnTo>
                    <a:pt x="3357" y="2379"/>
                  </a:lnTo>
                  <a:lnTo>
                    <a:pt x="3326" y="2381"/>
                  </a:lnTo>
                  <a:lnTo>
                    <a:pt x="3294" y="2379"/>
                  </a:lnTo>
                  <a:lnTo>
                    <a:pt x="3279" y="2377"/>
                  </a:lnTo>
                  <a:lnTo>
                    <a:pt x="3263" y="2373"/>
                  </a:lnTo>
                  <a:lnTo>
                    <a:pt x="3248" y="2371"/>
                  </a:lnTo>
                  <a:lnTo>
                    <a:pt x="3233" y="2367"/>
                  </a:lnTo>
                  <a:lnTo>
                    <a:pt x="3218" y="2361"/>
                  </a:lnTo>
                  <a:lnTo>
                    <a:pt x="3203" y="2355"/>
                  </a:lnTo>
                  <a:lnTo>
                    <a:pt x="3188" y="2349"/>
                  </a:lnTo>
                  <a:lnTo>
                    <a:pt x="3173" y="2343"/>
                  </a:lnTo>
                  <a:lnTo>
                    <a:pt x="3143" y="2327"/>
                  </a:lnTo>
                  <a:lnTo>
                    <a:pt x="3115" y="2307"/>
                  </a:lnTo>
                  <a:lnTo>
                    <a:pt x="3101" y="2297"/>
                  </a:lnTo>
                  <a:lnTo>
                    <a:pt x="3087" y="2287"/>
                  </a:lnTo>
                  <a:lnTo>
                    <a:pt x="3073" y="2275"/>
                  </a:lnTo>
                  <a:lnTo>
                    <a:pt x="3060" y="2264"/>
                  </a:lnTo>
                  <a:lnTo>
                    <a:pt x="3046" y="2250"/>
                  </a:lnTo>
                  <a:lnTo>
                    <a:pt x="3033" y="2238"/>
                  </a:lnTo>
                  <a:lnTo>
                    <a:pt x="3020" y="2224"/>
                  </a:lnTo>
                  <a:lnTo>
                    <a:pt x="3008" y="2208"/>
                  </a:lnTo>
                  <a:lnTo>
                    <a:pt x="2983" y="2178"/>
                  </a:lnTo>
                  <a:lnTo>
                    <a:pt x="2971" y="2162"/>
                  </a:lnTo>
                  <a:lnTo>
                    <a:pt x="2959" y="2144"/>
                  </a:lnTo>
                  <a:lnTo>
                    <a:pt x="2947" y="2126"/>
                  </a:lnTo>
                  <a:lnTo>
                    <a:pt x="2936" y="2110"/>
                  </a:lnTo>
                  <a:lnTo>
                    <a:pt x="2925" y="2090"/>
                  </a:lnTo>
                  <a:lnTo>
                    <a:pt x="2914" y="2072"/>
                  </a:lnTo>
                  <a:lnTo>
                    <a:pt x="2892" y="2032"/>
                  </a:lnTo>
                  <a:lnTo>
                    <a:pt x="2882" y="2012"/>
                  </a:lnTo>
                  <a:lnTo>
                    <a:pt x="2872" y="1990"/>
                  </a:lnTo>
                  <a:lnTo>
                    <a:pt x="2853" y="1948"/>
                  </a:lnTo>
                  <a:lnTo>
                    <a:pt x="2844" y="1926"/>
                  </a:lnTo>
                  <a:lnTo>
                    <a:pt x="2834" y="1902"/>
                  </a:lnTo>
                  <a:lnTo>
                    <a:pt x="2817" y="1856"/>
                  </a:lnTo>
                  <a:lnTo>
                    <a:pt x="2801" y="1808"/>
                  </a:lnTo>
                  <a:lnTo>
                    <a:pt x="2786" y="1758"/>
                  </a:lnTo>
                  <a:lnTo>
                    <a:pt x="2779" y="1732"/>
                  </a:lnTo>
                  <a:lnTo>
                    <a:pt x="2772" y="1706"/>
                  </a:lnTo>
                  <a:lnTo>
                    <a:pt x="2766" y="1680"/>
                  </a:lnTo>
                  <a:lnTo>
                    <a:pt x="2760" y="1654"/>
                  </a:lnTo>
                  <a:lnTo>
                    <a:pt x="2749" y="1600"/>
                  </a:lnTo>
                  <a:lnTo>
                    <a:pt x="2744" y="1572"/>
                  </a:lnTo>
                  <a:lnTo>
                    <a:pt x="2740" y="1544"/>
                  </a:lnTo>
                  <a:lnTo>
                    <a:pt x="2735" y="1516"/>
                  </a:lnTo>
                  <a:lnTo>
                    <a:pt x="2731" y="1488"/>
                  </a:lnTo>
                  <a:lnTo>
                    <a:pt x="2728" y="1458"/>
                  </a:lnTo>
                  <a:lnTo>
                    <a:pt x="2725" y="1430"/>
                  </a:lnTo>
                  <a:lnTo>
                    <a:pt x="2719" y="1372"/>
                  </a:lnTo>
                  <a:lnTo>
                    <a:pt x="2715" y="1313"/>
                  </a:lnTo>
                  <a:lnTo>
                    <a:pt x="2714" y="1283"/>
                  </a:lnTo>
                  <a:lnTo>
                    <a:pt x="2713" y="1253"/>
                  </a:lnTo>
                  <a:lnTo>
                    <a:pt x="2712" y="1221"/>
                  </a:lnTo>
                  <a:lnTo>
                    <a:pt x="2712" y="1191"/>
                  </a:lnTo>
                  <a:lnTo>
                    <a:pt x="2713" y="1129"/>
                  </a:lnTo>
                  <a:lnTo>
                    <a:pt x="2714" y="1099"/>
                  </a:lnTo>
                  <a:lnTo>
                    <a:pt x="2715" y="1069"/>
                  </a:lnTo>
                  <a:lnTo>
                    <a:pt x="2717" y="1039"/>
                  </a:lnTo>
                  <a:lnTo>
                    <a:pt x="2719" y="1009"/>
                  </a:lnTo>
                  <a:lnTo>
                    <a:pt x="2722" y="981"/>
                  </a:lnTo>
                  <a:lnTo>
                    <a:pt x="2725" y="951"/>
                  </a:lnTo>
                  <a:lnTo>
                    <a:pt x="2728" y="921"/>
                  </a:lnTo>
                  <a:lnTo>
                    <a:pt x="2731" y="893"/>
                  </a:lnTo>
                  <a:lnTo>
                    <a:pt x="2735" y="865"/>
                  </a:lnTo>
                  <a:lnTo>
                    <a:pt x="2740" y="837"/>
                  </a:lnTo>
                  <a:lnTo>
                    <a:pt x="2749" y="781"/>
                  </a:lnTo>
                  <a:lnTo>
                    <a:pt x="2755" y="755"/>
                  </a:lnTo>
                  <a:lnTo>
                    <a:pt x="2760" y="727"/>
                  </a:lnTo>
                  <a:lnTo>
                    <a:pt x="2766" y="701"/>
                  </a:lnTo>
                  <a:lnTo>
                    <a:pt x="2772" y="675"/>
                  </a:lnTo>
                  <a:lnTo>
                    <a:pt x="2779" y="649"/>
                  </a:lnTo>
                  <a:lnTo>
                    <a:pt x="2786" y="623"/>
                  </a:lnTo>
                  <a:lnTo>
                    <a:pt x="2793" y="599"/>
                  </a:lnTo>
                  <a:lnTo>
                    <a:pt x="2801" y="573"/>
                  </a:lnTo>
                  <a:lnTo>
                    <a:pt x="2808" y="549"/>
                  </a:lnTo>
                  <a:lnTo>
                    <a:pt x="2817" y="525"/>
                  </a:lnTo>
                  <a:lnTo>
                    <a:pt x="2825" y="501"/>
                  </a:lnTo>
                  <a:lnTo>
                    <a:pt x="2834" y="479"/>
                  </a:lnTo>
                  <a:lnTo>
                    <a:pt x="2844" y="455"/>
                  </a:lnTo>
                  <a:lnTo>
                    <a:pt x="2853" y="434"/>
                  </a:lnTo>
                  <a:lnTo>
                    <a:pt x="2872" y="392"/>
                  </a:lnTo>
                  <a:lnTo>
                    <a:pt x="2882" y="370"/>
                  </a:lnTo>
                  <a:lnTo>
                    <a:pt x="2892" y="350"/>
                  </a:lnTo>
                  <a:lnTo>
                    <a:pt x="2914" y="310"/>
                  </a:lnTo>
                  <a:lnTo>
                    <a:pt x="2925" y="292"/>
                  </a:lnTo>
                  <a:lnTo>
                    <a:pt x="2936" y="272"/>
                  </a:lnTo>
                  <a:lnTo>
                    <a:pt x="2959" y="238"/>
                  </a:lnTo>
                  <a:lnTo>
                    <a:pt x="2971" y="220"/>
                  </a:lnTo>
                  <a:lnTo>
                    <a:pt x="2983" y="204"/>
                  </a:lnTo>
                  <a:lnTo>
                    <a:pt x="3008" y="174"/>
                  </a:lnTo>
                  <a:lnTo>
                    <a:pt x="3033" y="144"/>
                  </a:lnTo>
                  <a:lnTo>
                    <a:pt x="3060" y="118"/>
                  </a:lnTo>
                  <a:lnTo>
                    <a:pt x="3087" y="94"/>
                  </a:lnTo>
                  <a:lnTo>
                    <a:pt x="3115" y="74"/>
                  </a:lnTo>
                  <a:lnTo>
                    <a:pt x="3129" y="64"/>
                  </a:lnTo>
                  <a:lnTo>
                    <a:pt x="3143" y="54"/>
                  </a:lnTo>
                  <a:lnTo>
                    <a:pt x="3157" y="46"/>
                  </a:lnTo>
                  <a:lnTo>
                    <a:pt x="3173" y="38"/>
                  </a:lnTo>
                  <a:lnTo>
                    <a:pt x="3203" y="26"/>
                  </a:lnTo>
                  <a:lnTo>
                    <a:pt x="3218" y="20"/>
                  </a:lnTo>
                  <a:lnTo>
                    <a:pt x="3233" y="14"/>
                  </a:lnTo>
                  <a:lnTo>
                    <a:pt x="3263" y="8"/>
                  </a:lnTo>
                  <a:lnTo>
                    <a:pt x="3294" y="2"/>
                  </a:lnTo>
                  <a:lnTo>
                    <a:pt x="3326" y="0"/>
                  </a:lnTo>
                  <a:close/>
                  <a:moveTo>
                    <a:pt x="3328" y="969"/>
                  </a:moveTo>
                  <a:lnTo>
                    <a:pt x="3340" y="969"/>
                  </a:lnTo>
                  <a:lnTo>
                    <a:pt x="3352" y="973"/>
                  </a:lnTo>
                  <a:lnTo>
                    <a:pt x="3363" y="979"/>
                  </a:lnTo>
                  <a:lnTo>
                    <a:pt x="3369" y="983"/>
                  </a:lnTo>
                  <a:lnTo>
                    <a:pt x="3375" y="987"/>
                  </a:lnTo>
                  <a:lnTo>
                    <a:pt x="3385" y="995"/>
                  </a:lnTo>
                  <a:lnTo>
                    <a:pt x="3395" y="1007"/>
                  </a:lnTo>
                  <a:lnTo>
                    <a:pt x="3404" y="1019"/>
                  </a:lnTo>
                  <a:lnTo>
                    <a:pt x="3413" y="1033"/>
                  </a:lnTo>
                  <a:lnTo>
                    <a:pt x="3421" y="1049"/>
                  </a:lnTo>
                  <a:lnTo>
                    <a:pt x="3428" y="1067"/>
                  </a:lnTo>
                  <a:lnTo>
                    <a:pt x="3431" y="1075"/>
                  </a:lnTo>
                  <a:lnTo>
                    <a:pt x="3434" y="1085"/>
                  </a:lnTo>
                  <a:lnTo>
                    <a:pt x="3439" y="1105"/>
                  </a:lnTo>
                  <a:lnTo>
                    <a:pt x="3441" y="1115"/>
                  </a:lnTo>
                  <a:lnTo>
                    <a:pt x="3443" y="1125"/>
                  </a:lnTo>
                  <a:lnTo>
                    <a:pt x="3444" y="1135"/>
                  </a:lnTo>
                  <a:lnTo>
                    <a:pt x="3446" y="1147"/>
                  </a:lnTo>
                  <a:lnTo>
                    <a:pt x="3447" y="1157"/>
                  </a:lnTo>
                  <a:lnTo>
                    <a:pt x="3447" y="1169"/>
                  </a:lnTo>
                  <a:lnTo>
                    <a:pt x="3448" y="1179"/>
                  </a:lnTo>
                  <a:lnTo>
                    <a:pt x="3448" y="1191"/>
                  </a:lnTo>
                  <a:lnTo>
                    <a:pt x="3447" y="1213"/>
                  </a:lnTo>
                  <a:lnTo>
                    <a:pt x="3446" y="1235"/>
                  </a:lnTo>
                  <a:lnTo>
                    <a:pt x="3443" y="1257"/>
                  </a:lnTo>
                  <a:lnTo>
                    <a:pt x="3439" y="1277"/>
                  </a:lnTo>
                  <a:lnTo>
                    <a:pt x="3434" y="1297"/>
                  </a:lnTo>
                  <a:lnTo>
                    <a:pt x="3431" y="1307"/>
                  </a:lnTo>
                  <a:lnTo>
                    <a:pt x="3428" y="1315"/>
                  </a:lnTo>
                  <a:lnTo>
                    <a:pt x="3421" y="1333"/>
                  </a:lnTo>
                  <a:lnTo>
                    <a:pt x="3413" y="1349"/>
                  </a:lnTo>
                  <a:lnTo>
                    <a:pt x="3404" y="1362"/>
                  </a:lnTo>
                  <a:lnTo>
                    <a:pt x="3395" y="1374"/>
                  </a:lnTo>
                  <a:lnTo>
                    <a:pt x="3385" y="1386"/>
                  </a:lnTo>
                  <a:lnTo>
                    <a:pt x="3375" y="1394"/>
                  </a:lnTo>
                  <a:lnTo>
                    <a:pt x="3369" y="1398"/>
                  </a:lnTo>
                  <a:lnTo>
                    <a:pt x="3363" y="1402"/>
                  </a:lnTo>
                  <a:lnTo>
                    <a:pt x="3352" y="1408"/>
                  </a:lnTo>
                  <a:lnTo>
                    <a:pt x="3340" y="1412"/>
                  </a:lnTo>
                  <a:lnTo>
                    <a:pt x="3334" y="1412"/>
                  </a:lnTo>
                  <a:lnTo>
                    <a:pt x="3328" y="1412"/>
                  </a:lnTo>
                  <a:lnTo>
                    <a:pt x="3315" y="1412"/>
                  </a:lnTo>
                  <a:lnTo>
                    <a:pt x="3303" y="1408"/>
                  </a:lnTo>
                  <a:lnTo>
                    <a:pt x="3292" y="1402"/>
                  </a:lnTo>
                  <a:lnTo>
                    <a:pt x="3286" y="1398"/>
                  </a:lnTo>
                  <a:lnTo>
                    <a:pt x="3281" y="1394"/>
                  </a:lnTo>
                  <a:lnTo>
                    <a:pt x="3270" y="1386"/>
                  </a:lnTo>
                  <a:lnTo>
                    <a:pt x="3260" y="1374"/>
                  </a:lnTo>
                  <a:lnTo>
                    <a:pt x="3251" y="1362"/>
                  </a:lnTo>
                  <a:lnTo>
                    <a:pt x="3242" y="1349"/>
                  </a:lnTo>
                  <a:lnTo>
                    <a:pt x="3235" y="1333"/>
                  </a:lnTo>
                  <a:lnTo>
                    <a:pt x="3228" y="1315"/>
                  </a:lnTo>
                  <a:lnTo>
                    <a:pt x="3225" y="1307"/>
                  </a:lnTo>
                  <a:lnTo>
                    <a:pt x="3222" y="1297"/>
                  </a:lnTo>
                  <a:lnTo>
                    <a:pt x="3217" y="1277"/>
                  </a:lnTo>
                  <a:lnTo>
                    <a:pt x="3215" y="1267"/>
                  </a:lnTo>
                  <a:lnTo>
                    <a:pt x="3213" y="1257"/>
                  </a:lnTo>
                  <a:lnTo>
                    <a:pt x="3211" y="1247"/>
                  </a:lnTo>
                  <a:lnTo>
                    <a:pt x="3210" y="1235"/>
                  </a:lnTo>
                  <a:lnTo>
                    <a:pt x="3209" y="1225"/>
                  </a:lnTo>
                  <a:lnTo>
                    <a:pt x="3208" y="1213"/>
                  </a:lnTo>
                  <a:lnTo>
                    <a:pt x="3207" y="1203"/>
                  </a:lnTo>
                  <a:lnTo>
                    <a:pt x="3207" y="1191"/>
                  </a:lnTo>
                  <a:lnTo>
                    <a:pt x="3208" y="1169"/>
                  </a:lnTo>
                  <a:lnTo>
                    <a:pt x="3210" y="1147"/>
                  </a:lnTo>
                  <a:lnTo>
                    <a:pt x="3213" y="1125"/>
                  </a:lnTo>
                  <a:lnTo>
                    <a:pt x="3217" y="1105"/>
                  </a:lnTo>
                  <a:lnTo>
                    <a:pt x="3222" y="1085"/>
                  </a:lnTo>
                  <a:lnTo>
                    <a:pt x="3225" y="1075"/>
                  </a:lnTo>
                  <a:lnTo>
                    <a:pt x="3228" y="1067"/>
                  </a:lnTo>
                  <a:lnTo>
                    <a:pt x="3235" y="1049"/>
                  </a:lnTo>
                  <a:lnTo>
                    <a:pt x="3242" y="1033"/>
                  </a:lnTo>
                  <a:lnTo>
                    <a:pt x="3251" y="1019"/>
                  </a:lnTo>
                  <a:lnTo>
                    <a:pt x="3260" y="1007"/>
                  </a:lnTo>
                  <a:lnTo>
                    <a:pt x="3270" y="995"/>
                  </a:lnTo>
                  <a:lnTo>
                    <a:pt x="3281" y="987"/>
                  </a:lnTo>
                  <a:lnTo>
                    <a:pt x="3286" y="983"/>
                  </a:lnTo>
                  <a:lnTo>
                    <a:pt x="3292" y="979"/>
                  </a:lnTo>
                  <a:lnTo>
                    <a:pt x="3303" y="973"/>
                  </a:lnTo>
                  <a:lnTo>
                    <a:pt x="3315" y="969"/>
                  </a:lnTo>
                  <a:lnTo>
                    <a:pt x="3321" y="969"/>
                  </a:lnTo>
                  <a:lnTo>
                    <a:pt x="3328" y="969"/>
                  </a:lnTo>
                  <a:close/>
                  <a:moveTo>
                    <a:pt x="485" y="1812"/>
                  </a:moveTo>
                  <a:lnTo>
                    <a:pt x="502" y="1814"/>
                  </a:lnTo>
                  <a:lnTo>
                    <a:pt x="517" y="1816"/>
                  </a:lnTo>
                  <a:lnTo>
                    <a:pt x="524" y="1818"/>
                  </a:lnTo>
                  <a:lnTo>
                    <a:pt x="530" y="1820"/>
                  </a:lnTo>
                  <a:lnTo>
                    <a:pt x="537" y="1824"/>
                  </a:lnTo>
                  <a:lnTo>
                    <a:pt x="543" y="1826"/>
                  </a:lnTo>
                  <a:lnTo>
                    <a:pt x="555" y="1834"/>
                  </a:lnTo>
                  <a:lnTo>
                    <a:pt x="565" y="1844"/>
                  </a:lnTo>
                  <a:lnTo>
                    <a:pt x="570" y="1850"/>
                  </a:lnTo>
                  <a:lnTo>
                    <a:pt x="575" y="1856"/>
                  </a:lnTo>
                  <a:lnTo>
                    <a:pt x="584" y="1868"/>
                  </a:lnTo>
                  <a:lnTo>
                    <a:pt x="588" y="1876"/>
                  </a:lnTo>
                  <a:lnTo>
                    <a:pt x="591" y="1884"/>
                  </a:lnTo>
                  <a:lnTo>
                    <a:pt x="598" y="1900"/>
                  </a:lnTo>
                  <a:lnTo>
                    <a:pt x="601" y="1908"/>
                  </a:lnTo>
                  <a:lnTo>
                    <a:pt x="603" y="1918"/>
                  </a:lnTo>
                  <a:lnTo>
                    <a:pt x="606" y="1928"/>
                  </a:lnTo>
                  <a:lnTo>
                    <a:pt x="608" y="1938"/>
                  </a:lnTo>
                  <a:lnTo>
                    <a:pt x="612" y="1960"/>
                  </a:lnTo>
                  <a:lnTo>
                    <a:pt x="614" y="1984"/>
                  </a:lnTo>
                  <a:lnTo>
                    <a:pt x="615" y="1996"/>
                  </a:lnTo>
                  <a:lnTo>
                    <a:pt x="616" y="2008"/>
                  </a:lnTo>
                  <a:lnTo>
                    <a:pt x="616" y="2036"/>
                  </a:lnTo>
                  <a:lnTo>
                    <a:pt x="616" y="2062"/>
                  </a:lnTo>
                  <a:lnTo>
                    <a:pt x="615" y="2074"/>
                  </a:lnTo>
                  <a:lnTo>
                    <a:pt x="614" y="2086"/>
                  </a:lnTo>
                  <a:lnTo>
                    <a:pt x="612" y="2108"/>
                  </a:lnTo>
                  <a:lnTo>
                    <a:pt x="608" y="2128"/>
                  </a:lnTo>
                  <a:lnTo>
                    <a:pt x="606" y="2138"/>
                  </a:lnTo>
                  <a:lnTo>
                    <a:pt x="603" y="2148"/>
                  </a:lnTo>
                  <a:lnTo>
                    <a:pt x="598" y="2164"/>
                  </a:lnTo>
                  <a:lnTo>
                    <a:pt x="591" y="2180"/>
                  </a:lnTo>
                  <a:lnTo>
                    <a:pt x="588" y="2188"/>
                  </a:lnTo>
                  <a:lnTo>
                    <a:pt x="584" y="2194"/>
                  </a:lnTo>
                  <a:lnTo>
                    <a:pt x="575" y="2206"/>
                  </a:lnTo>
                  <a:lnTo>
                    <a:pt x="570" y="2212"/>
                  </a:lnTo>
                  <a:lnTo>
                    <a:pt x="565" y="2218"/>
                  </a:lnTo>
                  <a:lnTo>
                    <a:pt x="560" y="2222"/>
                  </a:lnTo>
                  <a:lnTo>
                    <a:pt x="555" y="2226"/>
                  </a:lnTo>
                  <a:lnTo>
                    <a:pt x="543" y="2234"/>
                  </a:lnTo>
                  <a:lnTo>
                    <a:pt x="530" y="2240"/>
                  </a:lnTo>
                  <a:lnTo>
                    <a:pt x="517" y="2244"/>
                  </a:lnTo>
                  <a:lnTo>
                    <a:pt x="502" y="2246"/>
                  </a:lnTo>
                  <a:lnTo>
                    <a:pt x="485" y="2248"/>
                  </a:lnTo>
                  <a:lnTo>
                    <a:pt x="135" y="2248"/>
                  </a:lnTo>
                  <a:lnTo>
                    <a:pt x="118" y="2246"/>
                  </a:lnTo>
                  <a:lnTo>
                    <a:pt x="110" y="2246"/>
                  </a:lnTo>
                  <a:lnTo>
                    <a:pt x="103" y="2244"/>
                  </a:lnTo>
                  <a:lnTo>
                    <a:pt x="89" y="2238"/>
                  </a:lnTo>
                  <a:lnTo>
                    <a:pt x="76" y="2232"/>
                  </a:lnTo>
                  <a:lnTo>
                    <a:pt x="70" y="2228"/>
                  </a:lnTo>
                  <a:lnTo>
                    <a:pt x="64" y="2222"/>
                  </a:lnTo>
                  <a:lnTo>
                    <a:pt x="53" y="2212"/>
                  </a:lnTo>
                  <a:lnTo>
                    <a:pt x="43" y="2198"/>
                  </a:lnTo>
                  <a:lnTo>
                    <a:pt x="38" y="2192"/>
                  </a:lnTo>
                  <a:lnTo>
                    <a:pt x="34" y="2184"/>
                  </a:lnTo>
                  <a:lnTo>
                    <a:pt x="30" y="2176"/>
                  </a:lnTo>
                  <a:lnTo>
                    <a:pt x="26" y="2166"/>
                  </a:lnTo>
                  <a:lnTo>
                    <a:pt x="22" y="2158"/>
                  </a:lnTo>
                  <a:lnTo>
                    <a:pt x="19" y="2148"/>
                  </a:lnTo>
                  <a:lnTo>
                    <a:pt x="13" y="2126"/>
                  </a:lnTo>
                  <a:lnTo>
                    <a:pt x="9" y="2104"/>
                  </a:lnTo>
                  <a:lnTo>
                    <a:pt x="7" y="2092"/>
                  </a:lnTo>
                  <a:lnTo>
                    <a:pt x="5" y="2078"/>
                  </a:lnTo>
                  <a:lnTo>
                    <a:pt x="3" y="2066"/>
                  </a:lnTo>
                  <a:lnTo>
                    <a:pt x="2" y="2052"/>
                  </a:lnTo>
                  <a:lnTo>
                    <a:pt x="1" y="2038"/>
                  </a:lnTo>
                  <a:lnTo>
                    <a:pt x="1" y="2022"/>
                  </a:lnTo>
                  <a:lnTo>
                    <a:pt x="0" y="1992"/>
                  </a:lnTo>
                  <a:lnTo>
                    <a:pt x="0" y="479"/>
                  </a:lnTo>
                  <a:lnTo>
                    <a:pt x="1" y="450"/>
                  </a:lnTo>
                  <a:lnTo>
                    <a:pt x="1" y="436"/>
                  </a:lnTo>
                  <a:lnTo>
                    <a:pt x="2" y="422"/>
                  </a:lnTo>
                  <a:lnTo>
                    <a:pt x="5" y="398"/>
                  </a:lnTo>
                  <a:lnTo>
                    <a:pt x="8" y="374"/>
                  </a:lnTo>
                  <a:lnTo>
                    <a:pt x="10" y="362"/>
                  </a:lnTo>
                  <a:lnTo>
                    <a:pt x="13" y="352"/>
                  </a:lnTo>
                  <a:lnTo>
                    <a:pt x="18" y="332"/>
                  </a:lnTo>
                  <a:lnTo>
                    <a:pt x="25" y="312"/>
                  </a:lnTo>
                  <a:lnTo>
                    <a:pt x="28" y="304"/>
                  </a:lnTo>
                  <a:lnTo>
                    <a:pt x="32" y="296"/>
                  </a:lnTo>
                  <a:lnTo>
                    <a:pt x="36" y="288"/>
                  </a:lnTo>
                  <a:lnTo>
                    <a:pt x="41" y="280"/>
                  </a:lnTo>
                  <a:lnTo>
                    <a:pt x="50" y="268"/>
                  </a:lnTo>
                  <a:lnTo>
                    <a:pt x="60" y="256"/>
                  </a:lnTo>
                  <a:lnTo>
                    <a:pt x="65" y="252"/>
                  </a:lnTo>
                  <a:lnTo>
                    <a:pt x="71" y="248"/>
                  </a:lnTo>
                  <a:lnTo>
                    <a:pt x="83" y="240"/>
                  </a:lnTo>
                  <a:lnTo>
                    <a:pt x="96" y="236"/>
                  </a:lnTo>
                  <a:lnTo>
                    <a:pt x="109" y="232"/>
                  </a:lnTo>
                  <a:lnTo>
                    <a:pt x="124" y="232"/>
                  </a:lnTo>
                  <a:lnTo>
                    <a:pt x="138" y="232"/>
                  </a:lnTo>
                  <a:lnTo>
                    <a:pt x="144" y="234"/>
                  </a:lnTo>
                  <a:lnTo>
                    <a:pt x="151" y="236"/>
                  </a:lnTo>
                  <a:lnTo>
                    <a:pt x="163" y="240"/>
                  </a:lnTo>
                  <a:lnTo>
                    <a:pt x="176" y="248"/>
                  </a:lnTo>
                  <a:lnTo>
                    <a:pt x="181" y="252"/>
                  </a:lnTo>
                  <a:lnTo>
                    <a:pt x="187" y="256"/>
                  </a:lnTo>
                  <a:lnTo>
                    <a:pt x="197" y="268"/>
                  </a:lnTo>
                  <a:lnTo>
                    <a:pt x="206" y="280"/>
                  </a:lnTo>
                  <a:lnTo>
                    <a:pt x="210" y="288"/>
                  </a:lnTo>
                  <a:lnTo>
                    <a:pt x="214" y="296"/>
                  </a:lnTo>
                  <a:lnTo>
                    <a:pt x="218" y="304"/>
                  </a:lnTo>
                  <a:lnTo>
                    <a:pt x="222" y="312"/>
                  </a:lnTo>
                  <a:lnTo>
                    <a:pt x="228" y="332"/>
                  </a:lnTo>
                  <a:lnTo>
                    <a:pt x="234" y="352"/>
                  </a:lnTo>
                  <a:lnTo>
                    <a:pt x="236" y="362"/>
                  </a:lnTo>
                  <a:lnTo>
                    <a:pt x="238" y="374"/>
                  </a:lnTo>
                  <a:lnTo>
                    <a:pt x="242" y="398"/>
                  </a:lnTo>
                  <a:lnTo>
                    <a:pt x="244" y="422"/>
                  </a:lnTo>
                  <a:lnTo>
                    <a:pt x="246" y="450"/>
                  </a:lnTo>
                  <a:lnTo>
                    <a:pt x="246" y="479"/>
                  </a:lnTo>
                  <a:lnTo>
                    <a:pt x="246" y="1812"/>
                  </a:lnTo>
                  <a:lnTo>
                    <a:pt x="485" y="1812"/>
                  </a:lnTo>
                  <a:close/>
                  <a:moveTo>
                    <a:pt x="1526" y="1840"/>
                  </a:moveTo>
                  <a:lnTo>
                    <a:pt x="1532" y="1868"/>
                  </a:lnTo>
                  <a:lnTo>
                    <a:pt x="1537" y="1898"/>
                  </a:lnTo>
                  <a:lnTo>
                    <a:pt x="1542" y="1924"/>
                  </a:lnTo>
                  <a:lnTo>
                    <a:pt x="1546" y="1952"/>
                  </a:lnTo>
                  <a:lnTo>
                    <a:pt x="1549" y="1978"/>
                  </a:lnTo>
                  <a:lnTo>
                    <a:pt x="1552" y="2004"/>
                  </a:lnTo>
                  <a:lnTo>
                    <a:pt x="1554" y="2028"/>
                  </a:lnTo>
                  <a:lnTo>
                    <a:pt x="1555" y="2052"/>
                  </a:lnTo>
                  <a:lnTo>
                    <a:pt x="1555" y="2074"/>
                  </a:lnTo>
                  <a:lnTo>
                    <a:pt x="1554" y="2094"/>
                  </a:lnTo>
                  <a:lnTo>
                    <a:pt x="1552" y="2112"/>
                  </a:lnTo>
                  <a:lnTo>
                    <a:pt x="1549" y="2130"/>
                  </a:lnTo>
                  <a:lnTo>
                    <a:pt x="1547" y="2140"/>
                  </a:lnTo>
                  <a:lnTo>
                    <a:pt x="1545" y="2148"/>
                  </a:lnTo>
                  <a:lnTo>
                    <a:pt x="1539" y="2166"/>
                  </a:lnTo>
                  <a:lnTo>
                    <a:pt x="1532" y="2180"/>
                  </a:lnTo>
                  <a:lnTo>
                    <a:pt x="1525" y="2196"/>
                  </a:lnTo>
                  <a:lnTo>
                    <a:pt x="1516" y="2210"/>
                  </a:lnTo>
                  <a:lnTo>
                    <a:pt x="1507" y="2222"/>
                  </a:lnTo>
                  <a:lnTo>
                    <a:pt x="1496" y="2232"/>
                  </a:lnTo>
                  <a:lnTo>
                    <a:pt x="1486" y="2240"/>
                  </a:lnTo>
                  <a:lnTo>
                    <a:pt x="1476" y="2246"/>
                  </a:lnTo>
                  <a:lnTo>
                    <a:pt x="1470" y="2248"/>
                  </a:lnTo>
                  <a:lnTo>
                    <a:pt x="1465" y="2250"/>
                  </a:lnTo>
                  <a:lnTo>
                    <a:pt x="1453" y="2254"/>
                  </a:lnTo>
                  <a:lnTo>
                    <a:pt x="1441" y="2254"/>
                  </a:lnTo>
                  <a:lnTo>
                    <a:pt x="1428" y="2254"/>
                  </a:lnTo>
                  <a:lnTo>
                    <a:pt x="1417" y="2250"/>
                  </a:lnTo>
                  <a:lnTo>
                    <a:pt x="1405" y="2246"/>
                  </a:lnTo>
                  <a:lnTo>
                    <a:pt x="1395" y="2238"/>
                  </a:lnTo>
                  <a:lnTo>
                    <a:pt x="1390" y="2234"/>
                  </a:lnTo>
                  <a:lnTo>
                    <a:pt x="1385" y="2230"/>
                  </a:lnTo>
                  <a:lnTo>
                    <a:pt x="1376" y="2218"/>
                  </a:lnTo>
                  <a:lnTo>
                    <a:pt x="1372" y="2212"/>
                  </a:lnTo>
                  <a:lnTo>
                    <a:pt x="1368" y="2206"/>
                  </a:lnTo>
                  <a:lnTo>
                    <a:pt x="1364" y="2198"/>
                  </a:lnTo>
                  <a:lnTo>
                    <a:pt x="1360" y="2190"/>
                  </a:lnTo>
                  <a:lnTo>
                    <a:pt x="1353" y="2174"/>
                  </a:lnTo>
                  <a:lnTo>
                    <a:pt x="1346" y="2158"/>
                  </a:lnTo>
                  <a:lnTo>
                    <a:pt x="1340" y="2138"/>
                  </a:lnTo>
                  <a:lnTo>
                    <a:pt x="1338" y="2128"/>
                  </a:lnTo>
                  <a:lnTo>
                    <a:pt x="1335" y="2116"/>
                  </a:lnTo>
                  <a:lnTo>
                    <a:pt x="1323" y="2054"/>
                  </a:lnTo>
                  <a:lnTo>
                    <a:pt x="1307" y="1966"/>
                  </a:lnTo>
                  <a:lnTo>
                    <a:pt x="1297" y="1912"/>
                  </a:lnTo>
                  <a:lnTo>
                    <a:pt x="1284" y="1840"/>
                  </a:lnTo>
                  <a:lnTo>
                    <a:pt x="1281" y="1830"/>
                  </a:lnTo>
                  <a:lnTo>
                    <a:pt x="1279" y="1822"/>
                  </a:lnTo>
                  <a:lnTo>
                    <a:pt x="1276" y="1816"/>
                  </a:lnTo>
                  <a:lnTo>
                    <a:pt x="1273" y="1810"/>
                  </a:lnTo>
                  <a:lnTo>
                    <a:pt x="1270" y="1806"/>
                  </a:lnTo>
                  <a:lnTo>
                    <a:pt x="1267" y="1802"/>
                  </a:lnTo>
                  <a:lnTo>
                    <a:pt x="1261" y="1798"/>
                  </a:lnTo>
                  <a:lnTo>
                    <a:pt x="1255" y="1796"/>
                  </a:lnTo>
                  <a:lnTo>
                    <a:pt x="1251" y="1796"/>
                  </a:lnTo>
                  <a:lnTo>
                    <a:pt x="1247" y="1796"/>
                  </a:lnTo>
                  <a:lnTo>
                    <a:pt x="1246" y="1796"/>
                  </a:lnTo>
                  <a:lnTo>
                    <a:pt x="948" y="1796"/>
                  </a:lnTo>
                  <a:lnTo>
                    <a:pt x="940" y="1796"/>
                  </a:lnTo>
                  <a:lnTo>
                    <a:pt x="933" y="1798"/>
                  </a:lnTo>
                  <a:lnTo>
                    <a:pt x="926" y="1800"/>
                  </a:lnTo>
                  <a:lnTo>
                    <a:pt x="920" y="1802"/>
                  </a:lnTo>
                  <a:lnTo>
                    <a:pt x="915" y="1806"/>
                  </a:lnTo>
                  <a:lnTo>
                    <a:pt x="911" y="1810"/>
                  </a:lnTo>
                  <a:lnTo>
                    <a:pt x="903" y="1818"/>
                  </a:lnTo>
                  <a:lnTo>
                    <a:pt x="898" y="1826"/>
                  </a:lnTo>
                  <a:lnTo>
                    <a:pt x="895" y="1832"/>
                  </a:lnTo>
                  <a:lnTo>
                    <a:pt x="893" y="1838"/>
                  </a:lnTo>
                  <a:lnTo>
                    <a:pt x="893" y="1840"/>
                  </a:lnTo>
                  <a:lnTo>
                    <a:pt x="879" y="1912"/>
                  </a:lnTo>
                  <a:lnTo>
                    <a:pt x="874" y="1940"/>
                  </a:lnTo>
                  <a:lnTo>
                    <a:pt x="870" y="1966"/>
                  </a:lnTo>
                  <a:lnTo>
                    <a:pt x="862" y="2008"/>
                  </a:lnTo>
                  <a:lnTo>
                    <a:pt x="855" y="2046"/>
                  </a:lnTo>
                  <a:lnTo>
                    <a:pt x="841" y="2110"/>
                  </a:lnTo>
                  <a:lnTo>
                    <a:pt x="835" y="2136"/>
                  </a:lnTo>
                  <a:lnTo>
                    <a:pt x="827" y="2160"/>
                  </a:lnTo>
                  <a:lnTo>
                    <a:pt x="824" y="2172"/>
                  </a:lnTo>
                  <a:lnTo>
                    <a:pt x="820" y="2182"/>
                  </a:lnTo>
                  <a:lnTo>
                    <a:pt x="817" y="2190"/>
                  </a:lnTo>
                  <a:lnTo>
                    <a:pt x="813" y="2198"/>
                  </a:lnTo>
                  <a:lnTo>
                    <a:pt x="805" y="2214"/>
                  </a:lnTo>
                  <a:lnTo>
                    <a:pt x="802" y="2220"/>
                  </a:lnTo>
                  <a:lnTo>
                    <a:pt x="797" y="2226"/>
                  </a:lnTo>
                  <a:lnTo>
                    <a:pt x="793" y="2230"/>
                  </a:lnTo>
                  <a:lnTo>
                    <a:pt x="789" y="2236"/>
                  </a:lnTo>
                  <a:lnTo>
                    <a:pt x="785" y="2240"/>
                  </a:lnTo>
                  <a:lnTo>
                    <a:pt x="780" y="2242"/>
                  </a:lnTo>
                  <a:lnTo>
                    <a:pt x="770" y="2248"/>
                  </a:lnTo>
                  <a:lnTo>
                    <a:pt x="760" y="2252"/>
                  </a:lnTo>
                  <a:lnTo>
                    <a:pt x="749" y="2254"/>
                  </a:lnTo>
                  <a:lnTo>
                    <a:pt x="737" y="2254"/>
                  </a:lnTo>
                  <a:lnTo>
                    <a:pt x="726" y="2254"/>
                  </a:lnTo>
                  <a:lnTo>
                    <a:pt x="715" y="2250"/>
                  </a:lnTo>
                  <a:lnTo>
                    <a:pt x="710" y="2248"/>
                  </a:lnTo>
                  <a:lnTo>
                    <a:pt x="705" y="2246"/>
                  </a:lnTo>
                  <a:lnTo>
                    <a:pt x="695" y="2240"/>
                  </a:lnTo>
                  <a:lnTo>
                    <a:pt x="686" y="2232"/>
                  </a:lnTo>
                  <a:lnTo>
                    <a:pt x="681" y="2228"/>
                  </a:lnTo>
                  <a:lnTo>
                    <a:pt x="677" y="2222"/>
                  </a:lnTo>
                  <a:lnTo>
                    <a:pt x="669" y="2210"/>
                  </a:lnTo>
                  <a:lnTo>
                    <a:pt x="661" y="2198"/>
                  </a:lnTo>
                  <a:lnTo>
                    <a:pt x="654" y="2182"/>
                  </a:lnTo>
                  <a:lnTo>
                    <a:pt x="647" y="2168"/>
                  </a:lnTo>
                  <a:lnTo>
                    <a:pt x="642" y="2150"/>
                  </a:lnTo>
                  <a:lnTo>
                    <a:pt x="638" y="2134"/>
                  </a:lnTo>
                  <a:lnTo>
                    <a:pt x="636" y="2124"/>
                  </a:lnTo>
                  <a:lnTo>
                    <a:pt x="634" y="2116"/>
                  </a:lnTo>
                  <a:lnTo>
                    <a:pt x="632" y="2096"/>
                  </a:lnTo>
                  <a:lnTo>
                    <a:pt x="631" y="2076"/>
                  </a:lnTo>
                  <a:lnTo>
                    <a:pt x="630" y="2056"/>
                  </a:lnTo>
                  <a:lnTo>
                    <a:pt x="631" y="2036"/>
                  </a:lnTo>
                  <a:lnTo>
                    <a:pt x="632" y="2014"/>
                  </a:lnTo>
                  <a:lnTo>
                    <a:pt x="634" y="1988"/>
                  </a:lnTo>
                  <a:lnTo>
                    <a:pt x="638" y="1962"/>
                  </a:lnTo>
                  <a:lnTo>
                    <a:pt x="642" y="1934"/>
                  </a:lnTo>
                  <a:lnTo>
                    <a:pt x="647" y="1904"/>
                  </a:lnTo>
                  <a:lnTo>
                    <a:pt x="653" y="1872"/>
                  </a:lnTo>
                  <a:lnTo>
                    <a:pt x="659" y="1840"/>
                  </a:lnTo>
                  <a:lnTo>
                    <a:pt x="668" y="1804"/>
                  </a:lnTo>
                  <a:lnTo>
                    <a:pt x="674" y="1772"/>
                  </a:lnTo>
                  <a:lnTo>
                    <a:pt x="894" y="631"/>
                  </a:lnTo>
                  <a:lnTo>
                    <a:pt x="919" y="503"/>
                  </a:lnTo>
                  <a:lnTo>
                    <a:pt x="929" y="450"/>
                  </a:lnTo>
                  <a:lnTo>
                    <a:pt x="932" y="436"/>
                  </a:lnTo>
                  <a:lnTo>
                    <a:pt x="937" y="418"/>
                  </a:lnTo>
                  <a:lnTo>
                    <a:pt x="944" y="392"/>
                  </a:lnTo>
                  <a:lnTo>
                    <a:pt x="951" y="370"/>
                  </a:lnTo>
                  <a:lnTo>
                    <a:pt x="959" y="350"/>
                  </a:lnTo>
                  <a:lnTo>
                    <a:pt x="966" y="330"/>
                  </a:lnTo>
                  <a:lnTo>
                    <a:pt x="974" y="314"/>
                  </a:lnTo>
                  <a:lnTo>
                    <a:pt x="983" y="298"/>
                  </a:lnTo>
                  <a:lnTo>
                    <a:pt x="991" y="286"/>
                  </a:lnTo>
                  <a:lnTo>
                    <a:pt x="995" y="280"/>
                  </a:lnTo>
                  <a:lnTo>
                    <a:pt x="1000" y="274"/>
                  </a:lnTo>
                  <a:lnTo>
                    <a:pt x="1009" y="264"/>
                  </a:lnTo>
                  <a:lnTo>
                    <a:pt x="1019" y="256"/>
                  </a:lnTo>
                  <a:lnTo>
                    <a:pt x="1029" y="250"/>
                  </a:lnTo>
                  <a:lnTo>
                    <a:pt x="1041" y="244"/>
                  </a:lnTo>
                  <a:lnTo>
                    <a:pt x="1053" y="238"/>
                  </a:lnTo>
                  <a:lnTo>
                    <a:pt x="1065" y="236"/>
                  </a:lnTo>
                  <a:lnTo>
                    <a:pt x="1079" y="234"/>
                  </a:lnTo>
                  <a:lnTo>
                    <a:pt x="1093" y="234"/>
                  </a:lnTo>
                  <a:lnTo>
                    <a:pt x="1112" y="234"/>
                  </a:lnTo>
                  <a:lnTo>
                    <a:pt x="1130" y="238"/>
                  </a:lnTo>
                  <a:lnTo>
                    <a:pt x="1139" y="240"/>
                  </a:lnTo>
                  <a:lnTo>
                    <a:pt x="1147" y="244"/>
                  </a:lnTo>
                  <a:lnTo>
                    <a:pt x="1154" y="248"/>
                  </a:lnTo>
                  <a:lnTo>
                    <a:pt x="1162" y="252"/>
                  </a:lnTo>
                  <a:lnTo>
                    <a:pt x="1170" y="258"/>
                  </a:lnTo>
                  <a:lnTo>
                    <a:pt x="1177" y="262"/>
                  </a:lnTo>
                  <a:lnTo>
                    <a:pt x="1183" y="270"/>
                  </a:lnTo>
                  <a:lnTo>
                    <a:pt x="1189" y="276"/>
                  </a:lnTo>
                  <a:lnTo>
                    <a:pt x="1195" y="284"/>
                  </a:lnTo>
                  <a:lnTo>
                    <a:pt x="1200" y="292"/>
                  </a:lnTo>
                  <a:lnTo>
                    <a:pt x="1205" y="300"/>
                  </a:lnTo>
                  <a:lnTo>
                    <a:pt x="1210" y="310"/>
                  </a:lnTo>
                  <a:lnTo>
                    <a:pt x="1218" y="326"/>
                  </a:lnTo>
                  <a:lnTo>
                    <a:pt x="1226" y="344"/>
                  </a:lnTo>
                  <a:lnTo>
                    <a:pt x="1230" y="354"/>
                  </a:lnTo>
                  <a:lnTo>
                    <a:pt x="1233" y="364"/>
                  </a:lnTo>
                  <a:lnTo>
                    <a:pt x="1240" y="384"/>
                  </a:lnTo>
                  <a:lnTo>
                    <a:pt x="1246" y="406"/>
                  </a:lnTo>
                  <a:lnTo>
                    <a:pt x="1252" y="428"/>
                  </a:lnTo>
                  <a:lnTo>
                    <a:pt x="1257" y="451"/>
                  </a:lnTo>
                  <a:lnTo>
                    <a:pt x="1262" y="475"/>
                  </a:lnTo>
                  <a:lnTo>
                    <a:pt x="1271" y="527"/>
                  </a:lnTo>
                  <a:lnTo>
                    <a:pt x="1282" y="579"/>
                  </a:lnTo>
                  <a:lnTo>
                    <a:pt x="1293" y="631"/>
                  </a:lnTo>
                  <a:lnTo>
                    <a:pt x="1512" y="1772"/>
                  </a:lnTo>
                  <a:lnTo>
                    <a:pt x="1515" y="1786"/>
                  </a:lnTo>
                  <a:lnTo>
                    <a:pt x="1518" y="1800"/>
                  </a:lnTo>
                  <a:lnTo>
                    <a:pt x="1526" y="1840"/>
                  </a:lnTo>
                  <a:close/>
                  <a:moveTo>
                    <a:pt x="966" y="1428"/>
                  </a:moveTo>
                  <a:lnTo>
                    <a:pt x="1213" y="1428"/>
                  </a:lnTo>
                  <a:lnTo>
                    <a:pt x="1091" y="731"/>
                  </a:lnTo>
                  <a:lnTo>
                    <a:pt x="966" y="1428"/>
                  </a:lnTo>
                  <a:close/>
                  <a:moveTo>
                    <a:pt x="2643" y="1191"/>
                  </a:moveTo>
                  <a:lnTo>
                    <a:pt x="2644" y="1247"/>
                  </a:lnTo>
                  <a:lnTo>
                    <a:pt x="2645" y="1275"/>
                  </a:lnTo>
                  <a:lnTo>
                    <a:pt x="2646" y="1303"/>
                  </a:lnTo>
                  <a:lnTo>
                    <a:pt x="2649" y="1358"/>
                  </a:lnTo>
                  <a:lnTo>
                    <a:pt x="2653" y="1414"/>
                  </a:lnTo>
                  <a:lnTo>
                    <a:pt x="2658" y="1468"/>
                  </a:lnTo>
                  <a:lnTo>
                    <a:pt x="2665" y="1520"/>
                  </a:lnTo>
                  <a:lnTo>
                    <a:pt x="2672" y="1572"/>
                  </a:lnTo>
                  <a:lnTo>
                    <a:pt x="2677" y="1598"/>
                  </a:lnTo>
                  <a:lnTo>
                    <a:pt x="2681" y="1624"/>
                  </a:lnTo>
                  <a:lnTo>
                    <a:pt x="2686" y="1650"/>
                  </a:lnTo>
                  <a:lnTo>
                    <a:pt x="2691" y="1674"/>
                  </a:lnTo>
                  <a:lnTo>
                    <a:pt x="2701" y="1724"/>
                  </a:lnTo>
                  <a:lnTo>
                    <a:pt x="2713" y="1772"/>
                  </a:lnTo>
                  <a:lnTo>
                    <a:pt x="2719" y="1796"/>
                  </a:lnTo>
                  <a:lnTo>
                    <a:pt x="2726" y="1820"/>
                  </a:lnTo>
                  <a:lnTo>
                    <a:pt x="2739" y="1866"/>
                  </a:lnTo>
                  <a:lnTo>
                    <a:pt x="2754" y="1912"/>
                  </a:lnTo>
                  <a:lnTo>
                    <a:pt x="2769" y="1956"/>
                  </a:lnTo>
                  <a:lnTo>
                    <a:pt x="2786" y="1998"/>
                  </a:lnTo>
                  <a:lnTo>
                    <a:pt x="2786" y="2014"/>
                  </a:lnTo>
                  <a:lnTo>
                    <a:pt x="2786" y="2026"/>
                  </a:lnTo>
                  <a:lnTo>
                    <a:pt x="2786" y="2052"/>
                  </a:lnTo>
                  <a:lnTo>
                    <a:pt x="2785" y="2064"/>
                  </a:lnTo>
                  <a:lnTo>
                    <a:pt x="2784" y="2076"/>
                  </a:lnTo>
                  <a:lnTo>
                    <a:pt x="2783" y="2088"/>
                  </a:lnTo>
                  <a:lnTo>
                    <a:pt x="2782" y="2100"/>
                  </a:lnTo>
                  <a:lnTo>
                    <a:pt x="2779" y="2122"/>
                  </a:lnTo>
                  <a:lnTo>
                    <a:pt x="2775" y="2142"/>
                  </a:lnTo>
                  <a:lnTo>
                    <a:pt x="2772" y="2150"/>
                  </a:lnTo>
                  <a:lnTo>
                    <a:pt x="2769" y="2160"/>
                  </a:lnTo>
                  <a:lnTo>
                    <a:pt x="2767" y="2168"/>
                  </a:lnTo>
                  <a:lnTo>
                    <a:pt x="2763" y="2176"/>
                  </a:lnTo>
                  <a:lnTo>
                    <a:pt x="2756" y="2192"/>
                  </a:lnTo>
                  <a:lnTo>
                    <a:pt x="2753" y="2198"/>
                  </a:lnTo>
                  <a:lnTo>
                    <a:pt x="2749" y="2206"/>
                  </a:lnTo>
                  <a:lnTo>
                    <a:pt x="2740" y="2218"/>
                  </a:lnTo>
                  <a:lnTo>
                    <a:pt x="2731" y="2228"/>
                  </a:lnTo>
                  <a:lnTo>
                    <a:pt x="2726" y="2232"/>
                  </a:lnTo>
                  <a:lnTo>
                    <a:pt x="2721" y="2236"/>
                  </a:lnTo>
                  <a:lnTo>
                    <a:pt x="2710" y="2242"/>
                  </a:lnTo>
                  <a:lnTo>
                    <a:pt x="2704" y="2244"/>
                  </a:lnTo>
                  <a:lnTo>
                    <a:pt x="2698" y="2246"/>
                  </a:lnTo>
                  <a:lnTo>
                    <a:pt x="2686" y="2250"/>
                  </a:lnTo>
                  <a:lnTo>
                    <a:pt x="2673" y="2250"/>
                  </a:lnTo>
                  <a:lnTo>
                    <a:pt x="2658" y="2250"/>
                  </a:lnTo>
                  <a:lnTo>
                    <a:pt x="2651" y="2248"/>
                  </a:lnTo>
                  <a:lnTo>
                    <a:pt x="2645" y="2246"/>
                  </a:lnTo>
                  <a:lnTo>
                    <a:pt x="2632" y="2242"/>
                  </a:lnTo>
                  <a:lnTo>
                    <a:pt x="2621" y="2234"/>
                  </a:lnTo>
                  <a:lnTo>
                    <a:pt x="2616" y="2230"/>
                  </a:lnTo>
                  <a:lnTo>
                    <a:pt x="2611" y="2224"/>
                  </a:lnTo>
                  <a:lnTo>
                    <a:pt x="2606" y="2218"/>
                  </a:lnTo>
                  <a:lnTo>
                    <a:pt x="2601" y="2212"/>
                  </a:lnTo>
                  <a:lnTo>
                    <a:pt x="2597" y="2204"/>
                  </a:lnTo>
                  <a:lnTo>
                    <a:pt x="2592" y="2196"/>
                  </a:lnTo>
                  <a:lnTo>
                    <a:pt x="2588" y="2188"/>
                  </a:lnTo>
                  <a:lnTo>
                    <a:pt x="2584" y="2178"/>
                  </a:lnTo>
                  <a:lnTo>
                    <a:pt x="2581" y="2168"/>
                  </a:lnTo>
                  <a:lnTo>
                    <a:pt x="2577" y="2158"/>
                  </a:lnTo>
                  <a:lnTo>
                    <a:pt x="2570" y="2132"/>
                  </a:lnTo>
                  <a:lnTo>
                    <a:pt x="2565" y="2104"/>
                  </a:lnTo>
                  <a:lnTo>
                    <a:pt x="2562" y="2090"/>
                  </a:lnTo>
                  <a:lnTo>
                    <a:pt x="2559" y="2074"/>
                  </a:lnTo>
                  <a:lnTo>
                    <a:pt x="2554" y="2038"/>
                  </a:lnTo>
                  <a:lnTo>
                    <a:pt x="2549" y="2000"/>
                  </a:lnTo>
                  <a:lnTo>
                    <a:pt x="2545" y="1956"/>
                  </a:lnTo>
                  <a:lnTo>
                    <a:pt x="2540" y="1908"/>
                  </a:lnTo>
                  <a:lnTo>
                    <a:pt x="2469" y="1063"/>
                  </a:lnTo>
                  <a:lnTo>
                    <a:pt x="2322" y="1978"/>
                  </a:lnTo>
                  <a:lnTo>
                    <a:pt x="2315" y="2020"/>
                  </a:lnTo>
                  <a:lnTo>
                    <a:pt x="2308" y="2056"/>
                  </a:lnTo>
                  <a:lnTo>
                    <a:pt x="2302" y="2088"/>
                  </a:lnTo>
                  <a:lnTo>
                    <a:pt x="2295" y="2116"/>
                  </a:lnTo>
                  <a:lnTo>
                    <a:pt x="2288" y="2140"/>
                  </a:lnTo>
                  <a:lnTo>
                    <a:pt x="2285" y="2152"/>
                  </a:lnTo>
                  <a:lnTo>
                    <a:pt x="2281" y="2164"/>
                  </a:lnTo>
                  <a:lnTo>
                    <a:pt x="2277" y="2174"/>
                  </a:lnTo>
                  <a:lnTo>
                    <a:pt x="2274" y="2182"/>
                  </a:lnTo>
                  <a:lnTo>
                    <a:pt x="2270" y="2192"/>
                  </a:lnTo>
                  <a:lnTo>
                    <a:pt x="2265" y="2200"/>
                  </a:lnTo>
                  <a:lnTo>
                    <a:pt x="2261" y="2206"/>
                  </a:lnTo>
                  <a:lnTo>
                    <a:pt x="2257" y="2214"/>
                  </a:lnTo>
                  <a:lnTo>
                    <a:pt x="2254" y="2216"/>
                  </a:lnTo>
                  <a:lnTo>
                    <a:pt x="2252" y="2220"/>
                  </a:lnTo>
                  <a:lnTo>
                    <a:pt x="2247" y="2226"/>
                  </a:lnTo>
                  <a:lnTo>
                    <a:pt x="2242" y="2230"/>
                  </a:lnTo>
                  <a:lnTo>
                    <a:pt x="2237" y="2234"/>
                  </a:lnTo>
                  <a:lnTo>
                    <a:pt x="2231" y="2238"/>
                  </a:lnTo>
                  <a:lnTo>
                    <a:pt x="2226" y="2242"/>
                  </a:lnTo>
                  <a:lnTo>
                    <a:pt x="2214" y="2248"/>
                  </a:lnTo>
                  <a:lnTo>
                    <a:pt x="2200" y="2252"/>
                  </a:lnTo>
                  <a:lnTo>
                    <a:pt x="2186" y="2254"/>
                  </a:lnTo>
                  <a:lnTo>
                    <a:pt x="2171" y="2254"/>
                  </a:lnTo>
                  <a:lnTo>
                    <a:pt x="2157" y="2254"/>
                  </a:lnTo>
                  <a:lnTo>
                    <a:pt x="2150" y="2252"/>
                  </a:lnTo>
                  <a:lnTo>
                    <a:pt x="2144" y="2250"/>
                  </a:lnTo>
                  <a:lnTo>
                    <a:pt x="2133" y="2246"/>
                  </a:lnTo>
                  <a:lnTo>
                    <a:pt x="2122" y="2240"/>
                  </a:lnTo>
                  <a:lnTo>
                    <a:pt x="2112" y="2230"/>
                  </a:lnTo>
                  <a:lnTo>
                    <a:pt x="2108" y="2226"/>
                  </a:lnTo>
                  <a:lnTo>
                    <a:pt x="2103" y="2220"/>
                  </a:lnTo>
                  <a:lnTo>
                    <a:pt x="2095" y="2208"/>
                  </a:lnTo>
                  <a:lnTo>
                    <a:pt x="2087" y="2194"/>
                  </a:lnTo>
                  <a:lnTo>
                    <a:pt x="2080" y="2178"/>
                  </a:lnTo>
                  <a:lnTo>
                    <a:pt x="2073" y="2158"/>
                  </a:lnTo>
                  <a:lnTo>
                    <a:pt x="2066" y="2136"/>
                  </a:lnTo>
                  <a:lnTo>
                    <a:pt x="2059" y="2110"/>
                  </a:lnTo>
                  <a:lnTo>
                    <a:pt x="2053" y="2082"/>
                  </a:lnTo>
                  <a:lnTo>
                    <a:pt x="2046" y="2050"/>
                  </a:lnTo>
                  <a:lnTo>
                    <a:pt x="2040" y="2016"/>
                  </a:lnTo>
                  <a:lnTo>
                    <a:pt x="2033" y="1978"/>
                  </a:lnTo>
                  <a:lnTo>
                    <a:pt x="1888" y="1063"/>
                  </a:lnTo>
                  <a:lnTo>
                    <a:pt x="1817" y="1908"/>
                  </a:lnTo>
                  <a:lnTo>
                    <a:pt x="1812" y="1956"/>
                  </a:lnTo>
                  <a:lnTo>
                    <a:pt x="1808" y="2000"/>
                  </a:lnTo>
                  <a:lnTo>
                    <a:pt x="1803" y="2038"/>
                  </a:lnTo>
                  <a:lnTo>
                    <a:pt x="1798" y="2074"/>
                  </a:lnTo>
                  <a:lnTo>
                    <a:pt x="1793" y="2104"/>
                  </a:lnTo>
                  <a:lnTo>
                    <a:pt x="1787" y="2132"/>
                  </a:lnTo>
                  <a:lnTo>
                    <a:pt x="1783" y="2146"/>
                  </a:lnTo>
                  <a:lnTo>
                    <a:pt x="1780" y="2158"/>
                  </a:lnTo>
                  <a:lnTo>
                    <a:pt x="1773" y="2178"/>
                  </a:lnTo>
                  <a:lnTo>
                    <a:pt x="1769" y="2188"/>
                  </a:lnTo>
                  <a:lnTo>
                    <a:pt x="1765" y="2196"/>
                  </a:lnTo>
                  <a:lnTo>
                    <a:pt x="1756" y="2212"/>
                  </a:lnTo>
                  <a:lnTo>
                    <a:pt x="1751" y="2218"/>
                  </a:lnTo>
                  <a:lnTo>
                    <a:pt x="1746" y="2224"/>
                  </a:lnTo>
                  <a:lnTo>
                    <a:pt x="1741" y="2230"/>
                  </a:lnTo>
                  <a:lnTo>
                    <a:pt x="1736" y="2234"/>
                  </a:lnTo>
                  <a:lnTo>
                    <a:pt x="1725" y="2242"/>
                  </a:lnTo>
                  <a:lnTo>
                    <a:pt x="1712" y="2246"/>
                  </a:lnTo>
                  <a:lnTo>
                    <a:pt x="1706" y="2248"/>
                  </a:lnTo>
                  <a:lnTo>
                    <a:pt x="1699" y="2250"/>
                  </a:lnTo>
                  <a:lnTo>
                    <a:pt x="1684" y="2250"/>
                  </a:lnTo>
                  <a:lnTo>
                    <a:pt x="1671" y="2250"/>
                  </a:lnTo>
                  <a:lnTo>
                    <a:pt x="1658" y="2246"/>
                  </a:lnTo>
                  <a:lnTo>
                    <a:pt x="1646" y="2242"/>
                  </a:lnTo>
                  <a:lnTo>
                    <a:pt x="1640" y="2238"/>
                  </a:lnTo>
                  <a:lnTo>
                    <a:pt x="1635" y="2234"/>
                  </a:lnTo>
                  <a:lnTo>
                    <a:pt x="1630" y="2230"/>
                  </a:lnTo>
                  <a:lnTo>
                    <a:pt x="1625" y="2226"/>
                  </a:lnTo>
                  <a:lnTo>
                    <a:pt x="1615" y="2216"/>
                  </a:lnTo>
                  <a:lnTo>
                    <a:pt x="1606" y="2202"/>
                  </a:lnTo>
                  <a:lnTo>
                    <a:pt x="1598" y="2188"/>
                  </a:lnTo>
                  <a:lnTo>
                    <a:pt x="1595" y="2180"/>
                  </a:lnTo>
                  <a:lnTo>
                    <a:pt x="1591" y="2172"/>
                  </a:lnTo>
                  <a:lnTo>
                    <a:pt x="1588" y="2162"/>
                  </a:lnTo>
                  <a:lnTo>
                    <a:pt x="1585" y="2154"/>
                  </a:lnTo>
                  <a:lnTo>
                    <a:pt x="1580" y="2134"/>
                  </a:lnTo>
                  <a:lnTo>
                    <a:pt x="1576" y="2114"/>
                  </a:lnTo>
                  <a:lnTo>
                    <a:pt x="1573" y="2092"/>
                  </a:lnTo>
                  <a:lnTo>
                    <a:pt x="1572" y="2082"/>
                  </a:lnTo>
                  <a:lnTo>
                    <a:pt x="1571" y="2070"/>
                  </a:lnTo>
                  <a:lnTo>
                    <a:pt x="1571" y="2058"/>
                  </a:lnTo>
                  <a:lnTo>
                    <a:pt x="1570" y="2046"/>
                  </a:lnTo>
                  <a:lnTo>
                    <a:pt x="1571" y="2020"/>
                  </a:lnTo>
                  <a:lnTo>
                    <a:pt x="1575" y="1940"/>
                  </a:lnTo>
                  <a:lnTo>
                    <a:pt x="1579" y="1888"/>
                  </a:lnTo>
                  <a:lnTo>
                    <a:pt x="1583" y="1830"/>
                  </a:lnTo>
                  <a:lnTo>
                    <a:pt x="1586" y="1786"/>
                  </a:lnTo>
                  <a:lnTo>
                    <a:pt x="1591" y="1742"/>
                  </a:lnTo>
                  <a:lnTo>
                    <a:pt x="1594" y="1702"/>
                  </a:lnTo>
                  <a:lnTo>
                    <a:pt x="1696" y="555"/>
                  </a:lnTo>
                  <a:lnTo>
                    <a:pt x="1700" y="515"/>
                  </a:lnTo>
                  <a:lnTo>
                    <a:pt x="1704" y="479"/>
                  </a:lnTo>
                  <a:lnTo>
                    <a:pt x="1707" y="451"/>
                  </a:lnTo>
                  <a:lnTo>
                    <a:pt x="1709" y="440"/>
                  </a:lnTo>
                  <a:lnTo>
                    <a:pt x="1711" y="430"/>
                  </a:lnTo>
                  <a:lnTo>
                    <a:pt x="1715" y="412"/>
                  </a:lnTo>
                  <a:lnTo>
                    <a:pt x="1719" y="392"/>
                  </a:lnTo>
                  <a:lnTo>
                    <a:pt x="1725" y="374"/>
                  </a:lnTo>
                  <a:lnTo>
                    <a:pt x="1731" y="354"/>
                  </a:lnTo>
                  <a:lnTo>
                    <a:pt x="1737" y="342"/>
                  </a:lnTo>
                  <a:lnTo>
                    <a:pt x="1743" y="328"/>
                  </a:lnTo>
                  <a:lnTo>
                    <a:pt x="1749" y="316"/>
                  </a:lnTo>
                  <a:lnTo>
                    <a:pt x="1755" y="306"/>
                  </a:lnTo>
                  <a:lnTo>
                    <a:pt x="1762" y="296"/>
                  </a:lnTo>
                  <a:lnTo>
                    <a:pt x="1769" y="286"/>
                  </a:lnTo>
                  <a:lnTo>
                    <a:pt x="1777" y="278"/>
                  </a:lnTo>
                  <a:lnTo>
                    <a:pt x="1785" y="270"/>
                  </a:lnTo>
                  <a:lnTo>
                    <a:pt x="1793" y="264"/>
                  </a:lnTo>
                  <a:lnTo>
                    <a:pt x="1801" y="258"/>
                  </a:lnTo>
                  <a:lnTo>
                    <a:pt x="1810" y="252"/>
                  </a:lnTo>
                  <a:lnTo>
                    <a:pt x="1818" y="248"/>
                  </a:lnTo>
                  <a:lnTo>
                    <a:pt x="1827" y="244"/>
                  </a:lnTo>
                  <a:lnTo>
                    <a:pt x="1837" y="242"/>
                  </a:lnTo>
                  <a:lnTo>
                    <a:pt x="1846" y="242"/>
                  </a:lnTo>
                  <a:lnTo>
                    <a:pt x="1855" y="240"/>
                  </a:lnTo>
                  <a:lnTo>
                    <a:pt x="1869" y="242"/>
                  </a:lnTo>
                  <a:lnTo>
                    <a:pt x="1877" y="244"/>
                  </a:lnTo>
                  <a:lnTo>
                    <a:pt x="1884" y="246"/>
                  </a:lnTo>
                  <a:lnTo>
                    <a:pt x="1897" y="250"/>
                  </a:lnTo>
                  <a:lnTo>
                    <a:pt x="1904" y="254"/>
                  </a:lnTo>
                  <a:lnTo>
                    <a:pt x="1910" y="258"/>
                  </a:lnTo>
                  <a:lnTo>
                    <a:pt x="1916" y="262"/>
                  </a:lnTo>
                  <a:lnTo>
                    <a:pt x="1923" y="268"/>
                  </a:lnTo>
                  <a:lnTo>
                    <a:pt x="1928" y="274"/>
                  </a:lnTo>
                  <a:lnTo>
                    <a:pt x="1934" y="280"/>
                  </a:lnTo>
                  <a:lnTo>
                    <a:pt x="1945" y="294"/>
                  </a:lnTo>
                  <a:lnTo>
                    <a:pt x="1956" y="310"/>
                  </a:lnTo>
                  <a:lnTo>
                    <a:pt x="1966" y="328"/>
                  </a:lnTo>
                  <a:lnTo>
                    <a:pt x="1975" y="350"/>
                  </a:lnTo>
                  <a:lnTo>
                    <a:pt x="1984" y="372"/>
                  </a:lnTo>
                  <a:lnTo>
                    <a:pt x="1992" y="396"/>
                  </a:lnTo>
                  <a:lnTo>
                    <a:pt x="1999" y="424"/>
                  </a:lnTo>
                  <a:lnTo>
                    <a:pt x="2006" y="453"/>
                  </a:lnTo>
                  <a:lnTo>
                    <a:pt x="2013" y="483"/>
                  </a:lnTo>
                  <a:lnTo>
                    <a:pt x="2018" y="517"/>
                  </a:lnTo>
                  <a:lnTo>
                    <a:pt x="2180" y="1526"/>
                  </a:lnTo>
                  <a:lnTo>
                    <a:pt x="2339" y="517"/>
                  </a:lnTo>
                  <a:lnTo>
                    <a:pt x="2344" y="483"/>
                  </a:lnTo>
                  <a:lnTo>
                    <a:pt x="2351" y="453"/>
                  </a:lnTo>
                  <a:lnTo>
                    <a:pt x="2358" y="424"/>
                  </a:lnTo>
                  <a:lnTo>
                    <a:pt x="2365" y="396"/>
                  </a:lnTo>
                  <a:lnTo>
                    <a:pt x="2373" y="372"/>
                  </a:lnTo>
                  <a:lnTo>
                    <a:pt x="2382" y="350"/>
                  </a:lnTo>
                  <a:lnTo>
                    <a:pt x="2391" y="328"/>
                  </a:lnTo>
                  <a:lnTo>
                    <a:pt x="2401" y="310"/>
                  </a:lnTo>
                  <a:lnTo>
                    <a:pt x="2412" y="294"/>
                  </a:lnTo>
                  <a:lnTo>
                    <a:pt x="2417" y="286"/>
                  </a:lnTo>
                  <a:lnTo>
                    <a:pt x="2423" y="280"/>
                  </a:lnTo>
                  <a:lnTo>
                    <a:pt x="2429" y="274"/>
                  </a:lnTo>
                  <a:lnTo>
                    <a:pt x="2435" y="268"/>
                  </a:lnTo>
                  <a:lnTo>
                    <a:pt x="2447" y="258"/>
                  </a:lnTo>
                  <a:lnTo>
                    <a:pt x="2453" y="254"/>
                  </a:lnTo>
                  <a:lnTo>
                    <a:pt x="2460" y="250"/>
                  </a:lnTo>
                  <a:lnTo>
                    <a:pt x="2473" y="246"/>
                  </a:lnTo>
                  <a:lnTo>
                    <a:pt x="2488" y="242"/>
                  </a:lnTo>
                  <a:lnTo>
                    <a:pt x="2503" y="240"/>
                  </a:lnTo>
                  <a:lnTo>
                    <a:pt x="2512" y="242"/>
                  </a:lnTo>
                  <a:lnTo>
                    <a:pt x="2521" y="242"/>
                  </a:lnTo>
                  <a:lnTo>
                    <a:pt x="2530" y="244"/>
                  </a:lnTo>
                  <a:lnTo>
                    <a:pt x="2539" y="248"/>
                  </a:lnTo>
                  <a:lnTo>
                    <a:pt x="2547" y="252"/>
                  </a:lnTo>
                  <a:lnTo>
                    <a:pt x="2556" y="258"/>
                  </a:lnTo>
                  <a:lnTo>
                    <a:pt x="2564" y="264"/>
                  </a:lnTo>
                  <a:lnTo>
                    <a:pt x="2572" y="270"/>
                  </a:lnTo>
                  <a:lnTo>
                    <a:pt x="2580" y="278"/>
                  </a:lnTo>
                  <a:lnTo>
                    <a:pt x="2588" y="286"/>
                  </a:lnTo>
                  <a:lnTo>
                    <a:pt x="2595" y="296"/>
                  </a:lnTo>
                  <a:lnTo>
                    <a:pt x="2602" y="306"/>
                  </a:lnTo>
                  <a:lnTo>
                    <a:pt x="2608" y="316"/>
                  </a:lnTo>
                  <a:lnTo>
                    <a:pt x="2614" y="328"/>
                  </a:lnTo>
                  <a:lnTo>
                    <a:pt x="2620" y="342"/>
                  </a:lnTo>
                  <a:lnTo>
                    <a:pt x="2626" y="354"/>
                  </a:lnTo>
                  <a:lnTo>
                    <a:pt x="2632" y="374"/>
                  </a:lnTo>
                  <a:lnTo>
                    <a:pt x="2635" y="384"/>
                  </a:lnTo>
                  <a:lnTo>
                    <a:pt x="2638" y="392"/>
                  </a:lnTo>
                  <a:lnTo>
                    <a:pt x="2642" y="412"/>
                  </a:lnTo>
                  <a:lnTo>
                    <a:pt x="2646" y="430"/>
                  </a:lnTo>
                  <a:lnTo>
                    <a:pt x="2650" y="451"/>
                  </a:lnTo>
                  <a:lnTo>
                    <a:pt x="2652" y="465"/>
                  </a:lnTo>
                  <a:lnTo>
                    <a:pt x="2653" y="479"/>
                  </a:lnTo>
                  <a:lnTo>
                    <a:pt x="2657" y="515"/>
                  </a:lnTo>
                  <a:lnTo>
                    <a:pt x="2661" y="555"/>
                  </a:lnTo>
                  <a:lnTo>
                    <a:pt x="2680" y="765"/>
                  </a:lnTo>
                  <a:lnTo>
                    <a:pt x="2675" y="791"/>
                  </a:lnTo>
                  <a:lnTo>
                    <a:pt x="2671" y="815"/>
                  </a:lnTo>
                  <a:lnTo>
                    <a:pt x="2664" y="867"/>
                  </a:lnTo>
                  <a:lnTo>
                    <a:pt x="2658" y="919"/>
                  </a:lnTo>
                  <a:lnTo>
                    <a:pt x="2655" y="945"/>
                  </a:lnTo>
                  <a:lnTo>
                    <a:pt x="2653" y="973"/>
                  </a:lnTo>
                  <a:lnTo>
                    <a:pt x="2651" y="999"/>
                  </a:lnTo>
                  <a:lnTo>
                    <a:pt x="2649" y="1027"/>
                  </a:lnTo>
                  <a:lnTo>
                    <a:pt x="2647" y="1053"/>
                  </a:lnTo>
                  <a:lnTo>
                    <a:pt x="2646" y="1081"/>
                  </a:lnTo>
                  <a:lnTo>
                    <a:pt x="2645" y="1107"/>
                  </a:lnTo>
                  <a:lnTo>
                    <a:pt x="2644" y="1135"/>
                  </a:lnTo>
                  <a:lnTo>
                    <a:pt x="2643" y="1191"/>
                  </a:lnTo>
                  <a:close/>
                  <a:moveTo>
                    <a:pt x="4662" y="1920"/>
                  </a:moveTo>
                  <a:lnTo>
                    <a:pt x="4666" y="1934"/>
                  </a:lnTo>
                  <a:lnTo>
                    <a:pt x="4669" y="1946"/>
                  </a:lnTo>
                  <a:lnTo>
                    <a:pt x="4671" y="1960"/>
                  </a:lnTo>
                  <a:lnTo>
                    <a:pt x="4673" y="1972"/>
                  </a:lnTo>
                  <a:lnTo>
                    <a:pt x="4675" y="1986"/>
                  </a:lnTo>
                  <a:lnTo>
                    <a:pt x="4676" y="1998"/>
                  </a:lnTo>
                  <a:lnTo>
                    <a:pt x="4677" y="2012"/>
                  </a:lnTo>
                  <a:lnTo>
                    <a:pt x="4677" y="2024"/>
                  </a:lnTo>
                  <a:lnTo>
                    <a:pt x="4676" y="2048"/>
                  </a:lnTo>
                  <a:lnTo>
                    <a:pt x="4676" y="2060"/>
                  </a:lnTo>
                  <a:lnTo>
                    <a:pt x="4675" y="2072"/>
                  </a:lnTo>
                  <a:lnTo>
                    <a:pt x="4672" y="2094"/>
                  </a:lnTo>
                  <a:lnTo>
                    <a:pt x="4668" y="2114"/>
                  </a:lnTo>
                  <a:lnTo>
                    <a:pt x="4664" y="2134"/>
                  </a:lnTo>
                  <a:lnTo>
                    <a:pt x="4658" y="2152"/>
                  </a:lnTo>
                  <a:lnTo>
                    <a:pt x="4655" y="2162"/>
                  </a:lnTo>
                  <a:lnTo>
                    <a:pt x="4651" y="2170"/>
                  </a:lnTo>
                  <a:lnTo>
                    <a:pt x="4643" y="2186"/>
                  </a:lnTo>
                  <a:lnTo>
                    <a:pt x="4639" y="2194"/>
                  </a:lnTo>
                  <a:lnTo>
                    <a:pt x="4635" y="2202"/>
                  </a:lnTo>
                  <a:lnTo>
                    <a:pt x="4625" y="2214"/>
                  </a:lnTo>
                  <a:lnTo>
                    <a:pt x="4616" y="2226"/>
                  </a:lnTo>
                  <a:lnTo>
                    <a:pt x="4605" y="2234"/>
                  </a:lnTo>
                  <a:lnTo>
                    <a:pt x="4594" y="2242"/>
                  </a:lnTo>
                  <a:lnTo>
                    <a:pt x="4582" y="2246"/>
                  </a:lnTo>
                  <a:lnTo>
                    <a:pt x="4576" y="2248"/>
                  </a:lnTo>
                  <a:lnTo>
                    <a:pt x="4570" y="2250"/>
                  </a:lnTo>
                  <a:lnTo>
                    <a:pt x="4557" y="2250"/>
                  </a:lnTo>
                  <a:lnTo>
                    <a:pt x="4549" y="2250"/>
                  </a:lnTo>
                  <a:lnTo>
                    <a:pt x="4542" y="2248"/>
                  </a:lnTo>
                  <a:lnTo>
                    <a:pt x="4534" y="2246"/>
                  </a:lnTo>
                  <a:lnTo>
                    <a:pt x="4527" y="2242"/>
                  </a:lnTo>
                  <a:lnTo>
                    <a:pt x="4520" y="2236"/>
                  </a:lnTo>
                  <a:lnTo>
                    <a:pt x="4513" y="2230"/>
                  </a:lnTo>
                  <a:lnTo>
                    <a:pt x="4506" y="2222"/>
                  </a:lnTo>
                  <a:lnTo>
                    <a:pt x="4498" y="2214"/>
                  </a:lnTo>
                  <a:lnTo>
                    <a:pt x="4492" y="2204"/>
                  </a:lnTo>
                  <a:lnTo>
                    <a:pt x="4484" y="2192"/>
                  </a:lnTo>
                  <a:lnTo>
                    <a:pt x="4468" y="2162"/>
                  </a:lnTo>
                  <a:lnTo>
                    <a:pt x="4459" y="2144"/>
                  </a:lnTo>
                  <a:lnTo>
                    <a:pt x="4450" y="2122"/>
                  </a:lnTo>
                  <a:lnTo>
                    <a:pt x="4430" y="2074"/>
                  </a:lnTo>
                  <a:lnTo>
                    <a:pt x="4165" y="1432"/>
                  </a:lnTo>
                  <a:lnTo>
                    <a:pt x="4165" y="2008"/>
                  </a:lnTo>
                  <a:lnTo>
                    <a:pt x="4164" y="2036"/>
                  </a:lnTo>
                  <a:lnTo>
                    <a:pt x="4164" y="2050"/>
                  </a:lnTo>
                  <a:lnTo>
                    <a:pt x="4163" y="2064"/>
                  </a:lnTo>
                  <a:lnTo>
                    <a:pt x="4160" y="2088"/>
                  </a:lnTo>
                  <a:lnTo>
                    <a:pt x="4157" y="2112"/>
                  </a:lnTo>
                  <a:lnTo>
                    <a:pt x="4155" y="2124"/>
                  </a:lnTo>
                  <a:lnTo>
                    <a:pt x="4152" y="2134"/>
                  </a:lnTo>
                  <a:lnTo>
                    <a:pt x="4147" y="2154"/>
                  </a:lnTo>
                  <a:lnTo>
                    <a:pt x="4140" y="2174"/>
                  </a:lnTo>
                  <a:lnTo>
                    <a:pt x="4137" y="2182"/>
                  </a:lnTo>
                  <a:lnTo>
                    <a:pt x="4133" y="2190"/>
                  </a:lnTo>
                  <a:lnTo>
                    <a:pt x="4129" y="2198"/>
                  </a:lnTo>
                  <a:lnTo>
                    <a:pt x="4125" y="2206"/>
                  </a:lnTo>
                  <a:lnTo>
                    <a:pt x="4115" y="2218"/>
                  </a:lnTo>
                  <a:lnTo>
                    <a:pt x="4105" y="2230"/>
                  </a:lnTo>
                  <a:lnTo>
                    <a:pt x="4100" y="2234"/>
                  </a:lnTo>
                  <a:lnTo>
                    <a:pt x="4095" y="2238"/>
                  </a:lnTo>
                  <a:lnTo>
                    <a:pt x="4083" y="2246"/>
                  </a:lnTo>
                  <a:lnTo>
                    <a:pt x="4071" y="2250"/>
                  </a:lnTo>
                  <a:lnTo>
                    <a:pt x="4064" y="2252"/>
                  </a:lnTo>
                  <a:lnTo>
                    <a:pt x="4057" y="2254"/>
                  </a:lnTo>
                  <a:lnTo>
                    <a:pt x="4043" y="2254"/>
                  </a:lnTo>
                  <a:lnTo>
                    <a:pt x="4029" y="2254"/>
                  </a:lnTo>
                  <a:lnTo>
                    <a:pt x="4022" y="2252"/>
                  </a:lnTo>
                  <a:lnTo>
                    <a:pt x="4015" y="2250"/>
                  </a:lnTo>
                  <a:lnTo>
                    <a:pt x="4003" y="2246"/>
                  </a:lnTo>
                  <a:lnTo>
                    <a:pt x="3991" y="2238"/>
                  </a:lnTo>
                  <a:lnTo>
                    <a:pt x="3985" y="2234"/>
                  </a:lnTo>
                  <a:lnTo>
                    <a:pt x="3980" y="2230"/>
                  </a:lnTo>
                  <a:lnTo>
                    <a:pt x="3970" y="2218"/>
                  </a:lnTo>
                  <a:lnTo>
                    <a:pt x="3960" y="2206"/>
                  </a:lnTo>
                  <a:lnTo>
                    <a:pt x="3956" y="2198"/>
                  </a:lnTo>
                  <a:lnTo>
                    <a:pt x="3952" y="2190"/>
                  </a:lnTo>
                  <a:lnTo>
                    <a:pt x="3948" y="2182"/>
                  </a:lnTo>
                  <a:lnTo>
                    <a:pt x="3944" y="2174"/>
                  </a:lnTo>
                  <a:lnTo>
                    <a:pt x="3938" y="2154"/>
                  </a:lnTo>
                  <a:lnTo>
                    <a:pt x="3933" y="2134"/>
                  </a:lnTo>
                  <a:lnTo>
                    <a:pt x="3930" y="2124"/>
                  </a:lnTo>
                  <a:lnTo>
                    <a:pt x="3928" y="2112"/>
                  </a:lnTo>
                  <a:lnTo>
                    <a:pt x="3925" y="2088"/>
                  </a:lnTo>
                  <a:lnTo>
                    <a:pt x="3922" y="2064"/>
                  </a:lnTo>
                  <a:lnTo>
                    <a:pt x="3921" y="2036"/>
                  </a:lnTo>
                  <a:lnTo>
                    <a:pt x="3920" y="2008"/>
                  </a:lnTo>
                  <a:lnTo>
                    <a:pt x="3920" y="1842"/>
                  </a:lnTo>
                  <a:lnTo>
                    <a:pt x="3930" y="1804"/>
                  </a:lnTo>
                  <a:lnTo>
                    <a:pt x="3940" y="1768"/>
                  </a:lnTo>
                  <a:lnTo>
                    <a:pt x="3945" y="1748"/>
                  </a:lnTo>
                  <a:lnTo>
                    <a:pt x="3949" y="1730"/>
                  </a:lnTo>
                  <a:lnTo>
                    <a:pt x="3958" y="1692"/>
                  </a:lnTo>
                  <a:lnTo>
                    <a:pt x="3965" y="1652"/>
                  </a:lnTo>
                  <a:lnTo>
                    <a:pt x="3973" y="1612"/>
                  </a:lnTo>
                  <a:lnTo>
                    <a:pt x="3979" y="1572"/>
                  </a:lnTo>
                  <a:lnTo>
                    <a:pt x="3985" y="1532"/>
                  </a:lnTo>
                  <a:lnTo>
                    <a:pt x="3991" y="1490"/>
                  </a:lnTo>
                  <a:lnTo>
                    <a:pt x="3995" y="1450"/>
                  </a:lnTo>
                  <a:lnTo>
                    <a:pt x="3999" y="1408"/>
                  </a:lnTo>
                  <a:lnTo>
                    <a:pt x="4003" y="1364"/>
                  </a:lnTo>
                  <a:lnTo>
                    <a:pt x="4005" y="1323"/>
                  </a:lnTo>
                  <a:lnTo>
                    <a:pt x="4007" y="1279"/>
                  </a:lnTo>
                  <a:lnTo>
                    <a:pt x="4008" y="1235"/>
                  </a:lnTo>
                  <a:lnTo>
                    <a:pt x="4009" y="1191"/>
                  </a:lnTo>
                  <a:lnTo>
                    <a:pt x="4008" y="1147"/>
                  </a:lnTo>
                  <a:lnTo>
                    <a:pt x="4007" y="1103"/>
                  </a:lnTo>
                  <a:lnTo>
                    <a:pt x="4005" y="1059"/>
                  </a:lnTo>
                  <a:lnTo>
                    <a:pt x="4003" y="1017"/>
                  </a:lnTo>
                  <a:lnTo>
                    <a:pt x="3999" y="973"/>
                  </a:lnTo>
                  <a:lnTo>
                    <a:pt x="3995" y="931"/>
                  </a:lnTo>
                  <a:lnTo>
                    <a:pt x="3991" y="889"/>
                  </a:lnTo>
                  <a:lnTo>
                    <a:pt x="3985" y="849"/>
                  </a:lnTo>
                  <a:lnTo>
                    <a:pt x="3979" y="809"/>
                  </a:lnTo>
                  <a:lnTo>
                    <a:pt x="3976" y="787"/>
                  </a:lnTo>
                  <a:lnTo>
                    <a:pt x="3973" y="767"/>
                  </a:lnTo>
                  <a:lnTo>
                    <a:pt x="3965" y="729"/>
                  </a:lnTo>
                  <a:lnTo>
                    <a:pt x="3958" y="689"/>
                  </a:lnTo>
                  <a:lnTo>
                    <a:pt x="3949" y="651"/>
                  </a:lnTo>
                  <a:lnTo>
                    <a:pt x="3940" y="613"/>
                  </a:lnTo>
                  <a:lnTo>
                    <a:pt x="3935" y="595"/>
                  </a:lnTo>
                  <a:lnTo>
                    <a:pt x="3930" y="577"/>
                  </a:lnTo>
                  <a:lnTo>
                    <a:pt x="3920" y="539"/>
                  </a:lnTo>
                  <a:lnTo>
                    <a:pt x="3920" y="499"/>
                  </a:lnTo>
                  <a:lnTo>
                    <a:pt x="3921" y="467"/>
                  </a:lnTo>
                  <a:lnTo>
                    <a:pt x="3921" y="453"/>
                  </a:lnTo>
                  <a:lnTo>
                    <a:pt x="3922" y="440"/>
                  </a:lnTo>
                  <a:lnTo>
                    <a:pt x="3925" y="412"/>
                  </a:lnTo>
                  <a:lnTo>
                    <a:pt x="3926" y="400"/>
                  </a:lnTo>
                  <a:lnTo>
                    <a:pt x="3928" y="388"/>
                  </a:lnTo>
                  <a:lnTo>
                    <a:pt x="3933" y="364"/>
                  </a:lnTo>
                  <a:lnTo>
                    <a:pt x="3939" y="344"/>
                  </a:lnTo>
                  <a:lnTo>
                    <a:pt x="3942" y="334"/>
                  </a:lnTo>
                  <a:lnTo>
                    <a:pt x="3946" y="324"/>
                  </a:lnTo>
                  <a:lnTo>
                    <a:pt x="3953" y="308"/>
                  </a:lnTo>
                  <a:lnTo>
                    <a:pt x="3958" y="300"/>
                  </a:lnTo>
                  <a:lnTo>
                    <a:pt x="3962" y="292"/>
                  </a:lnTo>
                  <a:lnTo>
                    <a:pt x="3972" y="280"/>
                  </a:lnTo>
                  <a:lnTo>
                    <a:pt x="3983" y="268"/>
                  </a:lnTo>
                  <a:lnTo>
                    <a:pt x="3989" y="264"/>
                  </a:lnTo>
                  <a:lnTo>
                    <a:pt x="3995" y="260"/>
                  </a:lnTo>
                  <a:lnTo>
                    <a:pt x="4008" y="254"/>
                  </a:lnTo>
                  <a:lnTo>
                    <a:pt x="4023" y="248"/>
                  </a:lnTo>
                  <a:lnTo>
                    <a:pt x="4030" y="246"/>
                  </a:lnTo>
                  <a:lnTo>
                    <a:pt x="4038" y="246"/>
                  </a:lnTo>
                  <a:lnTo>
                    <a:pt x="4054" y="244"/>
                  </a:lnTo>
                  <a:lnTo>
                    <a:pt x="4257" y="244"/>
                  </a:lnTo>
                  <a:lnTo>
                    <a:pt x="4280" y="244"/>
                  </a:lnTo>
                  <a:lnTo>
                    <a:pt x="4302" y="246"/>
                  </a:lnTo>
                  <a:lnTo>
                    <a:pt x="4323" y="246"/>
                  </a:lnTo>
                  <a:lnTo>
                    <a:pt x="4342" y="250"/>
                  </a:lnTo>
                  <a:lnTo>
                    <a:pt x="4361" y="252"/>
                  </a:lnTo>
                  <a:lnTo>
                    <a:pt x="4379" y="256"/>
                  </a:lnTo>
                  <a:lnTo>
                    <a:pt x="4395" y="260"/>
                  </a:lnTo>
                  <a:lnTo>
                    <a:pt x="4411" y="264"/>
                  </a:lnTo>
                  <a:lnTo>
                    <a:pt x="4425" y="270"/>
                  </a:lnTo>
                  <a:lnTo>
                    <a:pt x="4440" y="278"/>
                  </a:lnTo>
                  <a:lnTo>
                    <a:pt x="4453" y="284"/>
                  </a:lnTo>
                  <a:lnTo>
                    <a:pt x="4466" y="294"/>
                  </a:lnTo>
                  <a:lnTo>
                    <a:pt x="4479" y="302"/>
                  </a:lnTo>
                  <a:lnTo>
                    <a:pt x="4491" y="312"/>
                  </a:lnTo>
                  <a:lnTo>
                    <a:pt x="4504" y="324"/>
                  </a:lnTo>
                  <a:lnTo>
                    <a:pt x="4515" y="336"/>
                  </a:lnTo>
                  <a:lnTo>
                    <a:pt x="4524" y="346"/>
                  </a:lnTo>
                  <a:lnTo>
                    <a:pt x="4533" y="358"/>
                  </a:lnTo>
                  <a:lnTo>
                    <a:pt x="4549" y="380"/>
                  </a:lnTo>
                  <a:lnTo>
                    <a:pt x="4564" y="404"/>
                  </a:lnTo>
                  <a:lnTo>
                    <a:pt x="4579" y="430"/>
                  </a:lnTo>
                  <a:lnTo>
                    <a:pt x="4586" y="444"/>
                  </a:lnTo>
                  <a:lnTo>
                    <a:pt x="4592" y="457"/>
                  </a:lnTo>
                  <a:lnTo>
                    <a:pt x="4605" y="487"/>
                  </a:lnTo>
                  <a:lnTo>
                    <a:pt x="4610" y="503"/>
                  </a:lnTo>
                  <a:lnTo>
                    <a:pt x="4616" y="519"/>
                  </a:lnTo>
                  <a:lnTo>
                    <a:pt x="4621" y="535"/>
                  </a:lnTo>
                  <a:lnTo>
                    <a:pt x="4626" y="551"/>
                  </a:lnTo>
                  <a:lnTo>
                    <a:pt x="4631" y="569"/>
                  </a:lnTo>
                  <a:lnTo>
                    <a:pt x="4636" y="585"/>
                  </a:lnTo>
                  <a:lnTo>
                    <a:pt x="4640" y="603"/>
                  </a:lnTo>
                  <a:lnTo>
                    <a:pt x="4644" y="621"/>
                  </a:lnTo>
                  <a:lnTo>
                    <a:pt x="4647" y="639"/>
                  </a:lnTo>
                  <a:lnTo>
                    <a:pt x="4651" y="657"/>
                  </a:lnTo>
                  <a:lnTo>
                    <a:pt x="4654" y="675"/>
                  </a:lnTo>
                  <a:lnTo>
                    <a:pt x="4656" y="695"/>
                  </a:lnTo>
                  <a:lnTo>
                    <a:pt x="4659" y="713"/>
                  </a:lnTo>
                  <a:lnTo>
                    <a:pt x="4661" y="733"/>
                  </a:lnTo>
                  <a:lnTo>
                    <a:pt x="4664" y="771"/>
                  </a:lnTo>
                  <a:lnTo>
                    <a:pt x="4665" y="791"/>
                  </a:lnTo>
                  <a:lnTo>
                    <a:pt x="4666" y="813"/>
                  </a:lnTo>
                  <a:lnTo>
                    <a:pt x="4666" y="833"/>
                  </a:lnTo>
                  <a:lnTo>
                    <a:pt x="4666" y="853"/>
                  </a:lnTo>
                  <a:lnTo>
                    <a:pt x="4666" y="881"/>
                  </a:lnTo>
                  <a:lnTo>
                    <a:pt x="4665" y="909"/>
                  </a:lnTo>
                  <a:lnTo>
                    <a:pt x="4664" y="935"/>
                  </a:lnTo>
                  <a:lnTo>
                    <a:pt x="4663" y="961"/>
                  </a:lnTo>
                  <a:lnTo>
                    <a:pt x="4661" y="987"/>
                  </a:lnTo>
                  <a:lnTo>
                    <a:pt x="4658" y="1011"/>
                  </a:lnTo>
                  <a:lnTo>
                    <a:pt x="4655" y="1035"/>
                  </a:lnTo>
                  <a:lnTo>
                    <a:pt x="4652" y="1059"/>
                  </a:lnTo>
                  <a:lnTo>
                    <a:pt x="4648" y="1081"/>
                  </a:lnTo>
                  <a:lnTo>
                    <a:pt x="4644" y="1101"/>
                  </a:lnTo>
                  <a:lnTo>
                    <a:pt x="4640" y="1123"/>
                  </a:lnTo>
                  <a:lnTo>
                    <a:pt x="4635" y="1143"/>
                  </a:lnTo>
                  <a:lnTo>
                    <a:pt x="4629" y="1161"/>
                  </a:lnTo>
                  <a:lnTo>
                    <a:pt x="4623" y="1181"/>
                  </a:lnTo>
                  <a:lnTo>
                    <a:pt x="4617" y="1197"/>
                  </a:lnTo>
                  <a:lnTo>
                    <a:pt x="4610" y="1215"/>
                  </a:lnTo>
                  <a:lnTo>
                    <a:pt x="4603" y="1231"/>
                  </a:lnTo>
                  <a:lnTo>
                    <a:pt x="4595" y="1247"/>
                  </a:lnTo>
                  <a:lnTo>
                    <a:pt x="4587" y="1261"/>
                  </a:lnTo>
                  <a:lnTo>
                    <a:pt x="4578" y="1275"/>
                  </a:lnTo>
                  <a:lnTo>
                    <a:pt x="4569" y="1289"/>
                  </a:lnTo>
                  <a:lnTo>
                    <a:pt x="4560" y="1303"/>
                  </a:lnTo>
                  <a:lnTo>
                    <a:pt x="4549" y="1315"/>
                  </a:lnTo>
                  <a:lnTo>
                    <a:pt x="4539" y="1327"/>
                  </a:lnTo>
                  <a:lnTo>
                    <a:pt x="4528" y="1337"/>
                  </a:lnTo>
                  <a:lnTo>
                    <a:pt x="4516" y="1349"/>
                  </a:lnTo>
                  <a:lnTo>
                    <a:pt x="4504" y="1358"/>
                  </a:lnTo>
                  <a:lnTo>
                    <a:pt x="4491" y="1366"/>
                  </a:lnTo>
                  <a:lnTo>
                    <a:pt x="4478" y="1374"/>
                  </a:lnTo>
                  <a:lnTo>
                    <a:pt x="4465" y="1382"/>
                  </a:lnTo>
                  <a:lnTo>
                    <a:pt x="4436" y="1396"/>
                  </a:lnTo>
                  <a:lnTo>
                    <a:pt x="4571" y="1700"/>
                  </a:lnTo>
                  <a:lnTo>
                    <a:pt x="4579" y="1722"/>
                  </a:lnTo>
                  <a:lnTo>
                    <a:pt x="4589" y="1744"/>
                  </a:lnTo>
                  <a:lnTo>
                    <a:pt x="4612" y="1792"/>
                  </a:lnTo>
                  <a:lnTo>
                    <a:pt x="4628" y="1828"/>
                  </a:lnTo>
                  <a:lnTo>
                    <a:pt x="4642" y="1862"/>
                  </a:lnTo>
                  <a:lnTo>
                    <a:pt x="4648" y="1878"/>
                  </a:lnTo>
                  <a:lnTo>
                    <a:pt x="4653" y="1892"/>
                  </a:lnTo>
                  <a:lnTo>
                    <a:pt x="4662" y="1920"/>
                  </a:lnTo>
                  <a:close/>
                  <a:moveTo>
                    <a:pt x="4276" y="1091"/>
                  </a:moveTo>
                  <a:lnTo>
                    <a:pt x="4294" y="1089"/>
                  </a:lnTo>
                  <a:lnTo>
                    <a:pt x="4311" y="1087"/>
                  </a:lnTo>
                  <a:lnTo>
                    <a:pt x="4320" y="1085"/>
                  </a:lnTo>
                  <a:lnTo>
                    <a:pt x="4327" y="1081"/>
                  </a:lnTo>
                  <a:lnTo>
                    <a:pt x="4342" y="1075"/>
                  </a:lnTo>
                  <a:lnTo>
                    <a:pt x="4356" y="1067"/>
                  </a:lnTo>
                  <a:lnTo>
                    <a:pt x="4368" y="1057"/>
                  </a:lnTo>
                  <a:lnTo>
                    <a:pt x="4374" y="1051"/>
                  </a:lnTo>
                  <a:lnTo>
                    <a:pt x="4379" y="1045"/>
                  </a:lnTo>
                  <a:lnTo>
                    <a:pt x="4384" y="1039"/>
                  </a:lnTo>
                  <a:lnTo>
                    <a:pt x="4389" y="1033"/>
                  </a:lnTo>
                  <a:lnTo>
                    <a:pt x="4394" y="1025"/>
                  </a:lnTo>
                  <a:lnTo>
                    <a:pt x="4398" y="1017"/>
                  </a:lnTo>
                  <a:lnTo>
                    <a:pt x="4406" y="999"/>
                  </a:lnTo>
                  <a:lnTo>
                    <a:pt x="4412" y="981"/>
                  </a:lnTo>
                  <a:lnTo>
                    <a:pt x="4415" y="971"/>
                  </a:lnTo>
                  <a:lnTo>
                    <a:pt x="4417" y="959"/>
                  </a:lnTo>
                  <a:lnTo>
                    <a:pt x="4420" y="949"/>
                  </a:lnTo>
                  <a:lnTo>
                    <a:pt x="4421" y="937"/>
                  </a:lnTo>
                  <a:lnTo>
                    <a:pt x="4423" y="925"/>
                  </a:lnTo>
                  <a:lnTo>
                    <a:pt x="4424" y="913"/>
                  </a:lnTo>
                  <a:lnTo>
                    <a:pt x="4426" y="887"/>
                  </a:lnTo>
                  <a:lnTo>
                    <a:pt x="4427" y="873"/>
                  </a:lnTo>
                  <a:lnTo>
                    <a:pt x="4427" y="859"/>
                  </a:lnTo>
                  <a:lnTo>
                    <a:pt x="4426" y="835"/>
                  </a:lnTo>
                  <a:lnTo>
                    <a:pt x="4424" y="813"/>
                  </a:lnTo>
                  <a:lnTo>
                    <a:pt x="4422" y="791"/>
                  </a:lnTo>
                  <a:lnTo>
                    <a:pt x="4418" y="773"/>
                  </a:lnTo>
                  <a:lnTo>
                    <a:pt x="4413" y="755"/>
                  </a:lnTo>
                  <a:lnTo>
                    <a:pt x="4406" y="739"/>
                  </a:lnTo>
                  <a:lnTo>
                    <a:pt x="4399" y="723"/>
                  </a:lnTo>
                  <a:lnTo>
                    <a:pt x="4391" y="711"/>
                  </a:lnTo>
                  <a:lnTo>
                    <a:pt x="4381" y="699"/>
                  </a:lnTo>
                  <a:lnTo>
                    <a:pt x="4370" y="689"/>
                  </a:lnTo>
                  <a:lnTo>
                    <a:pt x="4358" y="681"/>
                  </a:lnTo>
                  <a:lnTo>
                    <a:pt x="4346" y="673"/>
                  </a:lnTo>
                  <a:lnTo>
                    <a:pt x="4331" y="669"/>
                  </a:lnTo>
                  <a:lnTo>
                    <a:pt x="4316" y="665"/>
                  </a:lnTo>
                  <a:lnTo>
                    <a:pt x="4300" y="663"/>
                  </a:lnTo>
                  <a:lnTo>
                    <a:pt x="4282" y="661"/>
                  </a:lnTo>
                  <a:lnTo>
                    <a:pt x="4165" y="661"/>
                  </a:lnTo>
                  <a:lnTo>
                    <a:pt x="4165" y="1091"/>
                  </a:lnTo>
                  <a:lnTo>
                    <a:pt x="4276" y="10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00"/>
            </a:p>
          </p:txBody>
        </p:sp>
      </p:grp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B7E675F-CD0B-B380-9D74-9F6A984A5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AE6F2A28-3A97-48F2-9028-F1F70029A650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E7AE93F-C253-84DC-4405-57A3849C3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4AE54CC-4485-00F8-6865-9D4B1BB59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450BC700-0ECE-F0AF-38D7-0264B58D1D6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655153" y="0"/>
            <a:ext cx="4488848" cy="6858000"/>
          </a:xfrm>
          <a:custGeom>
            <a:avLst/>
            <a:gdLst>
              <a:gd name="connsiteX0" fmla="*/ 0 w 5985131"/>
              <a:gd name="connsiteY0" fmla="*/ 0 h 6858000"/>
              <a:gd name="connsiteX1" fmla="*/ 5985131 w 5985131"/>
              <a:gd name="connsiteY1" fmla="*/ 0 h 6858000"/>
              <a:gd name="connsiteX2" fmla="*/ 5985131 w 5985131"/>
              <a:gd name="connsiteY2" fmla="*/ 6858000 h 6858000"/>
              <a:gd name="connsiteX3" fmla="*/ 3519977 w 5985131"/>
              <a:gd name="connsiteY3" fmla="*/ 6858000 h 6858000"/>
              <a:gd name="connsiteX4" fmla="*/ 3079682 w 5985131"/>
              <a:gd name="connsiteY4" fmla="*/ 5999657 h 6858000"/>
              <a:gd name="connsiteX5" fmla="*/ 2639387 w 5985131"/>
              <a:gd name="connsiteY5" fmla="*/ 5142904 h 6858000"/>
              <a:gd name="connsiteX6" fmla="*/ 2199091 w 5985131"/>
              <a:gd name="connsiteY6" fmla="*/ 4286151 h 6858000"/>
              <a:gd name="connsiteX7" fmla="*/ 1759591 w 5985131"/>
              <a:gd name="connsiteY7" fmla="*/ 3428603 h 6858000"/>
              <a:gd name="connsiteX8" fmla="*/ 1319296 w 5985131"/>
              <a:gd name="connsiteY8" fmla="*/ 2570260 h 6858000"/>
              <a:gd name="connsiteX9" fmla="*/ 879001 w 5985131"/>
              <a:gd name="connsiteY9" fmla="*/ 1713507 h 6858000"/>
              <a:gd name="connsiteX10" fmla="*/ 438705 w 5985131"/>
              <a:gd name="connsiteY10" fmla="*/ 85675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985131" h="6858000">
                <a:moveTo>
                  <a:pt x="0" y="0"/>
                </a:moveTo>
                <a:lnTo>
                  <a:pt x="5985131" y="0"/>
                </a:lnTo>
                <a:lnTo>
                  <a:pt x="5985131" y="6858000"/>
                </a:lnTo>
                <a:lnTo>
                  <a:pt x="3519977" y="6858000"/>
                </a:lnTo>
                <a:lnTo>
                  <a:pt x="3079682" y="5999657"/>
                </a:lnTo>
                <a:lnTo>
                  <a:pt x="2639387" y="5142904"/>
                </a:lnTo>
                <a:lnTo>
                  <a:pt x="2199091" y="4286151"/>
                </a:lnTo>
                <a:lnTo>
                  <a:pt x="1759591" y="3428603"/>
                </a:lnTo>
                <a:lnTo>
                  <a:pt x="1319296" y="2570260"/>
                </a:lnTo>
                <a:lnTo>
                  <a:pt x="879001" y="1713507"/>
                </a:lnTo>
                <a:lnTo>
                  <a:pt x="438705" y="856753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 anchorCtr="0">
            <a:noAutofit/>
          </a:bodyPr>
          <a:lstStyle>
            <a:lvl1pPr algn="ctr"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0895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Picture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919D8-4647-F6A6-4F8F-664F998F80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991" y="1412876"/>
            <a:ext cx="4157997" cy="3024238"/>
          </a:xfrm>
        </p:spPr>
        <p:txBody>
          <a:bodyPr anchor="t" anchorCtr="0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thank you message.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2A9CFB3-2DB2-039B-17A5-C50A5777B96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5991" y="4581128"/>
            <a:ext cx="4157997" cy="144026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50"/>
              </a:spcBef>
              <a:buNone/>
              <a:defRPr sz="135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Contact details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5294374-980A-7525-7E71-40EF6F0AF9B3}"/>
              </a:ext>
            </a:extLst>
          </p:cNvPr>
          <p:cNvGrpSpPr>
            <a:grpSpLocks noChangeAspect="1"/>
          </p:cNvGrpSpPr>
          <p:nvPr/>
        </p:nvGrpSpPr>
        <p:grpSpPr>
          <a:xfrm>
            <a:off x="305991" y="576001"/>
            <a:ext cx="847800" cy="437949"/>
            <a:chOff x="2389188" y="1992313"/>
            <a:chExt cx="7424738" cy="2876551"/>
          </a:xfrm>
          <a:solidFill>
            <a:schemeClr val="bg1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C0324067-CF15-5490-4558-F90AFFF0CB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24113" y="4270376"/>
              <a:ext cx="7361238" cy="598488"/>
            </a:xfrm>
            <a:custGeom>
              <a:avLst/>
              <a:gdLst>
                <a:gd name="T0" fmla="*/ 4474 w 4637"/>
                <a:gd name="T1" fmla="*/ 613 h 753"/>
                <a:gd name="T2" fmla="*/ 4500 w 4637"/>
                <a:gd name="T3" fmla="*/ 735 h 753"/>
                <a:gd name="T4" fmla="*/ 4506 w 4637"/>
                <a:gd name="T5" fmla="*/ 214 h 753"/>
                <a:gd name="T6" fmla="*/ 61 w 4637"/>
                <a:gd name="T7" fmla="*/ 747 h 753"/>
                <a:gd name="T8" fmla="*/ 22 w 4637"/>
                <a:gd name="T9" fmla="*/ 20 h 753"/>
                <a:gd name="T10" fmla="*/ 263 w 4637"/>
                <a:gd name="T11" fmla="*/ 487 h 753"/>
                <a:gd name="T12" fmla="*/ 437 w 4637"/>
                <a:gd name="T13" fmla="*/ 699 h 753"/>
                <a:gd name="T14" fmla="*/ 246 w 4637"/>
                <a:gd name="T15" fmla="*/ 601 h 753"/>
                <a:gd name="T16" fmla="*/ 378 w 4637"/>
                <a:gd name="T17" fmla="*/ 212 h 753"/>
                <a:gd name="T18" fmla="*/ 409 w 4637"/>
                <a:gd name="T19" fmla="*/ 315 h 753"/>
                <a:gd name="T20" fmla="*/ 264 w 4637"/>
                <a:gd name="T21" fmla="*/ 399 h 753"/>
                <a:gd name="T22" fmla="*/ 506 w 4637"/>
                <a:gd name="T23" fmla="*/ 232 h 753"/>
                <a:gd name="T24" fmla="*/ 657 w 4637"/>
                <a:gd name="T25" fmla="*/ 220 h 753"/>
                <a:gd name="T26" fmla="*/ 657 w 4637"/>
                <a:gd name="T27" fmla="*/ 737 h 753"/>
                <a:gd name="T28" fmla="*/ 768 w 4637"/>
                <a:gd name="T29" fmla="*/ 14 h 753"/>
                <a:gd name="T30" fmla="*/ 918 w 4637"/>
                <a:gd name="T31" fmla="*/ 711 h 753"/>
                <a:gd name="T32" fmla="*/ 837 w 4637"/>
                <a:gd name="T33" fmla="*/ 415 h 753"/>
                <a:gd name="T34" fmla="*/ 973 w 4637"/>
                <a:gd name="T35" fmla="*/ 216 h 753"/>
                <a:gd name="T36" fmla="*/ 838 w 4637"/>
                <a:gd name="T37" fmla="*/ 325 h 753"/>
                <a:gd name="T38" fmla="*/ 982 w 4637"/>
                <a:gd name="T39" fmla="*/ 659 h 753"/>
                <a:gd name="T40" fmla="*/ 1245 w 4637"/>
                <a:gd name="T41" fmla="*/ 729 h 753"/>
                <a:gd name="T42" fmla="*/ 1265 w 4637"/>
                <a:gd name="T43" fmla="*/ 210 h 753"/>
                <a:gd name="T44" fmla="*/ 1267 w 4637"/>
                <a:gd name="T45" fmla="*/ 250 h 753"/>
                <a:gd name="T46" fmla="*/ 1276 w 4637"/>
                <a:gd name="T47" fmla="*/ 711 h 753"/>
                <a:gd name="T48" fmla="*/ 1456 w 4637"/>
                <a:gd name="T49" fmla="*/ 6 h 753"/>
                <a:gd name="T50" fmla="*/ 1617 w 4637"/>
                <a:gd name="T51" fmla="*/ 675 h 753"/>
                <a:gd name="T52" fmla="*/ 1700 w 4637"/>
                <a:gd name="T53" fmla="*/ 751 h 753"/>
                <a:gd name="T54" fmla="*/ 1581 w 4637"/>
                <a:gd name="T55" fmla="*/ 315 h 753"/>
                <a:gd name="T56" fmla="*/ 1767 w 4637"/>
                <a:gd name="T57" fmla="*/ 365 h 753"/>
                <a:gd name="T58" fmla="*/ 1681 w 4637"/>
                <a:gd name="T59" fmla="*/ 242 h 753"/>
                <a:gd name="T60" fmla="*/ 2012 w 4637"/>
                <a:gd name="T61" fmla="*/ 731 h 753"/>
                <a:gd name="T62" fmla="*/ 1849 w 4637"/>
                <a:gd name="T63" fmla="*/ 591 h 753"/>
                <a:gd name="T64" fmla="*/ 1999 w 4637"/>
                <a:gd name="T65" fmla="*/ 276 h 753"/>
                <a:gd name="T66" fmla="*/ 1926 w 4637"/>
                <a:gd name="T67" fmla="*/ 204 h 753"/>
                <a:gd name="T68" fmla="*/ 2031 w 4637"/>
                <a:gd name="T69" fmla="*/ 741 h 753"/>
                <a:gd name="T70" fmla="*/ 1881 w 4637"/>
                <a:gd name="T71" fmla="*/ 671 h 753"/>
                <a:gd name="T72" fmla="*/ 2299 w 4637"/>
                <a:gd name="T73" fmla="*/ 355 h 753"/>
                <a:gd name="T74" fmla="*/ 2139 w 4637"/>
                <a:gd name="T75" fmla="*/ 747 h 753"/>
                <a:gd name="T76" fmla="*/ 2224 w 4637"/>
                <a:gd name="T77" fmla="*/ 204 h 753"/>
                <a:gd name="T78" fmla="*/ 2652 w 4637"/>
                <a:gd name="T79" fmla="*/ 753 h 753"/>
                <a:gd name="T80" fmla="*/ 2541 w 4637"/>
                <a:gd name="T81" fmla="*/ 208 h 753"/>
                <a:gd name="T82" fmla="*/ 2681 w 4637"/>
                <a:gd name="T83" fmla="*/ 248 h 753"/>
                <a:gd name="T84" fmla="*/ 2937 w 4637"/>
                <a:gd name="T85" fmla="*/ 751 h 753"/>
                <a:gd name="T86" fmla="*/ 2789 w 4637"/>
                <a:gd name="T87" fmla="*/ 737 h 753"/>
                <a:gd name="T88" fmla="*/ 2882 w 4637"/>
                <a:gd name="T89" fmla="*/ 206 h 753"/>
                <a:gd name="T90" fmla="*/ 3232 w 4637"/>
                <a:gd name="T91" fmla="*/ 487 h 753"/>
                <a:gd name="T92" fmla="*/ 3235 w 4637"/>
                <a:gd name="T93" fmla="*/ 697 h 753"/>
                <a:gd name="T94" fmla="*/ 3046 w 4637"/>
                <a:gd name="T95" fmla="*/ 615 h 753"/>
                <a:gd name="T96" fmla="*/ 3166 w 4637"/>
                <a:gd name="T97" fmla="*/ 206 h 753"/>
                <a:gd name="T98" fmla="*/ 3210 w 4637"/>
                <a:gd name="T99" fmla="*/ 321 h 753"/>
                <a:gd name="T100" fmla="*/ 3064 w 4637"/>
                <a:gd name="T101" fmla="*/ 379 h 753"/>
                <a:gd name="T102" fmla="*/ 3618 w 4637"/>
                <a:gd name="T103" fmla="*/ 305 h 753"/>
                <a:gd name="T104" fmla="*/ 3458 w 4637"/>
                <a:gd name="T105" fmla="*/ 208 h 753"/>
                <a:gd name="T106" fmla="*/ 3634 w 4637"/>
                <a:gd name="T107" fmla="*/ 282 h 753"/>
                <a:gd name="T108" fmla="*/ 3781 w 4637"/>
                <a:gd name="T109" fmla="*/ 232 h 753"/>
                <a:gd name="T110" fmla="*/ 3859 w 4637"/>
                <a:gd name="T111" fmla="*/ 319 h 753"/>
                <a:gd name="T112" fmla="*/ 4039 w 4637"/>
                <a:gd name="T113" fmla="*/ 290 h 753"/>
                <a:gd name="T114" fmla="*/ 3965 w 4637"/>
                <a:gd name="T115" fmla="*/ 753 h 753"/>
                <a:gd name="T116" fmla="*/ 3901 w 4637"/>
                <a:gd name="T117" fmla="*/ 272 h 753"/>
                <a:gd name="T118" fmla="*/ 3919 w 4637"/>
                <a:gd name="T119" fmla="*/ 703 h 753"/>
                <a:gd name="T120" fmla="*/ 4206 w 4637"/>
                <a:gd name="T121" fmla="*/ 250 h 753"/>
                <a:gd name="T122" fmla="*/ 4166 w 4637"/>
                <a:gd name="T123" fmla="*/ 216 h 753"/>
                <a:gd name="T124" fmla="*/ 4339 w 4637"/>
                <a:gd name="T125" fmla="*/ 753 h 7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37" h="753">
                  <a:moveTo>
                    <a:pt x="4615" y="254"/>
                  </a:moveTo>
                  <a:lnTo>
                    <a:pt x="4599" y="250"/>
                  </a:lnTo>
                  <a:lnTo>
                    <a:pt x="4580" y="246"/>
                  </a:lnTo>
                  <a:lnTo>
                    <a:pt x="4561" y="242"/>
                  </a:lnTo>
                  <a:lnTo>
                    <a:pt x="4545" y="242"/>
                  </a:lnTo>
                  <a:lnTo>
                    <a:pt x="4535" y="242"/>
                  </a:lnTo>
                  <a:lnTo>
                    <a:pt x="4526" y="244"/>
                  </a:lnTo>
                  <a:lnTo>
                    <a:pt x="4517" y="248"/>
                  </a:lnTo>
                  <a:lnTo>
                    <a:pt x="4509" y="254"/>
                  </a:lnTo>
                  <a:lnTo>
                    <a:pt x="4503" y="262"/>
                  </a:lnTo>
                  <a:lnTo>
                    <a:pt x="4496" y="270"/>
                  </a:lnTo>
                  <a:lnTo>
                    <a:pt x="4493" y="276"/>
                  </a:lnTo>
                  <a:lnTo>
                    <a:pt x="4491" y="280"/>
                  </a:lnTo>
                  <a:lnTo>
                    <a:pt x="4488" y="286"/>
                  </a:lnTo>
                  <a:lnTo>
                    <a:pt x="4486" y="292"/>
                  </a:lnTo>
                  <a:lnTo>
                    <a:pt x="4482" y="305"/>
                  </a:lnTo>
                  <a:lnTo>
                    <a:pt x="4477" y="319"/>
                  </a:lnTo>
                  <a:lnTo>
                    <a:pt x="4474" y="337"/>
                  </a:lnTo>
                  <a:lnTo>
                    <a:pt x="4471" y="355"/>
                  </a:lnTo>
                  <a:lnTo>
                    <a:pt x="4470" y="375"/>
                  </a:lnTo>
                  <a:lnTo>
                    <a:pt x="4468" y="395"/>
                  </a:lnTo>
                  <a:lnTo>
                    <a:pt x="4468" y="417"/>
                  </a:lnTo>
                  <a:lnTo>
                    <a:pt x="4467" y="443"/>
                  </a:lnTo>
                  <a:lnTo>
                    <a:pt x="4467" y="509"/>
                  </a:lnTo>
                  <a:lnTo>
                    <a:pt x="4468" y="533"/>
                  </a:lnTo>
                  <a:lnTo>
                    <a:pt x="4468" y="555"/>
                  </a:lnTo>
                  <a:lnTo>
                    <a:pt x="4470" y="575"/>
                  </a:lnTo>
                  <a:lnTo>
                    <a:pt x="4471" y="595"/>
                  </a:lnTo>
                  <a:lnTo>
                    <a:pt x="4474" y="613"/>
                  </a:lnTo>
                  <a:lnTo>
                    <a:pt x="4477" y="631"/>
                  </a:lnTo>
                  <a:lnTo>
                    <a:pt x="4480" y="647"/>
                  </a:lnTo>
                  <a:lnTo>
                    <a:pt x="4485" y="659"/>
                  </a:lnTo>
                  <a:lnTo>
                    <a:pt x="4490" y="673"/>
                  </a:lnTo>
                  <a:lnTo>
                    <a:pt x="4496" y="683"/>
                  </a:lnTo>
                  <a:lnTo>
                    <a:pt x="4502" y="693"/>
                  </a:lnTo>
                  <a:lnTo>
                    <a:pt x="4505" y="697"/>
                  </a:lnTo>
                  <a:lnTo>
                    <a:pt x="4509" y="701"/>
                  </a:lnTo>
                  <a:lnTo>
                    <a:pt x="4513" y="703"/>
                  </a:lnTo>
                  <a:lnTo>
                    <a:pt x="4517" y="707"/>
                  </a:lnTo>
                  <a:lnTo>
                    <a:pt x="4525" y="711"/>
                  </a:lnTo>
                  <a:lnTo>
                    <a:pt x="4535" y="713"/>
                  </a:lnTo>
                  <a:lnTo>
                    <a:pt x="4545" y="713"/>
                  </a:lnTo>
                  <a:lnTo>
                    <a:pt x="4563" y="713"/>
                  </a:lnTo>
                  <a:lnTo>
                    <a:pt x="4582" y="709"/>
                  </a:lnTo>
                  <a:lnTo>
                    <a:pt x="4600" y="705"/>
                  </a:lnTo>
                  <a:lnTo>
                    <a:pt x="4615" y="701"/>
                  </a:lnTo>
                  <a:lnTo>
                    <a:pt x="4615" y="254"/>
                  </a:lnTo>
                  <a:close/>
                  <a:moveTo>
                    <a:pt x="4629" y="735"/>
                  </a:moveTo>
                  <a:lnTo>
                    <a:pt x="4611" y="741"/>
                  </a:lnTo>
                  <a:lnTo>
                    <a:pt x="4600" y="745"/>
                  </a:lnTo>
                  <a:lnTo>
                    <a:pt x="4590" y="747"/>
                  </a:lnTo>
                  <a:lnTo>
                    <a:pt x="4567" y="751"/>
                  </a:lnTo>
                  <a:lnTo>
                    <a:pt x="4545" y="753"/>
                  </a:lnTo>
                  <a:lnTo>
                    <a:pt x="4532" y="753"/>
                  </a:lnTo>
                  <a:lnTo>
                    <a:pt x="4521" y="749"/>
                  </a:lnTo>
                  <a:lnTo>
                    <a:pt x="4510" y="743"/>
                  </a:lnTo>
                  <a:lnTo>
                    <a:pt x="4505" y="739"/>
                  </a:lnTo>
                  <a:lnTo>
                    <a:pt x="4500" y="735"/>
                  </a:lnTo>
                  <a:lnTo>
                    <a:pt x="4491" y="725"/>
                  </a:lnTo>
                  <a:lnTo>
                    <a:pt x="4483" y="715"/>
                  </a:lnTo>
                  <a:lnTo>
                    <a:pt x="4478" y="707"/>
                  </a:lnTo>
                  <a:lnTo>
                    <a:pt x="4475" y="701"/>
                  </a:lnTo>
                  <a:lnTo>
                    <a:pt x="4468" y="685"/>
                  </a:lnTo>
                  <a:lnTo>
                    <a:pt x="4463" y="669"/>
                  </a:lnTo>
                  <a:lnTo>
                    <a:pt x="4458" y="649"/>
                  </a:lnTo>
                  <a:lnTo>
                    <a:pt x="4454" y="629"/>
                  </a:lnTo>
                  <a:lnTo>
                    <a:pt x="4451" y="607"/>
                  </a:lnTo>
                  <a:lnTo>
                    <a:pt x="4448" y="585"/>
                  </a:lnTo>
                  <a:lnTo>
                    <a:pt x="4447" y="561"/>
                  </a:lnTo>
                  <a:lnTo>
                    <a:pt x="4445" y="535"/>
                  </a:lnTo>
                  <a:lnTo>
                    <a:pt x="4445" y="509"/>
                  </a:lnTo>
                  <a:lnTo>
                    <a:pt x="4445" y="443"/>
                  </a:lnTo>
                  <a:lnTo>
                    <a:pt x="4446" y="413"/>
                  </a:lnTo>
                  <a:lnTo>
                    <a:pt x="4447" y="387"/>
                  </a:lnTo>
                  <a:lnTo>
                    <a:pt x="4449" y="361"/>
                  </a:lnTo>
                  <a:lnTo>
                    <a:pt x="4451" y="337"/>
                  </a:lnTo>
                  <a:lnTo>
                    <a:pt x="4455" y="315"/>
                  </a:lnTo>
                  <a:lnTo>
                    <a:pt x="4459" y="298"/>
                  </a:lnTo>
                  <a:lnTo>
                    <a:pt x="4464" y="280"/>
                  </a:lnTo>
                  <a:lnTo>
                    <a:pt x="4470" y="264"/>
                  </a:lnTo>
                  <a:lnTo>
                    <a:pt x="4473" y="256"/>
                  </a:lnTo>
                  <a:lnTo>
                    <a:pt x="4476" y="248"/>
                  </a:lnTo>
                  <a:lnTo>
                    <a:pt x="4485" y="236"/>
                  </a:lnTo>
                  <a:lnTo>
                    <a:pt x="4489" y="232"/>
                  </a:lnTo>
                  <a:lnTo>
                    <a:pt x="4493" y="226"/>
                  </a:lnTo>
                  <a:lnTo>
                    <a:pt x="4502" y="218"/>
                  </a:lnTo>
                  <a:lnTo>
                    <a:pt x="4506" y="214"/>
                  </a:lnTo>
                  <a:lnTo>
                    <a:pt x="4511" y="212"/>
                  </a:lnTo>
                  <a:lnTo>
                    <a:pt x="4522" y="206"/>
                  </a:lnTo>
                  <a:lnTo>
                    <a:pt x="4527" y="204"/>
                  </a:lnTo>
                  <a:lnTo>
                    <a:pt x="4533" y="204"/>
                  </a:lnTo>
                  <a:lnTo>
                    <a:pt x="4545" y="202"/>
                  </a:lnTo>
                  <a:lnTo>
                    <a:pt x="4561" y="204"/>
                  </a:lnTo>
                  <a:lnTo>
                    <a:pt x="4580" y="206"/>
                  </a:lnTo>
                  <a:lnTo>
                    <a:pt x="4598" y="212"/>
                  </a:lnTo>
                  <a:lnTo>
                    <a:pt x="4615" y="218"/>
                  </a:lnTo>
                  <a:lnTo>
                    <a:pt x="4615" y="20"/>
                  </a:lnTo>
                  <a:lnTo>
                    <a:pt x="4615" y="16"/>
                  </a:lnTo>
                  <a:lnTo>
                    <a:pt x="4615" y="12"/>
                  </a:lnTo>
                  <a:lnTo>
                    <a:pt x="4617" y="6"/>
                  </a:lnTo>
                  <a:lnTo>
                    <a:pt x="4618" y="4"/>
                  </a:lnTo>
                  <a:lnTo>
                    <a:pt x="4620" y="2"/>
                  </a:lnTo>
                  <a:lnTo>
                    <a:pt x="4623" y="0"/>
                  </a:lnTo>
                  <a:lnTo>
                    <a:pt x="4628" y="0"/>
                  </a:lnTo>
                  <a:lnTo>
                    <a:pt x="4632" y="2"/>
                  </a:lnTo>
                  <a:lnTo>
                    <a:pt x="4635" y="6"/>
                  </a:lnTo>
                  <a:lnTo>
                    <a:pt x="4636" y="12"/>
                  </a:lnTo>
                  <a:lnTo>
                    <a:pt x="4637" y="20"/>
                  </a:lnTo>
                  <a:lnTo>
                    <a:pt x="4637" y="715"/>
                  </a:lnTo>
                  <a:lnTo>
                    <a:pt x="4637" y="723"/>
                  </a:lnTo>
                  <a:lnTo>
                    <a:pt x="4636" y="725"/>
                  </a:lnTo>
                  <a:lnTo>
                    <a:pt x="4635" y="727"/>
                  </a:lnTo>
                  <a:lnTo>
                    <a:pt x="4633" y="731"/>
                  </a:lnTo>
                  <a:lnTo>
                    <a:pt x="4629" y="735"/>
                  </a:lnTo>
                  <a:close/>
                  <a:moveTo>
                    <a:pt x="177" y="747"/>
                  </a:moveTo>
                  <a:lnTo>
                    <a:pt x="61" y="747"/>
                  </a:lnTo>
                  <a:lnTo>
                    <a:pt x="54" y="747"/>
                  </a:lnTo>
                  <a:lnTo>
                    <a:pt x="48" y="745"/>
                  </a:lnTo>
                  <a:lnTo>
                    <a:pt x="41" y="745"/>
                  </a:lnTo>
                  <a:lnTo>
                    <a:pt x="36" y="741"/>
                  </a:lnTo>
                  <a:lnTo>
                    <a:pt x="30" y="739"/>
                  </a:lnTo>
                  <a:lnTo>
                    <a:pt x="28" y="737"/>
                  </a:lnTo>
                  <a:lnTo>
                    <a:pt x="25" y="733"/>
                  </a:lnTo>
                  <a:lnTo>
                    <a:pt x="21" y="729"/>
                  </a:lnTo>
                  <a:lnTo>
                    <a:pt x="16" y="723"/>
                  </a:lnTo>
                  <a:lnTo>
                    <a:pt x="13" y="715"/>
                  </a:lnTo>
                  <a:lnTo>
                    <a:pt x="9" y="707"/>
                  </a:lnTo>
                  <a:lnTo>
                    <a:pt x="7" y="699"/>
                  </a:lnTo>
                  <a:lnTo>
                    <a:pt x="4" y="687"/>
                  </a:lnTo>
                  <a:lnTo>
                    <a:pt x="3" y="677"/>
                  </a:lnTo>
                  <a:lnTo>
                    <a:pt x="1" y="663"/>
                  </a:lnTo>
                  <a:lnTo>
                    <a:pt x="1" y="649"/>
                  </a:lnTo>
                  <a:lnTo>
                    <a:pt x="0" y="635"/>
                  </a:lnTo>
                  <a:lnTo>
                    <a:pt x="0" y="20"/>
                  </a:lnTo>
                  <a:lnTo>
                    <a:pt x="0" y="16"/>
                  </a:lnTo>
                  <a:lnTo>
                    <a:pt x="1" y="12"/>
                  </a:lnTo>
                  <a:lnTo>
                    <a:pt x="3" y="6"/>
                  </a:lnTo>
                  <a:lnTo>
                    <a:pt x="4" y="4"/>
                  </a:lnTo>
                  <a:lnTo>
                    <a:pt x="5" y="2"/>
                  </a:lnTo>
                  <a:lnTo>
                    <a:pt x="9" y="0"/>
                  </a:lnTo>
                  <a:lnTo>
                    <a:pt x="14" y="0"/>
                  </a:lnTo>
                  <a:lnTo>
                    <a:pt x="17" y="2"/>
                  </a:lnTo>
                  <a:lnTo>
                    <a:pt x="20" y="6"/>
                  </a:lnTo>
                  <a:lnTo>
                    <a:pt x="22" y="12"/>
                  </a:lnTo>
                  <a:lnTo>
                    <a:pt x="22" y="20"/>
                  </a:lnTo>
                  <a:lnTo>
                    <a:pt x="22" y="635"/>
                  </a:lnTo>
                  <a:lnTo>
                    <a:pt x="23" y="645"/>
                  </a:lnTo>
                  <a:lnTo>
                    <a:pt x="23" y="655"/>
                  </a:lnTo>
                  <a:lnTo>
                    <a:pt x="24" y="665"/>
                  </a:lnTo>
                  <a:lnTo>
                    <a:pt x="25" y="671"/>
                  </a:lnTo>
                  <a:lnTo>
                    <a:pt x="27" y="679"/>
                  </a:lnTo>
                  <a:lnTo>
                    <a:pt x="28" y="685"/>
                  </a:lnTo>
                  <a:lnTo>
                    <a:pt x="30" y="689"/>
                  </a:lnTo>
                  <a:lnTo>
                    <a:pt x="33" y="693"/>
                  </a:lnTo>
                  <a:lnTo>
                    <a:pt x="35" y="697"/>
                  </a:lnTo>
                  <a:lnTo>
                    <a:pt x="38" y="699"/>
                  </a:lnTo>
                  <a:lnTo>
                    <a:pt x="45" y="703"/>
                  </a:lnTo>
                  <a:lnTo>
                    <a:pt x="53" y="705"/>
                  </a:lnTo>
                  <a:lnTo>
                    <a:pt x="61" y="705"/>
                  </a:lnTo>
                  <a:lnTo>
                    <a:pt x="177" y="705"/>
                  </a:lnTo>
                  <a:lnTo>
                    <a:pt x="181" y="707"/>
                  </a:lnTo>
                  <a:lnTo>
                    <a:pt x="182" y="709"/>
                  </a:lnTo>
                  <a:lnTo>
                    <a:pt x="184" y="711"/>
                  </a:lnTo>
                  <a:lnTo>
                    <a:pt x="186" y="715"/>
                  </a:lnTo>
                  <a:lnTo>
                    <a:pt x="186" y="719"/>
                  </a:lnTo>
                  <a:lnTo>
                    <a:pt x="187" y="723"/>
                  </a:lnTo>
                  <a:lnTo>
                    <a:pt x="187" y="731"/>
                  </a:lnTo>
                  <a:lnTo>
                    <a:pt x="186" y="733"/>
                  </a:lnTo>
                  <a:lnTo>
                    <a:pt x="186" y="737"/>
                  </a:lnTo>
                  <a:lnTo>
                    <a:pt x="184" y="743"/>
                  </a:lnTo>
                  <a:lnTo>
                    <a:pt x="181" y="745"/>
                  </a:lnTo>
                  <a:lnTo>
                    <a:pt x="177" y="747"/>
                  </a:lnTo>
                  <a:close/>
                  <a:moveTo>
                    <a:pt x="433" y="487"/>
                  </a:moveTo>
                  <a:lnTo>
                    <a:pt x="263" y="487"/>
                  </a:lnTo>
                  <a:lnTo>
                    <a:pt x="263" y="509"/>
                  </a:lnTo>
                  <a:lnTo>
                    <a:pt x="263" y="539"/>
                  </a:lnTo>
                  <a:lnTo>
                    <a:pt x="264" y="553"/>
                  </a:lnTo>
                  <a:lnTo>
                    <a:pt x="265" y="565"/>
                  </a:lnTo>
                  <a:lnTo>
                    <a:pt x="266" y="579"/>
                  </a:lnTo>
                  <a:lnTo>
                    <a:pt x="267" y="591"/>
                  </a:lnTo>
                  <a:lnTo>
                    <a:pt x="270" y="613"/>
                  </a:lnTo>
                  <a:lnTo>
                    <a:pt x="274" y="631"/>
                  </a:lnTo>
                  <a:lnTo>
                    <a:pt x="279" y="647"/>
                  </a:lnTo>
                  <a:lnTo>
                    <a:pt x="284" y="663"/>
                  </a:lnTo>
                  <a:lnTo>
                    <a:pt x="287" y="669"/>
                  </a:lnTo>
                  <a:lnTo>
                    <a:pt x="290" y="675"/>
                  </a:lnTo>
                  <a:lnTo>
                    <a:pt x="293" y="681"/>
                  </a:lnTo>
                  <a:lnTo>
                    <a:pt x="296" y="685"/>
                  </a:lnTo>
                  <a:lnTo>
                    <a:pt x="303" y="693"/>
                  </a:lnTo>
                  <a:lnTo>
                    <a:pt x="311" y="701"/>
                  </a:lnTo>
                  <a:lnTo>
                    <a:pt x="319" y="705"/>
                  </a:lnTo>
                  <a:lnTo>
                    <a:pt x="327" y="709"/>
                  </a:lnTo>
                  <a:lnTo>
                    <a:pt x="336" y="713"/>
                  </a:lnTo>
                  <a:lnTo>
                    <a:pt x="345" y="713"/>
                  </a:lnTo>
                  <a:lnTo>
                    <a:pt x="354" y="713"/>
                  </a:lnTo>
                  <a:lnTo>
                    <a:pt x="372" y="713"/>
                  </a:lnTo>
                  <a:lnTo>
                    <a:pt x="390" y="709"/>
                  </a:lnTo>
                  <a:lnTo>
                    <a:pt x="410" y="703"/>
                  </a:lnTo>
                  <a:lnTo>
                    <a:pt x="429" y="697"/>
                  </a:lnTo>
                  <a:lnTo>
                    <a:pt x="431" y="697"/>
                  </a:lnTo>
                  <a:lnTo>
                    <a:pt x="432" y="697"/>
                  </a:lnTo>
                  <a:lnTo>
                    <a:pt x="436" y="697"/>
                  </a:lnTo>
                  <a:lnTo>
                    <a:pt x="437" y="699"/>
                  </a:lnTo>
                  <a:lnTo>
                    <a:pt x="438" y="703"/>
                  </a:lnTo>
                  <a:lnTo>
                    <a:pt x="439" y="705"/>
                  </a:lnTo>
                  <a:lnTo>
                    <a:pt x="439" y="709"/>
                  </a:lnTo>
                  <a:lnTo>
                    <a:pt x="439" y="721"/>
                  </a:lnTo>
                  <a:lnTo>
                    <a:pt x="438" y="725"/>
                  </a:lnTo>
                  <a:lnTo>
                    <a:pt x="437" y="729"/>
                  </a:lnTo>
                  <a:lnTo>
                    <a:pt x="436" y="731"/>
                  </a:lnTo>
                  <a:lnTo>
                    <a:pt x="434" y="733"/>
                  </a:lnTo>
                  <a:lnTo>
                    <a:pt x="430" y="737"/>
                  </a:lnTo>
                  <a:lnTo>
                    <a:pt x="411" y="743"/>
                  </a:lnTo>
                  <a:lnTo>
                    <a:pt x="391" y="749"/>
                  </a:lnTo>
                  <a:lnTo>
                    <a:pt x="372" y="751"/>
                  </a:lnTo>
                  <a:lnTo>
                    <a:pt x="354" y="753"/>
                  </a:lnTo>
                  <a:lnTo>
                    <a:pt x="343" y="753"/>
                  </a:lnTo>
                  <a:lnTo>
                    <a:pt x="331" y="751"/>
                  </a:lnTo>
                  <a:lnTo>
                    <a:pt x="320" y="747"/>
                  </a:lnTo>
                  <a:lnTo>
                    <a:pt x="310" y="741"/>
                  </a:lnTo>
                  <a:lnTo>
                    <a:pt x="300" y="735"/>
                  </a:lnTo>
                  <a:lnTo>
                    <a:pt x="295" y="731"/>
                  </a:lnTo>
                  <a:lnTo>
                    <a:pt x="291" y="727"/>
                  </a:lnTo>
                  <a:lnTo>
                    <a:pt x="282" y="715"/>
                  </a:lnTo>
                  <a:lnTo>
                    <a:pt x="274" y="703"/>
                  </a:lnTo>
                  <a:lnTo>
                    <a:pt x="270" y="695"/>
                  </a:lnTo>
                  <a:lnTo>
                    <a:pt x="267" y="687"/>
                  </a:lnTo>
                  <a:lnTo>
                    <a:pt x="260" y="669"/>
                  </a:lnTo>
                  <a:lnTo>
                    <a:pt x="255" y="649"/>
                  </a:lnTo>
                  <a:lnTo>
                    <a:pt x="250" y="627"/>
                  </a:lnTo>
                  <a:lnTo>
                    <a:pt x="248" y="615"/>
                  </a:lnTo>
                  <a:lnTo>
                    <a:pt x="246" y="601"/>
                  </a:lnTo>
                  <a:lnTo>
                    <a:pt x="243" y="573"/>
                  </a:lnTo>
                  <a:lnTo>
                    <a:pt x="241" y="543"/>
                  </a:lnTo>
                  <a:lnTo>
                    <a:pt x="241" y="527"/>
                  </a:lnTo>
                  <a:lnTo>
                    <a:pt x="241" y="509"/>
                  </a:lnTo>
                  <a:lnTo>
                    <a:pt x="241" y="443"/>
                  </a:lnTo>
                  <a:lnTo>
                    <a:pt x="241" y="417"/>
                  </a:lnTo>
                  <a:lnTo>
                    <a:pt x="242" y="391"/>
                  </a:lnTo>
                  <a:lnTo>
                    <a:pt x="245" y="369"/>
                  </a:lnTo>
                  <a:lnTo>
                    <a:pt x="247" y="345"/>
                  </a:lnTo>
                  <a:lnTo>
                    <a:pt x="249" y="335"/>
                  </a:lnTo>
                  <a:lnTo>
                    <a:pt x="251" y="325"/>
                  </a:lnTo>
                  <a:lnTo>
                    <a:pt x="253" y="315"/>
                  </a:lnTo>
                  <a:lnTo>
                    <a:pt x="255" y="305"/>
                  </a:lnTo>
                  <a:lnTo>
                    <a:pt x="258" y="296"/>
                  </a:lnTo>
                  <a:lnTo>
                    <a:pt x="261" y="288"/>
                  </a:lnTo>
                  <a:lnTo>
                    <a:pt x="267" y="270"/>
                  </a:lnTo>
                  <a:lnTo>
                    <a:pt x="274" y="256"/>
                  </a:lnTo>
                  <a:lnTo>
                    <a:pt x="281" y="242"/>
                  </a:lnTo>
                  <a:lnTo>
                    <a:pt x="289" y="230"/>
                  </a:lnTo>
                  <a:lnTo>
                    <a:pt x="299" y="220"/>
                  </a:lnTo>
                  <a:lnTo>
                    <a:pt x="308" y="212"/>
                  </a:lnTo>
                  <a:lnTo>
                    <a:pt x="319" y="208"/>
                  </a:lnTo>
                  <a:lnTo>
                    <a:pt x="330" y="204"/>
                  </a:lnTo>
                  <a:lnTo>
                    <a:pt x="336" y="202"/>
                  </a:lnTo>
                  <a:lnTo>
                    <a:pt x="343" y="202"/>
                  </a:lnTo>
                  <a:lnTo>
                    <a:pt x="355" y="204"/>
                  </a:lnTo>
                  <a:lnTo>
                    <a:pt x="361" y="204"/>
                  </a:lnTo>
                  <a:lnTo>
                    <a:pt x="367" y="206"/>
                  </a:lnTo>
                  <a:lnTo>
                    <a:pt x="378" y="212"/>
                  </a:lnTo>
                  <a:lnTo>
                    <a:pt x="383" y="216"/>
                  </a:lnTo>
                  <a:lnTo>
                    <a:pt x="387" y="220"/>
                  </a:lnTo>
                  <a:lnTo>
                    <a:pt x="397" y="230"/>
                  </a:lnTo>
                  <a:lnTo>
                    <a:pt x="405" y="240"/>
                  </a:lnTo>
                  <a:lnTo>
                    <a:pt x="412" y="254"/>
                  </a:lnTo>
                  <a:lnTo>
                    <a:pt x="416" y="260"/>
                  </a:lnTo>
                  <a:lnTo>
                    <a:pt x="419" y="268"/>
                  </a:lnTo>
                  <a:lnTo>
                    <a:pt x="424" y="286"/>
                  </a:lnTo>
                  <a:lnTo>
                    <a:pt x="429" y="303"/>
                  </a:lnTo>
                  <a:lnTo>
                    <a:pt x="433" y="323"/>
                  </a:lnTo>
                  <a:lnTo>
                    <a:pt x="437" y="343"/>
                  </a:lnTo>
                  <a:lnTo>
                    <a:pt x="439" y="365"/>
                  </a:lnTo>
                  <a:lnTo>
                    <a:pt x="441" y="389"/>
                  </a:lnTo>
                  <a:lnTo>
                    <a:pt x="442" y="415"/>
                  </a:lnTo>
                  <a:lnTo>
                    <a:pt x="443" y="441"/>
                  </a:lnTo>
                  <a:lnTo>
                    <a:pt x="443" y="469"/>
                  </a:lnTo>
                  <a:lnTo>
                    <a:pt x="443" y="473"/>
                  </a:lnTo>
                  <a:lnTo>
                    <a:pt x="442" y="475"/>
                  </a:lnTo>
                  <a:lnTo>
                    <a:pt x="440" y="483"/>
                  </a:lnTo>
                  <a:lnTo>
                    <a:pt x="437" y="487"/>
                  </a:lnTo>
                  <a:lnTo>
                    <a:pt x="433" y="487"/>
                  </a:lnTo>
                  <a:close/>
                  <a:moveTo>
                    <a:pt x="421" y="441"/>
                  </a:moveTo>
                  <a:lnTo>
                    <a:pt x="420" y="417"/>
                  </a:lnTo>
                  <a:lnTo>
                    <a:pt x="420" y="397"/>
                  </a:lnTo>
                  <a:lnTo>
                    <a:pt x="418" y="375"/>
                  </a:lnTo>
                  <a:lnTo>
                    <a:pt x="416" y="357"/>
                  </a:lnTo>
                  <a:lnTo>
                    <a:pt x="414" y="339"/>
                  </a:lnTo>
                  <a:lnTo>
                    <a:pt x="411" y="321"/>
                  </a:lnTo>
                  <a:lnTo>
                    <a:pt x="409" y="315"/>
                  </a:lnTo>
                  <a:lnTo>
                    <a:pt x="407" y="307"/>
                  </a:lnTo>
                  <a:lnTo>
                    <a:pt x="403" y="294"/>
                  </a:lnTo>
                  <a:lnTo>
                    <a:pt x="400" y="288"/>
                  </a:lnTo>
                  <a:lnTo>
                    <a:pt x="398" y="282"/>
                  </a:lnTo>
                  <a:lnTo>
                    <a:pt x="395" y="276"/>
                  </a:lnTo>
                  <a:lnTo>
                    <a:pt x="392" y="272"/>
                  </a:lnTo>
                  <a:lnTo>
                    <a:pt x="389" y="266"/>
                  </a:lnTo>
                  <a:lnTo>
                    <a:pt x="386" y="262"/>
                  </a:lnTo>
                  <a:lnTo>
                    <a:pt x="379" y="256"/>
                  </a:lnTo>
                  <a:lnTo>
                    <a:pt x="371" y="250"/>
                  </a:lnTo>
                  <a:lnTo>
                    <a:pt x="362" y="246"/>
                  </a:lnTo>
                  <a:lnTo>
                    <a:pt x="353" y="242"/>
                  </a:lnTo>
                  <a:lnTo>
                    <a:pt x="343" y="242"/>
                  </a:lnTo>
                  <a:lnTo>
                    <a:pt x="332" y="242"/>
                  </a:lnTo>
                  <a:lnTo>
                    <a:pt x="328" y="244"/>
                  </a:lnTo>
                  <a:lnTo>
                    <a:pt x="323" y="246"/>
                  </a:lnTo>
                  <a:lnTo>
                    <a:pt x="314" y="250"/>
                  </a:lnTo>
                  <a:lnTo>
                    <a:pt x="307" y="256"/>
                  </a:lnTo>
                  <a:lnTo>
                    <a:pt x="299" y="264"/>
                  </a:lnTo>
                  <a:lnTo>
                    <a:pt x="293" y="274"/>
                  </a:lnTo>
                  <a:lnTo>
                    <a:pt x="287" y="284"/>
                  </a:lnTo>
                  <a:lnTo>
                    <a:pt x="282" y="298"/>
                  </a:lnTo>
                  <a:lnTo>
                    <a:pt x="277" y="311"/>
                  </a:lnTo>
                  <a:lnTo>
                    <a:pt x="275" y="317"/>
                  </a:lnTo>
                  <a:lnTo>
                    <a:pt x="273" y="325"/>
                  </a:lnTo>
                  <a:lnTo>
                    <a:pt x="270" y="343"/>
                  </a:lnTo>
                  <a:lnTo>
                    <a:pt x="268" y="361"/>
                  </a:lnTo>
                  <a:lnTo>
                    <a:pt x="266" y="379"/>
                  </a:lnTo>
                  <a:lnTo>
                    <a:pt x="264" y="399"/>
                  </a:lnTo>
                  <a:lnTo>
                    <a:pt x="263" y="421"/>
                  </a:lnTo>
                  <a:lnTo>
                    <a:pt x="263" y="443"/>
                  </a:lnTo>
                  <a:lnTo>
                    <a:pt x="421" y="447"/>
                  </a:lnTo>
                  <a:lnTo>
                    <a:pt x="421" y="441"/>
                  </a:lnTo>
                  <a:close/>
                  <a:moveTo>
                    <a:pt x="649" y="751"/>
                  </a:moveTo>
                  <a:lnTo>
                    <a:pt x="636" y="753"/>
                  </a:lnTo>
                  <a:lnTo>
                    <a:pt x="622" y="753"/>
                  </a:lnTo>
                  <a:lnTo>
                    <a:pt x="610" y="753"/>
                  </a:lnTo>
                  <a:lnTo>
                    <a:pt x="598" y="749"/>
                  </a:lnTo>
                  <a:lnTo>
                    <a:pt x="593" y="745"/>
                  </a:lnTo>
                  <a:lnTo>
                    <a:pt x="589" y="741"/>
                  </a:lnTo>
                  <a:lnTo>
                    <a:pt x="584" y="737"/>
                  </a:lnTo>
                  <a:lnTo>
                    <a:pt x="581" y="731"/>
                  </a:lnTo>
                  <a:lnTo>
                    <a:pt x="577" y="725"/>
                  </a:lnTo>
                  <a:lnTo>
                    <a:pt x="574" y="717"/>
                  </a:lnTo>
                  <a:lnTo>
                    <a:pt x="571" y="709"/>
                  </a:lnTo>
                  <a:lnTo>
                    <a:pt x="569" y="699"/>
                  </a:lnTo>
                  <a:lnTo>
                    <a:pt x="568" y="687"/>
                  </a:lnTo>
                  <a:lnTo>
                    <a:pt x="566" y="675"/>
                  </a:lnTo>
                  <a:lnTo>
                    <a:pt x="566" y="659"/>
                  </a:lnTo>
                  <a:lnTo>
                    <a:pt x="565" y="645"/>
                  </a:lnTo>
                  <a:lnTo>
                    <a:pt x="565" y="248"/>
                  </a:lnTo>
                  <a:lnTo>
                    <a:pt x="516" y="248"/>
                  </a:lnTo>
                  <a:lnTo>
                    <a:pt x="512" y="248"/>
                  </a:lnTo>
                  <a:lnTo>
                    <a:pt x="510" y="246"/>
                  </a:lnTo>
                  <a:lnTo>
                    <a:pt x="509" y="244"/>
                  </a:lnTo>
                  <a:lnTo>
                    <a:pt x="507" y="240"/>
                  </a:lnTo>
                  <a:lnTo>
                    <a:pt x="506" y="236"/>
                  </a:lnTo>
                  <a:lnTo>
                    <a:pt x="506" y="232"/>
                  </a:lnTo>
                  <a:lnTo>
                    <a:pt x="506" y="222"/>
                  </a:lnTo>
                  <a:lnTo>
                    <a:pt x="506" y="220"/>
                  </a:lnTo>
                  <a:lnTo>
                    <a:pt x="507" y="216"/>
                  </a:lnTo>
                  <a:lnTo>
                    <a:pt x="508" y="214"/>
                  </a:lnTo>
                  <a:lnTo>
                    <a:pt x="509" y="212"/>
                  </a:lnTo>
                  <a:lnTo>
                    <a:pt x="510" y="210"/>
                  </a:lnTo>
                  <a:lnTo>
                    <a:pt x="512" y="208"/>
                  </a:lnTo>
                  <a:lnTo>
                    <a:pt x="516" y="208"/>
                  </a:lnTo>
                  <a:lnTo>
                    <a:pt x="565" y="208"/>
                  </a:lnTo>
                  <a:lnTo>
                    <a:pt x="565" y="104"/>
                  </a:lnTo>
                  <a:lnTo>
                    <a:pt x="566" y="96"/>
                  </a:lnTo>
                  <a:lnTo>
                    <a:pt x="567" y="94"/>
                  </a:lnTo>
                  <a:lnTo>
                    <a:pt x="568" y="90"/>
                  </a:lnTo>
                  <a:lnTo>
                    <a:pt x="569" y="88"/>
                  </a:lnTo>
                  <a:lnTo>
                    <a:pt x="570" y="86"/>
                  </a:lnTo>
                  <a:lnTo>
                    <a:pt x="572" y="86"/>
                  </a:lnTo>
                  <a:lnTo>
                    <a:pt x="574" y="84"/>
                  </a:lnTo>
                  <a:lnTo>
                    <a:pt x="580" y="84"/>
                  </a:lnTo>
                  <a:lnTo>
                    <a:pt x="583" y="86"/>
                  </a:lnTo>
                  <a:lnTo>
                    <a:pt x="585" y="90"/>
                  </a:lnTo>
                  <a:lnTo>
                    <a:pt x="587" y="96"/>
                  </a:lnTo>
                  <a:lnTo>
                    <a:pt x="588" y="104"/>
                  </a:lnTo>
                  <a:lnTo>
                    <a:pt x="588" y="208"/>
                  </a:lnTo>
                  <a:lnTo>
                    <a:pt x="648" y="208"/>
                  </a:lnTo>
                  <a:lnTo>
                    <a:pt x="651" y="208"/>
                  </a:lnTo>
                  <a:lnTo>
                    <a:pt x="653" y="210"/>
                  </a:lnTo>
                  <a:lnTo>
                    <a:pt x="654" y="212"/>
                  </a:lnTo>
                  <a:lnTo>
                    <a:pt x="656" y="216"/>
                  </a:lnTo>
                  <a:lnTo>
                    <a:pt x="657" y="220"/>
                  </a:lnTo>
                  <a:lnTo>
                    <a:pt x="657" y="222"/>
                  </a:lnTo>
                  <a:lnTo>
                    <a:pt x="657" y="232"/>
                  </a:lnTo>
                  <a:lnTo>
                    <a:pt x="657" y="236"/>
                  </a:lnTo>
                  <a:lnTo>
                    <a:pt x="656" y="240"/>
                  </a:lnTo>
                  <a:lnTo>
                    <a:pt x="654" y="244"/>
                  </a:lnTo>
                  <a:lnTo>
                    <a:pt x="653" y="246"/>
                  </a:lnTo>
                  <a:lnTo>
                    <a:pt x="651" y="248"/>
                  </a:lnTo>
                  <a:lnTo>
                    <a:pt x="648" y="248"/>
                  </a:lnTo>
                  <a:lnTo>
                    <a:pt x="588" y="248"/>
                  </a:lnTo>
                  <a:lnTo>
                    <a:pt x="588" y="645"/>
                  </a:lnTo>
                  <a:lnTo>
                    <a:pt x="588" y="665"/>
                  </a:lnTo>
                  <a:lnTo>
                    <a:pt x="590" y="681"/>
                  </a:lnTo>
                  <a:lnTo>
                    <a:pt x="593" y="693"/>
                  </a:lnTo>
                  <a:lnTo>
                    <a:pt x="595" y="697"/>
                  </a:lnTo>
                  <a:lnTo>
                    <a:pt x="597" y="701"/>
                  </a:lnTo>
                  <a:lnTo>
                    <a:pt x="599" y="705"/>
                  </a:lnTo>
                  <a:lnTo>
                    <a:pt x="602" y="707"/>
                  </a:lnTo>
                  <a:lnTo>
                    <a:pt x="605" y="711"/>
                  </a:lnTo>
                  <a:lnTo>
                    <a:pt x="608" y="711"/>
                  </a:lnTo>
                  <a:lnTo>
                    <a:pt x="615" y="713"/>
                  </a:lnTo>
                  <a:lnTo>
                    <a:pt x="622" y="713"/>
                  </a:lnTo>
                  <a:lnTo>
                    <a:pt x="647" y="713"/>
                  </a:lnTo>
                  <a:lnTo>
                    <a:pt x="651" y="715"/>
                  </a:lnTo>
                  <a:lnTo>
                    <a:pt x="655" y="717"/>
                  </a:lnTo>
                  <a:lnTo>
                    <a:pt x="656" y="719"/>
                  </a:lnTo>
                  <a:lnTo>
                    <a:pt x="657" y="723"/>
                  </a:lnTo>
                  <a:lnTo>
                    <a:pt x="657" y="725"/>
                  </a:lnTo>
                  <a:lnTo>
                    <a:pt x="657" y="729"/>
                  </a:lnTo>
                  <a:lnTo>
                    <a:pt x="657" y="737"/>
                  </a:lnTo>
                  <a:lnTo>
                    <a:pt x="655" y="743"/>
                  </a:lnTo>
                  <a:lnTo>
                    <a:pt x="654" y="747"/>
                  </a:lnTo>
                  <a:lnTo>
                    <a:pt x="653" y="747"/>
                  </a:lnTo>
                  <a:lnTo>
                    <a:pt x="649" y="751"/>
                  </a:lnTo>
                  <a:close/>
                  <a:moveTo>
                    <a:pt x="767" y="20"/>
                  </a:moveTo>
                  <a:lnTo>
                    <a:pt x="743" y="192"/>
                  </a:lnTo>
                  <a:lnTo>
                    <a:pt x="742" y="202"/>
                  </a:lnTo>
                  <a:lnTo>
                    <a:pt x="740" y="208"/>
                  </a:lnTo>
                  <a:lnTo>
                    <a:pt x="737" y="210"/>
                  </a:lnTo>
                  <a:lnTo>
                    <a:pt x="734" y="212"/>
                  </a:lnTo>
                  <a:lnTo>
                    <a:pt x="726" y="212"/>
                  </a:lnTo>
                  <a:lnTo>
                    <a:pt x="724" y="210"/>
                  </a:lnTo>
                  <a:lnTo>
                    <a:pt x="722" y="208"/>
                  </a:lnTo>
                  <a:lnTo>
                    <a:pt x="722" y="206"/>
                  </a:lnTo>
                  <a:lnTo>
                    <a:pt x="722" y="202"/>
                  </a:lnTo>
                  <a:lnTo>
                    <a:pt x="722" y="198"/>
                  </a:lnTo>
                  <a:lnTo>
                    <a:pt x="722" y="192"/>
                  </a:lnTo>
                  <a:lnTo>
                    <a:pt x="743" y="20"/>
                  </a:lnTo>
                  <a:lnTo>
                    <a:pt x="744" y="10"/>
                  </a:lnTo>
                  <a:lnTo>
                    <a:pt x="745" y="6"/>
                  </a:lnTo>
                  <a:lnTo>
                    <a:pt x="746" y="4"/>
                  </a:lnTo>
                  <a:lnTo>
                    <a:pt x="749" y="2"/>
                  </a:lnTo>
                  <a:lnTo>
                    <a:pt x="753" y="0"/>
                  </a:lnTo>
                  <a:lnTo>
                    <a:pt x="762" y="0"/>
                  </a:lnTo>
                  <a:lnTo>
                    <a:pt x="765" y="0"/>
                  </a:lnTo>
                  <a:lnTo>
                    <a:pt x="767" y="2"/>
                  </a:lnTo>
                  <a:lnTo>
                    <a:pt x="768" y="6"/>
                  </a:lnTo>
                  <a:lnTo>
                    <a:pt x="768" y="12"/>
                  </a:lnTo>
                  <a:lnTo>
                    <a:pt x="768" y="14"/>
                  </a:lnTo>
                  <a:lnTo>
                    <a:pt x="767" y="20"/>
                  </a:lnTo>
                  <a:close/>
                  <a:moveTo>
                    <a:pt x="898" y="753"/>
                  </a:moveTo>
                  <a:lnTo>
                    <a:pt x="879" y="753"/>
                  </a:lnTo>
                  <a:lnTo>
                    <a:pt x="859" y="749"/>
                  </a:lnTo>
                  <a:lnTo>
                    <a:pt x="841" y="745"/>
                  </a:lnTo>
                  <a:lnTo>
                    <a:pt x="825" y="739"/>
                  </a:lnTo>
                  <a:lnTo>
                    <a:pt x="820" y="737"/>
                  </a:lnTo>
                  <a:lnTo>
                    <a:pt x="818" y="735"/>
                  </a:lnTo>
                  <a:lnTo>
                    <a:pt x="817" y="735"/>
                  </a:lnTo>
                  <a:lnTo>
                    <a:pt x="815" y="733"/>
                  </a:lnTo>
                  <a:lnTo>
                    <a:pt x="814" y="729"/>
                  </a:lnTo>
                  <a:lnTo>
                    <a:pt x="814" y="727"/>
                  </a:lnTo>
                  <a:lnTo>
                    <a:pt x="814" y="723"/>
                  </a:lnTo>
                  <a:lnTo>
                    <a:pt x="814" y="711"/>
                  </a:lnTo>
                  <a:lnTo>
                    <a:pt x="814" y="707"/>
                  </a:lnTo>
                  <a:lnTo>
                    <a:pt x="814" y="705"/>
                  </a:lnTo>
                  <a:lnTo>
                    <a:pt x="816" y="701"/>
                  </a:lnTo>
                  <a:lnTo>
                    <a:pt x="817" y="699"/>
                  </a:lnTo>
                  <a:lnTo>
                    <a:pt x="819" y="699"/>
                  </a:lnTo>
                  <a:lnTo>
                    <a:pt x="820" y="697"/>
                  </a:lnTo>
                  <a:lnTo>
                    <a:pt x="822" y="697"/>
                  </a:lnTo>
                  <a:lnTo>
                    <a:pt x="825" y="697"/>
                  </a:lnTo>
                  <a:lnTo>
                    <a:pt x="844" y="703"/>
                  </a:lnTo>
                  <a:lnTo>
                    <a:pt x="863" y="709"/>
                  </a:lnTo>
                  <a:lnTo>
                    <a:pt x="873" y="711"/>
                  </a:lnTo>
                  <a:lnTo>
                    <a:pt x="882" y="713"/>
                  </a:lnTo>
                  <a:lnTo>
                    <a:pt x="899" y="713"/>
                  </a:lnTo>
                  <a:lnTo>
                    <a:pt x="912" y="713"/>
                  </a:lnTo>
                  <a:lnTo>
                    <a:pt x="918" y="711"/>
                  </a:lnTo>
                  <a:lnTo>
                    <a:pt x="924" y="709"/>
                  </a:lnTo>
                  <a:lnTo>
                    <a:pt x="930" y="707"/>
                  </a:lnTo>
                  <a:lnTo>
                    <a:pt x="935" y="703"/>
                  </a:lnTo>
                  <a:lnTo>
                    <a:pt x="940" y="699"/>
                  </a:lnTo>
                  <a:lnTo>
                    <a:pt x="944" y="695"/>
                  </a:lnTo>
                  <a:lnTo>
                    <a:pt x="948" y="689"/>
                  </a:lnTo>
                  <a:lnTo>
                    <a:pt x="952" y="681"/>
                  </a:lnTo>
                  <a:lnTo>
                    <a:pt x="955" y="673"/>
                  </a:lnTo>
                  <a:lnTo>
                    <a:pt x="958" y="663"/>
                  </a:lnTo>
                  <a:lnTo>
                    <a:pt x="960" y="653"/>
                  </a:lnTo>
                  <a:lnTo>
                    <a:pt x="961" y="641"/>
                  </a:lnTo>
                  <a:lnTo>
                    <a:pt x="962" y="627"/>
                  </a:lnTo>
                  <a:lnTo>
                    <a:pt x="963" y="613"/>
                  </a:lnTo>
                  <a:lnTo>
                    <a:pt x="962" y="599"/>
                  </a:lnTo>
                  <a:lnTo>
                    <a:pt x="960" y="585"/>
                  </a:lnTo>
                  <a:lnTo>
                    <a:pt x="959" y="579"/>
                  </a:lnTo>
                  <a:lnTo>
                    <a:pt x="957" y="573"/>
                  </a:lnTo>
                  <a:lnTo>
                    <a:pt x="952" y="561"/>
                  </a:lnTo>
                  <a:lnTo>
                    <a:pt x="949" y="555"/>
                  </a:lnTo>
                  <a:lnTo>
                    <a:pt x="945" y="547"/>
                  </a:lnTo>
                  <a:lnTo>
                    <a:pt x="935" y="535"/>
                  </a:lnTo>
                  <a:lnTo>
                    <a:pt x="924" y="519"/>
                  </a:lnTo>
                  <a:lnTo>
                    <a:pt x="909" y="503"/>
                  </a:lnTo>
                  <a:lnTo>
                    <a:pt x="877" y="469"/>
                  </a:lnTo>
                  <a:lnTo>
                    <a:pt x="864" y="453"/>
                  </a:lnTo>
                  <a:lnTo>
                    <a:pt x="852" y="439"/>
                  </a:lnTo>
                  <a:lnTo>
                    <a:pt x="841" y="423"/>
                  </a:lnTo>
                  <a:lnTo>
                    <a:pt x="839" y="419"/>
                  </a:lnTo>
                  <a:lnTo>
                    <a:pt x="837" y="415"/>
                  </a:lnTo>
                  <a:lnTo>
                    <a:pt x="832" y="407"/>
                  </a:lnTo>
                  <a:lnTo>
                    <a:pt x="829" y="399"/>
                  </a:lnTo>
                  <a:lnTo>
                    <a:pt x="825" y="389"/>
                  </a:lnTo>
                  <a:lnTo>
                    <a:pt x="823" y="381"/>
                  </a:lnTo>
                  <a:lnTo>
                    <a:pt x="820" y="371"/>
                  </a:lnTo>
                  <a:lnTo>
                    <a:pt x="819" y="361"/>
                  </a:lnTo>
                  <a:lnTo>
                    <a:pt x="817" y="349"/>
                  </a:lnTo>
                  <a:lnTo>
                    <a:pt x="816" y="337"/>
                  </a:lnTo>
                  <a:lnTo>
                    <a:pt x="816" y="325"/>
                  </a:lnTo>
                  <a:lnTo>
                    <a:pt x="817" y="309"/>
                  </a:lnTo>
                  <a:lnTo>
                    <a:pt x="818" y="294"/>
                  </a:lnTo>
                  <a:lnTo>
                    <a:pt x="820" y="280"/>
                  </a:lnTo>
                  <a:lnTo>
                    <a:pt x="823" y="268"/>
                  </a:lnTo>
                  <a:lnTo>
                    <a:pt x="826" y="256"/>
                  </a:lnTo>
                  <a:lnTo>
                    <a:pt x="830" y="246"/>
                  </a:lnTo>
                  <a:lnTo>
                    <a:pt x="835" y="238"/>
                  </a:lnTo>
                  <a:lnTo>
                    <a:pt x="840" y="230"/>
                  </a:lnTo>
                  <a:lnTo>
                    <a:pt x="845" y="222"/>
                  </a:lnTo>
                  <a:lnTo>
                    <a:pt x="851" y="216"/>
                  </a:lnTo>
                  <a:lnTo>
                    <a:pt x="858" y="212"/>
                  </a:lnTo>
                  <a:lnTo>
                    <a:pt x="864" y="208"/>
                  </a:lnTo>
                  <a:lnTo>
                    <a:pt x="871" y="206"/>
                  </a:lnTo>
                  <a:lnTo>
                    <a:pt x="878" y="204"/>
                  </a:lnTo>
                  <a:lnTo>
                    <a:pt x="893" y="202"/>
                  </a:lnTo>
                  <a:lnTo>
                    <a:pt x="917" y="204"/>
                  </a:lnTo>
                  <a:lnTo>
                    <a:pt x="936" y="206"/>
                  </a:lnTo>
                  <a:lnTo>
                    <a:pt x="965" y="212"/>
                  </a:lnTo>
                  <a:lnTo>
                    <a:pt x="970" y="214"/>
                  </a:lnTo>
                  <a:lnTo>
                    <a:pt x="973" y="216"/>
                  </a:lnTo>
                  <a:lnTo>
                    <a:pt x="974" y="218"/>
                  </a:lnTo>
                  <a:lnTo>
                    <a:pt x="975" y="220"/>
                  </a:lnTo>
                  <a:lnTo>
                    <a:pt x="976" y="224"/>
                  </a:lnTo>
                  <a:lnTo>
                    <a:pt x="976" y="228"/>
                  </a:lnTo>
                  <a:lnTo>
                    <a:pt x="976" y="236"/>
                  </a:lnTo>
                  <a:lnTo>
                    <a:pt x="975" y="246"/>
                  </a:lnTo>
                  <a:lnTo>
                    <a:pt x="973" y="252"/>
                  </a:lnTo>
                  <a:lnTo>
                    <a:pt x="970" y="254"/>
                  </a:lnTo>
                  <a:lnTo>
                    <a:pt x="965" y="252"/>
                  </a:lnTo>
                  <a:lnTo>
                    <a:pt x="953" y="250"/>
                  </a:lnTo>
                  <a:lnTo>
                    <a:pt x="936" y="246"/>
                  </a:lnTo>
                  <a:lnTo>
                    <a:pt x="926" y="244"/>
                  </a:lnTo>
                  <a:lnTo>
                    <a:pt x="916" y="244"/>
                  </a:lnTo>
                  <a:lnTo>
                    <a:pt x="895" y="242"/>
                  </a:lnTo>
                  <a:lnTo>
                    <a:pt x="883" y="242"/>
                  </a:lnTo>
                  <a:lnTo>
                    <a:pt x="873" y="244"/>
                  </a:lnTo>
                  <a:lnTo>
                    <a:pt x="868" y="246"/>
                  </a:lnTo>
                  <a:lnTo>
                    <a:pt x="863" y="250"/>
                  </a:lnTo>
                  <a:lnTo>
                    <a:pt x="859" y="254"/>
                  </a:lnTo>
                  <a:lnTo>
                    <a:pt x="855" y="258"/>
                  </a:lnTo>
                  <a:lnTo>
                    <a:pt x="851" y="262"/>
                  </a:lnTo>
                  <a:lnTo>
                    <a:pt x="848" y="268"/>
                  </a:lnTo>
                  <a:lnTo>
                    <a:pt x="845" y="276"/>
                  </a:lnTo>
                  <a:lnTo>
                    <a:pt x="844" y="278"/>
                  </a:lnTo>
                  <a:lnTo>
                    <a:pt x="843" y="282"/>
                  </a:lnTo>
                  <a:lnTo>
                    <a:pt x="841" y="292"/>
                  </a:lnTo>
                  <a:lnTo>
                    <a:pt x="839" y="301"/>
                  </a:lnTo>
                  <a:lnTo>
                    <a:pt x="839" y="313"/>
                  </a:lnTo>
                  <a:lnTo>
                    <a:pt x="838" y="325"/>
                  </a:lnTo>
                  <a:lnTo>
                    <a:pt x="838" y="333"/>
                  </a:lnTo>
                  <a:lnTo>
                    <a:pt x="839" y="341"/>
                  </a:lnTo>
                  <a:lnTo>
                    <a:pt x="840" y="349"/>
                  </a:lnTo>
                  <a:lnTo>
                    <a:pt x="842" y="355"/>
                  </a:lnTo>
                  <a:lnTo>
                    <a:pt x="843" y="363"/>
                  </a:lnTo>
                  <a:lnTo>
                    <a:pt x="846" y="369"/>
                  </a:lnTo>
                  <a:lnTo>
                    <a:pt x="848" y="375"/>
                  </a:lnTo>
                  <a:lnTo>
                    <a:pt x="851" y="381"/>
                  </a:lnTo>
                  <a:lnTo>
                    <a:pt x="858" y="393"/>
                  </a:lnTo>
                  <a:lnTo>
                    <a:pt x="867" y="405"/>
                  </a:lnTo>
                  <a:lnTo>
                    <a:pt x="876" y="417"/>
                  </a:lnTo>
                  <a:lnTo>
                    <a:pt x="887" y="431"/>
                  </a:lnTo>
                  <a:lnTo>
                    <a:pt x="921" y="467"/>
                  </a:lnTo>
                  <a:lnTo>
                    <a:pt x="936" y="485"/>
                  </a:lnTo>
                  <a:lnTo>
                    <a:pt x="948" y="501"/>
                  </a:lnTo>
                  <a:lnTo>
                    <a:pt x="954" y="509"/>
                  </a:lnTo>
                  <a:lnTo>
                    <a:pt x="959" y="517"/>
                  </a:lnTo>
                  <a:lnTo>
                    <a:pt x="968" y="533"/>
                  </a:lnTo>
                  <a:lnTo>
                    <a:pt x="972" y="541"/>
                  </a:lnTo>
                  <a:lnTo>
                    <a:pt x="976" y="551"/>
                  </a:lnTo>
                  <a:lnTo>
                    <a:pt x="978" y="559"/>
                  </a:lnTo>
                  <a:lnTo>
                    <a:pt x="981" y="569"/>
                  </a:lnTo>
                  <a:lnTo>
                    <a:pt x="982" y="579"/>
                  </a:lnTo>
                  <a:lnTo>
                    <a:pt x="984" y="589"/>
                  </a:lnTo>
                  <a:lnTo>
                    <a:pt x="985" y="601"/>
                  </a:lnTo>
                  <a:lnTo>
                    <a:pt x="985" y="613"/>
                  </a:lnTo>
                  <a:lnTo>
                    <a:pt x="984" y="633"/>
                  </a:lnTo>
                  <a:lnTo>
                    <a:pt x="983" y="651"/>
                  </a:lnTo>
                  <a:lnTo>
                    <a:pt x="982" y="659"/>
                  </a:lnTo>
                  <a:lnTo>
                    <a:pt x="981" y="667"/>
                  </a:lnTo>
                  <a:lnTo>
                    <a:pt x="979" y="673"/>
                  </a:lnTo>
                  <a:lnTo>
                    <a:pt x="978" y="681"/>
                  </a:lnTo>
                  <a:lnTo>
                    <a:pt x="974" y="693"/>
                  </a:lnTo>
                  <a:lnTo>
                    <a:pt x="972" y="699"/>
                  </a:lnTo>
                  <a:lnTo>
                    <a:pt x="970" y="705"/>
                  </a:lnTo>
                  <a:lnTo>
                    <a:pt x="964" y="715"/>
                  </a:lnTo>
                  <a:lnTo>
                    <a:pt x="959" y="723"/>
                  </a:lnTo>
                  <a:lnTo>
                    <a:pt x="953" y="731"/>
                  </a:lnTo>
                  <a:lnTo>
                    <a:pt x="946" y="737"/>
                  </a:lnTo>
                  <a:lnTo>
                    <a:pt x="939" y="743"/>
                  </a:lnTo>
                  <a:lnTo>
                    <a:pt x="931" y="747"/>
                  </a:lnTo>
                  <a:lnTo>
                    <a:pt x="923" y="749"/>
                  </a:lnTo>
                  <a:lnTo>
                    <a:pt x="915" y="751"/>
                  </a:lnTo>
                  <a:lnTo>
                    <a:pt x="906" y="753"/>
                  </a:lnTo>
                  <a:lnTo>
                    <a:pt x="898" y="753"/>
                  </a:lnTo>
                  <a:close/>
                  <a:moveTo>
                    <a:pt x="1357" y="745"/>
                  </a:moveTo>
                  <a:lnTo>
                    <a:pt x="1341" y="747"/>
                  </a:lnTo>
                  <a:lnTo>
                    <a:pt x="1324" y="751"/>
                  </a:lnTo>
                  <a:lnTo>
                    <a:pt x="1309" y="753"/>
                  </a:lnTo>
                  <a:lnTo>
                    <a:pt x="1296" y="753"/>
                  </a:lnTo>
                  <a:lnTo>
                    <a:pt x="1283" y="751"/>
                  </a:lnTo>
                  <a:lnTo>
                    <a:pt x="1277" y="751"/>
                  </a:lnTo>
                  <a:lnTo>
                    <a:pt x="1271" y="749"/>
                  </a:lnTo>
                  <a:lnTo>
                    <a:pt x="1265" y="745"/>
                  </a:lnTo>
                  <a:lnTo>
                    <a:pt x="1260" y="743"/>
                  </a:lnTo>
                  <a:lnTo>
                    <a:pt x="1255" y="739"/>
                  </a:lnTo>
                  <a:lnTo>
                    <a:pt x="1250" y="733"/>
                  </a:lnTo>
                  <a:lnTo>
                    <a:pt x="1245" y="729"/>
                  </a:lnTo>
                  <a:lnTo>
                    <a:pt x="1241" y="723"/>
                  </a:lnTo>
                  <a:lnTo>
                    <a:pt x="1233" y="711"/>
                  </a:lnTo>
                  <a:lnTo>
                    <a:pt x="1225" y="697"/>
                  </a:lnTo>
                  <a:lnTo>
                    <a:pt x="1219" y="681"/>
                  </a:lnTo>
                  <a:lnTo>
                    <a:pt x="1213" y="663"/>
                  </a:lnTo>
                  <a:lnTo>
                    <a:pt x="1209" y="645"/>
                  </a:lnTo>
                  <a:lnTo>
                    <a:pt x="1205" y="625"/>
                  </a:lnTo>
                  <a:lnTo>
                    <a:pt x="1202" y="603"/>
                  </a:lnTo>
                  <a:lnTo>
                    <a:pt x="1199" y="581"/>
                  </a:lnTo>
                  <a:lnTo>
                    <a:pt x="1197" y="557"/>
                  </a:lnTo>
                  <a:lnTo>
                    <a:pt x="1196" y="535"/>
                  </a:lnTo>
                  <a:lnTo>
                    <a:pt x="1196" y="509"/>
                  </a:lnTo>
                  <a:lnTo>
                    <a:pt x="1196" y="443"/>
                  </a:lnTo>
                  <a:lnTo>
                    <a:pt x="1196" y="417"/>
                  </a:lnTo>
                  <a:lnTo>
                    <a:pt x="1197" y="393"/>
                  </a:lnTo>
                  <a:lnTo>
                    <a:pt x="1199" y="371"/>
                  </a:lnTo>
                  <a:lnTo>
                    <a:pt x="1202" y="349"/>
                  </a:lnTo>
                  <a:lnTo>
                    <a:pt x="1205" y="327"/>
                  </a:lnTo>
                  <a:lnTo>
                    <a:pt x="1209" y="307"/>
                  </a:lnTo>
                  <a:lnTo>
                    <a:pt x="1213" y="290"/>
                  </a:lnTo>
                  <a:lnTo>
                    <a:pt x="1219" y="272"/>
                  </a:lnTo>
                  <a:lnTo>
                    <a:pt x="1222" y="264"/>
                  </a:lnTo>
                  <a:lnTo>
                    <a:pt x="1225" y="258"/>
                  </a:lnTo>
                  <a:lnTo>
                    <a:pt x="1233" y="244"/>
                  </a:lnTo>
                  <a:lnTo>
                    <a:pt x="1237" y="238"/>
                  </a:lnTo>
                  <a:lnTo>
                    <a:pt x="1241" y="232"/>
                  </a:lnTo>
                  <a:lnTo>
                    <a:pt x="1250" y="222"/>
                  </a:lnTo>
                  <a:lnTo>
                    <a:pt x="1260" y="214"/>
                  </a:lnTo>
                  <a:lnTo>
                    <a:pt x="1265" y="210"/>
                  </a:lnTo>
                  <a:lnTo>
                    <a:pt x="1271" y="208"/>
                  </a:lnTo>
                  <a:lnTo>
                    <a:pt x="1277" y="206"/>
                  </a:lnTo>
                  <a:lnTo>
                    <a:pt x="1283" y="204"/>
                  </a:lnTo>
                  <a:lnTo>
                    <a:pt x="1289" y="202"/>
                  </a:lnTo>
                  <a:lnTo>
                    <a:pt x="1296" y="202"/>
                  </a:lnTo>
                  <a:lnTo>
                    <a:pt x="1309" y="204"/>
                  </a:lnTo>
                  <a:lnTo>
                    <a:pt x="1324" y="206"/>
                  </a:lnTo>
                  <a:lnTo>
                    <a:pt x="1341" y="208"/>
                  </a:lnTo>
                  <a:lnTo>
                    <a:pt x="1357" y="212"/>
                  </a:lnTo>
                  <a:lnTo>
                    <a:pt x="1361" y="214"/>
                  </a:lnTo>
                  <a:lnTo>
                    <a:pt x="1364" y="218"/>
                  </a:lnTo>
                  <a:lnTo>
                    <a:pt x="1365" y="220"/>
                  </a:lnTo>
                  <a:lnTo>
                    <a:pt x="1366" y="222"/>
                  </a:lnTo>
                  <a:lnTo>
                    <a:pt x="1366" y="230"/>
                  </a:lnTo>
                  <a:lnTo>
                    <a:pt x="1366" y="236"/>
                  </a:lnTo>
                  <a:lnTo>
                    <a:pt x="1365" y="240"/>
                  </a:lnTo>
                  <a:lnTo>
                    <a:pt x="1365" y="244"/>
                  </a:lnTo>
                  <a:lnTo>
                    <a:pt x="1363" y="248"/>
                  </a:lnTo>
                  <a:lnTo>
                    <a:pt x="1362" y="250"/>
                  </a:lnTo>
                  <a:lnTo>
                    <a:pt x="1360" y="250"/>
                  </a:lnTo>
                  <a:lnTo>
                    <a:pt x="1356" y="250"/>
                  </a:lnTo>
                  <a:lnTo>
                    <a:pt x="1339" y="246"/>
                  </a:lnTo>
                  <a:lnTo>
                    <a:pt x="1323" y="244"/>
                  </a:lnTo>
                  <a:lnTo>
                    <a:pt x="1309" y="242"/>
                  </a:lnTo>
                  <a:lnTo>
                    <a:pt x="1296" y="242"/>
                  </a:lnTo>
                  <a:lnTo>
                    <a:pt x="1285" y="242"/>
                  </a:lnTo>
                  <a:lnTo>
                    <a:pt x="1276" y="246"/>
                  </a:lnTo>
                  <a:lnTo>
                    <a:pt x="1272" y="248"/>
                  </a:lnTo>
                  <a:lnTo>
                    <a:pt x="1267" y="250"/>
                  </a:lnTo>
                  <a:lnTo>
                    <a:pt x="1259" y="256"/>
                  </a:lnTo>
                  <a:lnTo>
                    <a:pt x="1252" y="264"/>
                  </a:lnTo>
                  <a:lnTo>
                    <a:pt x="1246" y="274"/>
                  </a:lnTo>
                  <a:lnTo>
                    <a:pt x="1240" y="284"/>
                  </a:lnTo>
                  <a:lnTo>
                    <a:pt x="1236" y="296"/>
                  </a:lnTo>
                  <a:lnTo>
                    <a:pt x="1231" y="309"/>
                  </a:lnTo>
                  <a:lnTo>
                    <a:pt x="1228" y="325"/>
                  </a:lnTo>
                  <a:lnTo>
                    <a:pt x="1225" y="341"/>
                  </a:lnTo>
                  <a:lnTo>
                    <a:pt x="1222" y="359"/>
                  </a:lnTo>
                  <a:lnTo>
                    <a:pt x="1221" y="379"/>
                  </a:lnTo>
                  <a:lnTo>
                    <a:pt x="1219" y="399"/>
                  </a:lnTo>
                  <a:lnTo>
                    <a:pt x="1219" y="419"/>
                  </a:lnTo>
                  <a:lnTo>
                    <a:pt x="1218" y="443"/>
                  </a:lnTo>
                  <a:lnTo>
                    <a:pt x="1218" y="509"/>
                  </a:lnTo>
                  <a:lnTo>
                    <a:pt x="1219" y="531"/>
                  </a:lnTo>
                  <a:lnTo>
                    <a:pt x="1219" y="553"/>
                  </a:lnTo>
                  <a:lnTo>
                    <a:pt x="1221" y="573"/>
                  </a:lnTo>
                  <a:lnTo>
                    <a:pt x="1222" y="593"/>
                  </a:lnTo>
                  <a:lnTo>
                    <a:pt x="1225" y="611"/>
                  </a:lnTo>
                  <a:lnTo>
                    <a:pt x="1228" y="627"/>
                  </a:lnTo>
                  <a:lnTo>
                    <a:pt x="1231" y="643"/>
                  </a:lnTo>
                  <a:lnTo>
                    <a:pt x="1236" y="657"/>
                  </a:lnTo>
                  <a:lnTo>
                    <a:pt x="1240" y="671"/>
                  </a:lnTo>
                  <a:lnTo>
                    <a:pt x="1246" y="681"/>
                  </a:lnTo>
                  <a:lnTo>
                    <a:pt x="1252" y="691"/>
                  </a:lnTo>
                  <a:lnTo>
                    <a:pt x="1259" y="699"/>
                  </a:lnTo>
                  <a:lnTo>
                    <a:pt x="1267" y="705"/>
                  </a:lnTo>
                  <a:lnTo>
                    <a:pt x="1272" y="709"/>
                  </a:lnTo>
                  <a:lnTo>
                    <a:pt x="1276" y="711"/>
                  </a:lnTo>
                  <a:lnTo>
                    <a:pt x="1285" y="713"/>
                  </a:lnTo>
                  <a:lnTo>
                    <a:pt x="1296" y="713"/>
                  </a:lnTo>
                  <a:lnTo>
                    <a:pt x="1309" y="713"/>
                  </a:lnTo>
                  <a:lnTo>
                    <a:pt x="1323" y="711"/>
                  </a:lnTo>
                  <a:lnTo>
                    <a:pt x="1339" y="709"/>
                  </a:lnTo>
                  <a:lnTo>
                    <a:pt x="1356" y="705"/>
                  </a:lnTo>
                  <a:lnTo>
                    <a:pt x="1360" y="705"/>
                  </a:lnTo>
                  <a:lnTo>
                    <a:pt x="1362" y="705"/>
                  </a:lnTo>
                  <a:lnTo>
                    <a:pt x="1363" y="707"/>
                  </a:lnTo>
                  <a:lnTo>
                    <a:pt x="1365" y="709"/>
                  </a:lnTo>
                  <a:lnTo>
                    <a:pt x="1365" y="711"/>
                  </a:lnTo>
                  <a:lnTo>
                    <a:pt x="1366" y="715"/>
                  </a:lnTo>
                  <a:lnTo>
                    <a:pt x="1366" y="719"/>
                  </a:lnTo>
                  <a:lnTo>
                    <a:pt x="1366" y="731"/>
                  </a:lnTo>
                  <a:lnTo>
                    <a:pt x="1365" y="735"/>
                  </a:lnTo>
                  <a:lnTo>
                    <a:pt x="1364" y="737"/>
                  </a:lnTo>
                  <a:lnTo>
                    <a:pt x="1363" y="741"/>
                  </a:lnTo>
                  <a:lnTo>
                    <a:pt x="1361" y="741"/>
                  </a:lnTo>
                  <a:lnTo>
                    <a:pt x="1357" y="745"/>
                  </a:lnTo>
                  <a:close/>
                  <a:moveTo>
                    <a:pt x="1467" y="753"/>
                  </a:moveTo>
                  <a:lnTo>
                    <a:pt x="1462" y="753"/>
                  </a:lnTo>
                  <a:lnTo>
                    <a:pt x="1458" y="751"/>
                  </a:lnTo>
                  <a:lnTo>
                    <a:pt x="1456" y="747"/>
                  </a:lnTo>
                  <a:lnTo>
                    <a:pt x="1454" y="741"/>
                  </a:lnTo>
                  <a:lnTo>
                    <a:pt x="1453" y="735"/>
                  </a:lnTo>
                  <a:lnTo>
                    <a:pt x="1453" y="20"/>
                  </a:lnTo>
                  <a:lnTo>
                    <a:pt x="1454" y="16"/>
                  </a:lnTo>
                  <a:lnTo>
                    <a:pt x="1454" y="12"/>
                  </a:lnTo>
                  <a:lnTo>
                    <a:pt x="1456" y="6"/>
                  </a:lnTo>
                  <a:lnTo>
                    <a:pt x="1457" y="4"/>
                  </a:lnTo>
                  <a:lnTo>
                    <a:pt x="1458" y="2"/>
                  </a:lnTo>
                  <a:lnTo>
                    <a:pt x="1462" y="0"/>
                  </a:lnTo>
                  <a:lnTo>
                    <a:pt x="1467" y="0"/>
                  </a:lnTo>
                  <a:lnTo>
                    <a:pt x="1470" y="2"/>
                  </a:lnTo>
                  <a:lnTo>
                    <a:pt x="1473" y="6"/>
                  </a:lnTo>
                  <a:lnTo>
                    <a:pt x="1475" y="12"/>
                  </a:lnTo>
                  <a:lnTo>
                    <a:pt x="1476" y="20"/>
                  </a:lnTo>
                  <a:lnTo>
                    <a:pt x="1476" y="735"/>
                  </a:lnTo>
                  <a:lnTo>
                    <a:pt x="1475" y="737"/>
                  </a:lnTo>
                  <a:lnTo>
                    <a:pt x="1475" y="741"/>
                  </a:lnTo>
                  <a:lnTo>
                    <a:pt x="1473" y="747"/>
                  </a:lnTo>
                  <a:lnTo>
                    <a:pt x="1472" y="749"/>
                  </a:lnTo>
                  <a:lnTo>
                    <a:pt x="1470" y="751"/>
                  </a:lnTo>
                  <a:lnTo>
                    <a:pt x="1467" y="753"/>
                  </a:lnTo>
                  <a:close/>
                  <a:moveTo>
                    <a:pt x="1761" y="487"/>
                  </a:moveTo>
                  <a:lnTo>
                    <a:pt x="1591" y="487"/>
                  </a:lnTo>
                  <a:lnTo>
                    <a:pt x="1591" y="509"/>
                  </a:lnTo>
                  <a:lnTo>
                    <a:pt x="1591" y="539"/>
                  </a:lnTo>
                  <a:lnTo>
                    <a:pt x="1592" y="553"/>
                  </a:lnTo>
                  <a:lnTo>
                    <a:pt x="1593" y="565"/>
                  </a:lnTo>
                  <a:lnTo>
                    <a:pt x="1594" y="579"/>
                  </a:lnTo>
                  <a:lnTo>
                    <a:pt x="1595" y="591"/>
                  </a:lnTo>
                  <a:lnTo>
                    <a:pt x="1598" y="613"/>
                  </a:lnTo>
                  <a:lnTo>
                    <a:pt x="1602" y="631"/>
                  </a:lnTo>
                  <a:lnTo>
                    <a:pt x="1606" y="647"/>
                  </a:lnTo>
                  <a:lnTo>
                    <a:pt x="1612" y="663"/>
                  </a:lnTo>
                  <a:lnTo>
                    <a:pt x="1614" y="669"/>
                  </a:lnTo>
                  <a:lnTo>
                    <a:pt x="1617" y="675"/>
                  </a:lnTo>
                  <a:lnTo>
                    <a:pt x="1621" y="681"/>
                  </a:lnTo>
                  <a:lnTo>
                    <a:pt x="1624" y="685"/>
                  </a:lnTo>
                  <a:lnTo>
                    <a:pt x="1631" y="693"/>
                  </a:lnTo>
                  <a:lnTo>
                    <a:pt x="1638" y="701"/>
                  </a:lnTo>
                  <a:lnTo>
                    <a:pt x="1646" y="705"/>
                  </a:lnTo>
                  <a:lnTo>
                    <a:pt x="1655" y="709"/>
                  </a:lnTo>
                  <a:lnTo>
                    <a:pt x="1664" y="713"/>
                  </a:lnTo>
                  <a:lnTo>
                    <a:pt x="1673" y="713"/>
                  </a:lnTo>
                  <a:lnTo>
                    <a:pt x="1682" y="713"/>
                  </a:lnTo>
                  <a:lnTo>
                    <a:pt x="1699" y="713"/>
                  </a:lnTo>
                  <a:lnTo>
                    <a:pt x="1718" y="709"/>
                  </a:lnTo>
                  <a:lnTo>
                    <a:pt x="1737" y="703"/>
                  </a:lnTo>
                  <a:lnTo>
                    <a:pt x="1756" y="697"/>
                  </a:lnTo>
                  <a:lnTo>
                    <a:pt x="1758" y="697"/>
                  </a:lnTo>
                  <a:lnTo>
                    <a:pt x="1760" y="697"/>
                  </a:lnTo>
                  <a:lnTo>
                    <a:pt x="1764" y="697"/>
                  </a:lnTo>
                  <a:lnTo>
                    <a:pt x="1765" y="699"/>
                  </a:lnTo>
                  <a:lnTo>
                    <a:pt x="1766" y="703"/>
                  </a:lnTo>
                  <a:lnTo>
                    <a:pt x="1767" y="705"/>
                  </a:lnTo>
                  <a:lnTo>
                    <a:pt x="1767" y="709"/>
                  </a:lnTo>
                  <a:lnTo>
                    <a:pt x="1767" y="721"/>
                  </a:lnTo>
                  <a:lnTo>
                    <a:pt x="1766" y="725"/>
                  </a:lnTo>
                  <a:lnTo>
                    <a:pt x="1765" y="729"/>
                  </a:lnTo>
                  <a:lnTo>
                    <a:pt x="1764" y="731"/>
                  </a:lnTo>
                  <a:lnTo>
                    <a:pt x="1762" y="733"/>
                  </a:lnTo>
                  <a:lnTo>
                    <a:pt x="1757" y="737"/>
                  </a:lnTo>
                  <a:lnTo>
                    <a:pt x="1739" y="743"/>
                  </a:lnTo>
                  <a:lnTo>
                    <a:pt x="1719" y="749"/>
                  </a:lnTo>
                  <a:lnTo>
                    <a:pt x="1700" y="751"/>
                  </a:lnTo>
                  <a:lnTo>
                    <a:pt x="1682" y="753"/>
                  </a:lnTo>
                  <a:lnTo>
                    <a:pt x="1670" y="753"/>
                  </a:lnTo>
                  <a:lnTo>
                    <a:pt x="1659" y="751"/>
                  </a:lnTo>
                  <a:lnTo>
                    <a:pt x="1648" y="747"/>
                  </a:lnTo>
                  <a:lnTo>
                    <a:pt x="1638" y="741"/>
                  </a:lnTo>
                  <a:lnTo>
                    <a:pt x="1628" y="735"/>
                  </a:lnTo>
                  <a:lnTo>
                    <a:pt x="1623" y="731"/>
                  </a:lnTo>
                  <a:lnTo>
                    <a:pt x="1619" y="727"/>
                  </a:lnTo>
                  <a:lnTo>
                    <a:pt x="1610" y="715"/>
                  </a:lnTo>
                  <a:lnTo>
                    <a:pt x="1602" y="703"/>
                  </a:lnTo>
                  <a:lnTo>
                    <a:pt x="1598" y="695"/>
                  </a:lnTo>
                  <a:lnTo>
                    <a:pt x="1595" y="687"/>
                  </a:lnTo>
                  <a:lnTo>
                    <a:pt x="1588" y="669"/>
                  </a:lnTo>
                  <a:lnTo>
                    <a:pt x="1582" y="649"/>
                  </a:lnTo>
                  <a:lnTo>
                    <a:pt x="1578" y="627"/>
                  </a:lnTo>
                  <a:lnTo>
                    <a:pt x="1575" y="615"/>
                  </a:lnTo>
                  <a:lnTo>
                    <a:pt x="1574" y="601"/>
                  </a:lnTo>
                  <a:lnTo>
                    <a:pt x="1571" y="573"/>
                  </a:lnTo>
                  <a:lnTo>
                    <a:pt x="1569" y="543"/>
                  </a:lnTo>
                  <a:lnTo>
                    <a:pt x="1569" y="527"/>
                  </a:lnTo>
                  <a:lnTo>
                    <a:pt x="1569" y="509"/>
                  </a:lnTo>
                  <a:lnTo>
                    <a:pt x="1569" y="443"/>
                  </a:lnTo>
                  <a:lnTo>
                    <a:pt x="1569" y="417"/>
                  </a:lnTo>
                  <a:lnTo>
                    <a:pt x="1570" y="391"/>
                  </a:lnTo>
                  <a:lnTo>
                    <a:pt x="1572" y="369"/>
                  </a:lnTo>
                  <a:lnTo>
                    <a:pt x="1575" y="345"/>
                  </a:lnTo>
                  <a:lnTo>
                    <a:pt x="1577" y="335"/>
                  </a:lnTo>
                  <a:lnTo>
                    <a:pt x="1579" y="325"/>
                  </a:lnTo>
                  <a:lnTo>
                    <a:pt x="1581" y="315"/>
                  </a:lnTo>
                  <a:lnTo>
                    <a:pt x="1583" y="305"/>
                  </a:lnTo>
                  <a:lnTo>
                    <a:pt x="1586" y="296"/>
                  </a:lnTo>
                  <a:lnTo>
                    <a:pt x="1589" y="288"/>
                  </a:lnTo>
                  <a:lnTo>
                    <a:pt x="1595" y="270"/>
                  </a:lnTo>
                  <a:lnTo>
                    <a:pt x="1601" y="256"/>
                  </a:lnTo>
                  <a:lnTo>
                    <a:pt x="1609" y="242"/>
                  </a:lnTo>
                  <a:lnTo>
                    <a:pt x="1617" y="230"/>
                  </a:lnTo>
                  <a:lnTo>
                    <a:pt x="1626" y="220"/>
                  </a:lnTo>
                  <a:lnTo>
                    <a:pt x="1636" y="212"/>
                  </a:lnTo>
                  <a:lnTo>
                    <a:pt x="1647" y="208"/>
                  </a:lnTo>
                  <a:lnTo>
                    <a:pt x="1658" y="204"/>
                  </a:lnTo>
                  <a:lnTo>
                    <a:pt x="1664" y="202"/>
                  </a:lnTo>
                  <a:lnTo>
                    <a:pt x="1670" y="202"/>
                  </a:lnTo>
                  <a:lnTo>
                    <a:pt x="1683" y="204"/>
                  </a:lnTo>
                  <a:lnTo>
                    <a:pt x="1689" y="204"/>
                  </a:lnTo>
                  <a:lnTo>
                    <a:pt x="1695" y="206"/>
                  </a:lnTo>
                  <a:lnTo>
                    <a:pt x="1705" y="212"/>
                  </a:lnTo>
                  <a:lnTo>
                    <a:pt x="1710" y="216"/>
                  </a:lnTo>
                  <a:lnTo>
                    <a:pt x="1715" y="220"/>
                  </a:lnTo>
                  <a:lnTo>
                    <a:pt x="1724" y="230"/>
                  </a:lnTo>
                  <a:lnTo>
                    <a:pt x="1733" y="240"/>
                  </a:lnTo>
                  <a:lnTo>
                    <a:pt x="1740" y="254"/>
                  </a:lnTo>
                  <a:lnTo>
                    <a:pt x="1743" y="260"/>
                  </a:lnTo>
                  <a:lnTo>
                    <a:pt x="1746" y="268"/>
                  </a:lnTo>
                  <a:lnTo>
                    <a:pt x="1752" y="286"/>
                  </a:lnTo>
                  <a:lnTo>
                    <a:pt x="1757" y="303"/>
                  </a:lnTo>
                  <a:lnTo>
                    <a:pt x="1761" y="323"/>
                  </a:lnTo>
                  <a:lnTo>
                    <a:pt x="1765" y="343"/>
                  </a:lnTo>
                  <a:lnTo>
                    <a:pt x="1767" y="365"/>
                  </a:lnTo>
                  <a:lnTo>
                    <a:pt x="1769" y="389"/>
                  </a:lnTo>
                  <a:lnTo>
                    <a:pt x="1770" y="415"/>
                  </a:lnTo>
                  <a:lnTo>
                    <a:pt x="1770" y="441"/>
                  </a:lnTo>
                  <a:lnTo>
                    <a:pt x="1770" y="469"/>
                  </a:lnTo>
                  <a:lnTo>
                    <a:pt x="1770" y="473"/>
                  </a:lnTo>
                  <a:lnTo>
                    <a:pt x="1770" y="475"/>
                  </a:lnTo>
                  <a:lnTo>
                    <a:pt x="1768" y="483"/>
                  </a:lnTo>
                  <a:lnTo>
                    <a:pt x="1765" y="487"/>
                  </a:lnTo>
                  <a:lnTo>
                    <a:pt x="1761" y="487"/>
                  </a:lnTo>
                  <a:close/>
                  <a:moveTo>
                    <a:pt x="1748" y="441"/>
                  </a:moveTo>
                  <a:lnTo>
                    <a:pt x="1748" y="417"/>
                  </a:lnTo>
                  <a:lnTo>
                    <a:pt x="1747" y="397"/>
                  </a:lnTo>
                  <a:lnTo>
                    <a:pt x="1746" y="375"/>
                  </a:lnTo>
                  <a:lnTo>
                    <a:pt x="1744" y="357"/>
                  </a:lnTo>
                  <a:lnTo>
                    <a:pt x="1742" y="339"/>
                  </a:lnTo>
                  <a:lnTo>
                    <a:pt x="1739" y="321"/>
                  </a:lnTo>
                  <a:lnTo>
                    <a:pt x="1737" y="315"/>
                  </a:lnTo>
                  <a:lnTo>
                    <a:pt x="1735" y="307"/>
                  </a:lnTo>
                  <a:lnTo>
                    <a:pt x="1731" y="294"/>
                  </a:lnTo>
                  <a:lnTo>
                    <a:pt x="1728" y="288"/>
                  </a:lnTo>
                  <a:lnTo>
                    <a:pt x="1726" y="282"/>
                  </a:lnTo>
                  <a:lnTo>
                    <a:pt x="1723" y="276"/>
                  </a:lnTo>
                  <a:lnTo>
                    <a:pt x="1720" y="272"/>
                  </a:lnTo>
                  <a:lnTo>
                    <a:pt x="1717" y="266"/>
                  </a:lnTo>
                  <a:lnTo>
                    <a:pt x="1714" y="262"/>
                  </a:lnTo>
                  <a:lnTo>
                    <a:pt x="1706" y="256"/>
                  </a:lnTo>
                  <a:lnTo>
                    <a:pt x="1699" y="250"/>
                  </a:lnTo>
                  <a:lnTo>
                    <a:pt x="1690" y="246"/>
                  </a:lnTo>
                  <a:lnTo>
                    <a:pt x="1681" y="242"/>
                  </a:lnTo>
                  <a:lnTo>
                    <a:pt x="1670" y="242"/>
                  </a:lnTo>
                  <a:lnTo>
                    <a:pt x="1660" y="242"/>
                  </a:lnTo>
                  <a:lnTo>
                    <a:pt x="1655" y="244"/>
                  </a:lnTo>
                  <a:lnTo>
                    <a:pt x="1651" y="246"/>
                  </a:lnTo>
                  <a:lnTo>
                    <a:pt x="1642" y="250"/>
                  </a:lnTo>
                  <a:lnTo>
                    <a:pt x="1634" y="256"/>
                  </a:lnTo>
                  <a:lnTo>
                    <a:pt x="1627" y="264"/>
                  </a:lnTo>
                  <a:lnTo>
                    <a:pt x="1621" y="274"/>
                  </a:lnTo>
                  <a:lnTo>
                    <a:pt x="1615" y="284"/>
                  </a:lnTo>
                  <a:lnTo>
                    <a:pt x="1610" y="298"/>
                  </a:lnTo>
                  <a:lnTo>
                    <a:pt x="1605" y="311"/>
                  </a:lnTo>
                  <a:lnTo>
                    <a:pt x="1603" y="317"/>
                  </a:lnTo>
                  <a:lnTo>
                    <a:pt x="1601" y="325"/>
                  </a:lnTo>
                  <a:lnTo>
                    <a:pt x="1598" y="343"/>
                  </a:lnTo>
                  <a:lnTo>
                    <a:pt x="1595" y="361"/>
                  </a:lnTo>
                  <a:lnTo>
                    <a:pt x="1593" y="379"/>
                  </a:lnTo>
                  <a:lnTo>
                    <a:pt x="1592" y="399"/>
                  </a:lnTo>
                  <a:lnTo>
                    <a:pt x="1591" y="421"/>
                  </a:lnTo>
                  <a:lnTo>
                    <a:pt x="1591" y="443"/>
                  </a:lnTo>
                  <a:lnTo>
                    <a:pt x="1748" y="447"/>
                  </a:lnTo>
                  <a:lnTo>
                    <a:pt x="1748" y="441"/>
                  </a:lnTo>
                  <a:close/>
                  <a:moveTo>
                    <a:pt x="2024" y="747"/>
                  </a:moveTo>
                  <a:lnTo>
                    <a:pt x="2021" y="747"/>
                  </a:lnTo>
                  <a:lnTo>
                    <a:pt x="2019" y="745"/>
                  </a:lnTo>
                  <a:lnTo>
                    <a:pt x="2017" y="743"/>
                  </a:lnTo>
                  <a:lnTo>
                    <a:pt x="2015" y="741"/>
                  </a:lnTo>
                  <a:lnTo>
                    <a:pt x="2013" y="739"/>
                  </a:lnTo>
                  <a:lnTo>
                    <a:pt x="2012" y="735"/>
                  </a:lnTo>
                  <a:lnTo>
                    <a:pt x="2012" y="731"/>
                  </a:lnTo>
                  <a:lnTo>
                    <a:pt x="2012" y="727"/>
                  </a:lnTo>
                  <a:lnTo>
                    <a:pt x="2012" y="701"/>
                  </a:lnTo>
                  <a:lnTo>
                    <a:pt x="2002" y="711"/>
                  </a:lnTo>
                  <a:lnTo>
                    <a:pt x="1992" y="721"/>
                  </a:lnTo>
                  <a:lnTo>
                    <a:pt x="1982" y="731"/>
                  </a:lnTo>
                  <a:lnTo>
                    <a:pt x="1977" y="735"/>
                  </a:lnTo>
                  <a:lnTo>
                    <a:pt x="1971" y="737"/>
                  </a:lnTo>
                  <a:lnTo>
                    <a:pt x="1960" y="745"/>
                  </a:lnTo>
                  <a:lnTo>
                    <a:pt x="1949" y="749"/>
                  </a:lnTo>
                  <a:lnTo>
                    <a:pt x="1943" y="751"/>
                  </a:lnTo>
                  <a:lnTo>
                    <a:pt x="1938" y="753"/>
                  </a:lnTo>
                  <a:lnTo>
                    <a:pt x="1926" y="753"/>
                  </a:lnTo>
                  <a:lnTo>
                    <a:pt x="1919" y="753"/>
                  </a:lnTo>
                  <a:lnTo>
                    <a:pt x="1912" y="751"/>
                  </a:lnTo>
                  <a:lnTo>
                    <a:pt x="1905" y="749"/>
                  </a:lnTo>
                  <a:lnTo>
                    <a:pt x="1898" y="745"/>
                  </a:lnTo>
                  <a:lnTo>
                    <a:pt x="1891" y="741"/>
                  </a:lnTo>
                  <a:lnTo>
                    <a:pt x="1888" y="739"/>
                  </a:lnTo>
                  <a:lnTo>
                    <a:pt x="1885" y="735"/>
                  </a:lnTo>
                  <a:lnTo>
                    <a:pt x="1879" y="727"/>
                  </a:lnTo>
                  <a:lnTo>
                    <a:pt x="1873" y="719"/>
                  </a:lnTo>
                  <a:lnTo>
                    <a:pt x="1868" y="709"/>
                  </a:lnTo>
                  <a:lnTo>
                    <a:pt x="1863" y="697"/>
                  </a:lnTo>
                  <a:lnTo>
                    <a:pt x="1859" y="685"/>
                  </a:lnTo>
                  <a:lnTo>
                    <a:pt x="1856" y="669"/>
                  </a:lnTo>
                  <a:lnTo>
                    <a:pt x="1853" y="653"/>
                  </a:lnTo>
                  <a:lnTo>
                    <a:pt x="1851" y="635"/>
                  </a:lnTo>
                  <a:lnTo>
                    <a:pt x="1849" y="613"/>
                  </a:lnTo>
                  <a:lnTo>
                    <a:pt x="1849" y="591"/>
                  </a:lnTo>
                  <a:lnTo>
                    <a:pt x="1849" y="579"/>
                  </a:lnTo>
                  <a:lnTo>
                    <a:pt x="1849" y="559"/>
                  </a:lnTo>
                  <a:lnTo>
                    <a:pt x="1851" y="541"/>
                  </a:lnTo>
                  <a:lnTo>
                    <a:pt x="1853" y="525"/>
                  </a:lnTo>
                  <a:lnTo>
                    <a:pt x="1854" y="517"/>
                  </a:lnTo>
                  <a:lnTo>
                    <a:pt x="1855" y="511"/>
                  </a:lnTo>
                  <a:lnTo>
                    <a:pt x="1859" y="497"/>
                  </a:lnTo>
                  <a:lnTo>
                    <a:pt x="1864" y="483"/>
                  </a:lnTo>
                  <a:lnTo>
                    <a:pt x="1870" y="471"/>
                  </a:lnTo>
                  <a:lnTo>
                    <a:pt x="1877" y="461"/>
                  </a:lnTo>
                  <a:lnTo>
                    <a:pt x="1885" y="453"/>
                  </a:lnTo>
                  <a:lnTo>
                    <a:pt x="1894" y="445"/>
                  </a:lnTo>
                  <a:lnTo>
                    <a:pt x="1904" y="439"/>
                  </a:lnTo>
                  <a:lnTo>
                    <a:pt x="1915" y="433"/>
                  </a:lnTo>
                  <a:lnTo>
                    <a:pt x="1928" y="429"/>
                  </a:lnTo>
                  <a:lnTo>
                    <a:pt x="1942" y="425"/>
                  </a:lnTo>
                  <a:lnTo>
                    <a:pt x="1957" y="423"/>
                  </a:lnTo>
                  <a:lnTo>
                    <a:pt x="1973" y="423"/>
                  </a:lnTo>
                  <a:lnTo>
                    <a:pt x="2012" y="423"/>
                  </a:lnTo>
                  <a:lnTo>
                    <a:pt x="2012" y="387"/>
                  </a:lnTo>
                  <a:lnTo>
                    <a:pt x="2012" y="367"/>
                  </a:lnTo>
                  <a:lnTo>
                    <a:pt x="2011" y="351"/>
                  </a:lnTo>
                  <a:lnTo>
                    <a:pt x="2010" y="335"/>
                  </a:lnTo>
                  <a:lnTo>
                    <a:pt x="2010" y="327"/>
                  </a:lnTo>
                  <a:lnTo>
                    <a:pt x="2009" y="319"/>
                  </a:lnTo>
                  <a:lnTo>
                    <a:pt x="2007" y="307"/>
                  </a:lnTo>
                  <a:lnTo>
                    <a:pt x="2005" y="296"/>
                  </a:lnTo>
                  <a:lnTo>
                    <a:pt x="2002" y="284"/>
                  </a:lnTo>
                  <a:lnTo>
                    <a:pt x="1999" y="276"/>
                  </a:lnTo>
                  <a:lnTo>
                    <a:pt x="1995" y="268"/>
                  </a:lnTo>
                  <a:lnTo>
                    <a:pt x="1990" y="260"/>
                  </a:lnTo>
                  <a:lnTo>
                    <a:pt x="1985" y="254"/>
                  </a:lnTo>
                  <a:lnTo>
                    <a:pt x="1979" y="250"/>
                  </a:lnTo>
                  <a:lnTo>
                    <a:pt x="1973" y="246"/>
                  </a:lnTo>
                  <a:lnTo>
                    <a:pt x="1965" y="244"/>
                  </a:lnTo>
                  <a:lnTo>
                    <a:pt x="1957" y="242"/>
                  </a:lnTo>
                  <a:lnTo>
                    <a:pt x="1949" y="242"/>
                  </a:lnTo>
                  <a:lnTo>
                    <a:pt x="1927" y="242"/>
                  </a:lnTo>
                  <a:lnTo>
                    <a:pt x="1909" y="244"/>
                  </a:lnTo>
                  <a:lnTo>
                    <a:pt x="1894" y="248"/>
                  </a:lnTo>
                  <a:lnTo>
                    <a:pt x="1877" y="250"/>
                  </a:lnTo>
                  <a:lnTo>
                    <a:pt x="1873" y="250"/>
                  </a:lnTo>
                  <a:lnTo>
                    <a:pt x="1869" y="250"/>
                  </a:lnTo>
                  <a:lnTo>
                    <a:pt x="1868" y="248"/>
                  </a:lnTo>
                  <a:lnTo>
                    <a:pt x="1867" y="246"/>
                  </a:lnTo>
                  <a:lnTo>
                    <a:pt x="1867" y="244"/>
                  </a:lnTo>
                  <a:lnTo>
                    <a:pt x="1866" y="240"/>
                  </a:lnTo>
                  <a:lnTo>
                    <a:pt x="1866" y="236"/>
                  </a:lnTo>
                  <a:lnTo>
                    <a:pt x="1866" y="230"/>
                  </a:lnTo>
                  <a:lnTo>
                    <a:pt x="1866" y="224"/>
                  </a:lnTo>
                  <a:lnTo>
                    <a:pt x="1867" y="220"/>
                  </a:lnTo>
                  <a:lnTo>
                    <a:pt x="1869" y="218"/>
                  </a:lnTo>
                  <a:lnTo>
                    <a:pt x="1870" y="216"/>
                  </a:lnTo>
                  <a:lnTo>
                    <a:pt x="1872" y="214"/>
                  </a:lnTo>
                  <a:lnTo>
                    <a:pt x="1877" y="212"/>
                  </a:lnTo>
                  <a:lnTo>
                    <a:pt x="1893" y="208"/>
                  </a:lnTo>
                  <a:lnTo>
                    <a:pt x="1908" y="206"/>
                  </a:lnTo>
                  <a:lnTo>
                    <a:pt x="1926" y="204"/>
                  </a:lnTo>
                  <a:lnTo>
                    <a:pt x="1949" y="202"/>
                  </a:lnTo>
                  <a:lnTo>
                    <a:pt x="1961" y="204"/>
                  </a:lnTo>
                  <a:lnTo>
                    <a:pt x="1972" y="206"/>
                  </a:lnTo>
                  <a:lnTo>
                    <a:pt x="1977" y="208"/>
                  </a:lnTo>
                  <a:lnTo>
                    <a:pt x="1982" y="210"/>
                  </a:lnTo>
                  <a:lnTo>
                    <a:pt x="1986" y="212"/>
                  </a:lnTo>
                  <a:lnTo>
                    <a:pt x="1991" y="216"/>
                  </a:lnTo>
                  <a:lnTo>
                    <a:pt x="1995" y="220"/>
                  </a:lnTo>
                  <a:lnTo>
                    <a:pt x="1999" y="224"/>
                  </a:lnTo>
                  <a:lnTo>
                    <a:pt x="2002" y="228"/>
                  </a:lnTo>
                  <a:lnTo>
                    <a:pt x="2006" y="232"/>
                  </a:lnTo>
                  <a:lnTo>
                    <a:pt x="2009" y="238"/>
                  </a:lnTo>
                  <a:lnTo>
                    <a:pt x="2012" y="242"/>
                  </a:lnTo>
                  <a:lnTo>
                    <a:pt x="2014" y="248"/>
                  </a:lnTo>
                  <a:lnTo>
                    <a:pt x="2017" y="254"/>
                  </a:lnTo>
                  <a:lnTo>
                    <a:pt x="2021" y="268"/>
                  </a:lnTo>
                  <a:lnTo>
                    <a:pt x="2025" y="282"/>
                  </a:lnTo>
                  <a:lnTo>
                    <a:pt x="2028" y="296"/>
                  </a:lnTo>
                  <a:lnTo>
                    <a:pt x="2029" y="303"/>
                  </a:lnTo>
                  <a:lnTo>
                    <a:pt x="2030" y="311"/>
                  </a:lnTo>
                  <a:lnTo>
                    <a:pt x="2032" y="329"/>
                  </a:lnTo>
                  <a:lnTo>
                    <a:pt x="2033" y="347"/>
                  </a:lnTo>
                  <a:lnTo>
                    <a:pt x="2034" y="367"/>
                  </a:lnTo>
                  <a:lnTo>
                    <a:pt x="2034" y="387"/>
                  </a:lnTo>
                  <a:lnTo>
                    <a:pt x="2034" y="727"/>
                  </a:lnTo>
                  <a:lnTo>
                    <a:pt x="2034" y="731"/>
                  </a:lnTo>
                  <a:lnTo>
                    <a:pt x="2033" y="735"/>
                  </a:lnTo>
                  <a:lnTo>
                    <a:pt x="2032" y="739"/>
                  </a:lnTo>
                  <a:lnTo>
                    <a:pt x="2031" y="741"/>
                  </a:lnTo>
                  <a:lnTo>
                    <a:pt x="2030" y="743"/>
                  </a:lnTo>
                  <a:lnTo>
                    <a:pt x="2028" y="745"/>
                  </a:lnTo>
                  <a:lnTo>
                    <a:pt x="2024" y="747"/>
                  </a:lnTo>
                  <a:close/>
                  <a:moveTo>
                    <a:pt x="2012" y="463"/>
                  </a:moveTo>
                  <a:lnTo>
                    <a:pt x="1973" y="463"/>
                  </a:lnTo>
                  <a:lnTo>
                    <a:pt x="1960" y="463"/>
                  </a:lnTo>
                  <a:lnTo>
                    <a:pt x="1947" y="463"/>
                  </a:lnTo>
                  <a:lnTo>
                    <a:pt x="1936" y="465"/>
                  </a:lnTo>
                  <a:lnTo>
                    <a:pt x="1925" y="469"/>
                  </a:lnTo>
                  <a:lnTo>
                    <a:pt x="1916" y="471"/>
                  </a:lnTo>
                  <a:lnTo>
                    <a:pt x="1908" y="477"/>
                  </a:lnTo>
                  <a:lnTo>
                    <a:pt x="1900" y="481"/>
                  </a:lnTo>
                  <a:lnTo>
                    <a:pt x="1894" y="489"/>
                  </a:lnTo>
                  <a:lnTo>
                    <a:pt x="1888" y="495"/>
                  </a:lnTo>
                  <a:lnTo>
                    <a:pt x="1883" y="503"/>
                  </a:lnTo>
                  <a:lnTo>
                    <a:pt x="1879" y="513"/>
                  </a:lnTo>
                  <a:lnTo>
                    <a:pt x="1876" y="523"/>
                  </a:lnTo>
                  <a:lnTo>
                    <a:pt x="1875" y="529"/>
                  </a:lnTo>
                  <a:lnTo>
                    <a:pt x="1874" y="535"/>
                  </a:lnTo>
                  <a:lnTo>
                    <a:pt x="1872" y="549"/>
                  </a:lnTo>
                  <a:lnTo>
                    <a:pt x="1871" y="563"/>
                  </a:lnTo>
                  <a:lnTo>
                    <a:pt x="1871" y="579"/>
                  </a:lnTo>
                  <a:lnTo>
                    <a:pt x="1871" y="591"/>
                  </a:lnTo>
                  <a:lnTo>
                    <a:pt x="1871" y="607"/>
                  </a:lnTo>
                  <a:lnTo>
                    <a:pt x="1872" y="623"/>
                  </a:lnTo>
                  <a:lnTo>
                    <a:pt x="1874" y="637"/>
                  </a:lnTo>
                  <a:lnTo>
                    <a:pt x="1875" y="649"/>
                  </a:lnTo>
                  <a:lnTo>
                    <a:pt x="1878" y="661"/>
                  </a:lnTo>
                  <a:lnTo>
                    <a:pt x="1881" y="671"/>
                  </a:lnTo>
                  <a:lnTo>
                    <a:pt x="1884" y="679"/>
                  </a:lnTo>
                  <a:lnTo>
                    <a:pt x="1885" y="683"/>
                  </a:lnTo>
                  <a:lnTo>
                    <a:pt x="1887" y="687"/>
                  </a:lnTo>
                  <a:lnTo>
                    <a:pt x="1891" y="695"/>
                  </a:lnTo>
                  <a:lnTo>
                    <a:pt x="1895" y="699"/>
                  </a:lnTo>
                  <a:lnTo>
                    <a:pt x="1900" y="705"/>
                  </a:lnTo>
                  <a:lnTo>
                    <a:pt x="1905" y="707"/>
                  </a:lnTo>
                  <a:lnTo>
                    <a:pt x="1910" y="711"/>
                  </a:lnTo>
                  <a:lnTo>
                    <a:pt x="1915" y="713"/>
                  </a:lnTo>
                  <a:lnTo>
                    <a:pt x="1926" y="713"/>
                  </a:lnTo>
                  <a:lnTo>
                    <a:pt x="1936" y="713"/>
                  </a:lnTo>
                  <a:lnTo>
                    <a:pt x="1947" y="711"/>
                  </a:lnTo>
                  <a:lnTo>
                    <a:pt x="1952" y="709"/>
                  </a:lnTo>
                  <a:lnTo>
                    <a:pt x="1957" y="707"/>
                  </a:lnTo>
                  <a:lnTo>
                    <a:pt x="1967" y="701"/>
                  </a:lnTo>
                  <a:lnTo>
                    <a:pt x="1977" y="695"/>
                  </a:lnTo>
                  <a:lnTo>
                    <a:pt x="1988" y="685"/>
                  </a:lnTo>
                  <a:lnTo>
                    <a:pt x="2000" y="675"/>
                  </a:lnTo>
                  <a:lnTo>
                    <a:pt x="2012" y="663"/>
                  </a:lnTo>
                  <a:lnTo>
                    <a:pt x="2012" y="463"/>
                  </a:lnTo>
                  <a:close/>
                  <a:moveTo>
                    <a:pt x="2313" y="747"/>
                  </a:moveTo>
                  <a:lnTo>
                    <a:pt x="2310" y="747"/>
                  </a:lnTo>
                  <a:lnTo>
                    <a:pt x="2307" y="745"/>
                  </a:lnTo>
                  <a:lnTo>
                    <a:pt x="2303" y="741"/>
                  </a:lnTo>
                  <a:lnTo>
                    <a:pt x="2301" y="735"/>
                  </a:lnTo>
                  <a:lnTo>
                    <a:pt x="2300" y="729"/>
                  </a:lnTo>
                  <a:lnTo>
                    <a:pt x="2300" y="393"/>
                  </a:lnTo>
                  <a:lnTo>
                    <a:pt x="2300" y="373"/>
                  </a:lnTo>
                  <a:lnTo>
                    <a:pt x="2299" y="355"/>
                  </a:lnTo>
                  <a:lnTo>
                    <a:pt x="2297" y="337"/>
                  </a:lnTo>
                  <a:lnTo>
                    <a:pt x="2295" y="321"/>
                  </a:lnTo>
                  <a:lnTo>
                    <a:pt x="2292" y="307"/>
                  </a:lnTo>
                  <a:lnTo>
                    <a:pt x="2288" y="296"/>
                  </a:lnTo>
                  <a:lnTo>
                    <a:pt x="2285" y="284"/>
                  </a:lnTo>
                  <a:lnTo>
                    <a:pt x="2280" y="276"/>
                  </a:lnTo>
                  <a:lnTo>
                    <a:pt x="2275" y="266"/>
                  </a:lnTo>
                  <a:lnTo>
                    <a:pt x="2270" y="260"/>
                  </a:lnTo>
                  <a:lnTo>
                    <a:pt x="2265" y="254"/>
                  </a:lnTo>
                  <a:lnTo>
                    <a:pt x="2259" y="250"/>
                  </a:lnTo>
                  <a:lnTo>
                    <a:pt x="2252" y="246"/>
                  </a:lnTo>
                  <a:lnTo>
                    <a:pt x="2246" y="244"/>
                  </a:lnTo>
                  <a:lnTo>
                    <a:pt x="2239" y="242"/>
                  </a:lnTo>
                  <a:lnTo>
                    <a:pt x="2232" y="242"/>
                  </a:lnTo>
                  <a:lnTo>
                    <a:pt x="2222" y="242"/>
                  </a:lnTo>
                  <a:lnTo>
                    <a:pt x="2212" y="244"/>
                  </a:lnTo>
                  <a:lnTo>
                    <a:pt x="2202" y="248"/>
                  </a:lnTo>
                  <a:lnTo>
                    <a:pt x="2192" y="254"/>
                  </a:lnTo>
                  <a:lnTo>
                    <a:pt x="2182" y="260"/>
                  </a:lnTo>
                  <a:lnTo>
                    <a:pt x="2172" y="266"/>
                  </a:lnTo>
                  <a:lnTo>
                    <a:pt x="2162" y="274"/>
                  </a:lnTo>
                  <a:lnTo>
                    <a:pt x="2152" y="284"/>
                  </a:lnTo>
                  <a:lnTo>
                    <a:pt x="2152" y="729"/>
                  </a:lnTo>
                  <a:lnTo>
                    <a:pt x="2152" y="731"/>
                  </a:lnTo>
                  <a:lnTo>
                    <a:pt x="2152" y="735"/>
                  </a:lnTo>
                  <a:lnTo>
                    <a:pt x="2150" y="741"/>
                  </a:lnTo>
                  <a:lnTo>
                    <a:pt x="2147" y="745"/>
                  </a:lnTo>
                  <a:lnTo>
                    <a:pt x="2142" y="747"/>
                  </a:lnTo>
                  <a:lnTo>
                    <a:pt x="2139" y="747"/>
                  </a:lnTo>
                  <a:lnTo>
                    <a:pt x="2137" y="745"/>
                  </a:lnTo>
                  <a:lnTo>
                    <a:pt x="2133" y="741"/>
                  </a:lnTo>
                  <a:lnTo>
                    <a:pt x="2130" y="735"/>
                  </a:lnTo>
                  <a:lnTo>
                    <a:pt x="2129" y="729"/>
                  </a:lnTo>
                  <a:lnTo>
                    <a:pt x="2129" y="228"/>
                  </a:lnTo>
                  <a:lnTo>
                    <a:pt x="2129" y="224"/>
                  </a:lnTo>
                  <a:lnTo>
                    <a:pt x="2130" y="220"/>
                  </a:lnTo>
                  <a:lnTo>
                    <a:pt x="2132" y="214"/>
                  </a:lnTo>
                  <a:lnTo>
                    <a:pt x="2133" y="210"/>
                  </a:lnTo>
                  <a:lnTo>
                    <a:pt x="2135" y="210"/>
                  </a:lnTo>
                  <a:lnTo>
                    <a:pt x="2136" y="208"/>
                  </a:lnTo>
                  <a:lnTo>
                    <a:pt x="2138" y="208"/>
                  </a:lnTo>
                  <a:lnTo>
                    <a:pt x="2142" y="208"/>
                  </a:lnTo>
                  <a:lnTo>
                    <a:pt x="2144" y="208"/>
                  </a:lnTo>
                  <a:lnTo>
                    <a:pt x="2147" y="210"/>
                  </a:lnTo>
                  <a:lnTo>
                    <a:pt x="2149" y="210"/>
                  </a:lnTo>
                  <a:lnTo>
                    <a:pt x="2150" y="214"/>
                  </a:lnTo>
                  <a:lnTo>
                    <a:pt x="2151" y="216"/>
                  </a:lnTo>
                  <a:lnTo>
                    <a:pt x="2152" y="220"/>
                  </a:lnTo>
                  <a:lnTo>
                    <a:pt x="2152" y="224"/>
                  </a:lnTo>
                  <a:lnTo>
                    <a:pt x="2152" y="228"/>
                  </a:lnTo>
                  <a:lnTo>
                    <a:pt x="2152" y="244"/>
                  </a:lnTo>
                  <a:lnTo>
                    <a:pt x="2162" y="234"/>
                  </a:lnTo>
                  <a:lnTo>
                    <a:pt x="2172" y="226"/>
                  </a:lnTo>
                  <a:lnTo>
                    <a:pt x="2183" y="220"/>
                  </a:lnTo>
                  <a:lnTo>
                    <a:pt x="2193" y="214"/>
                  </a:lnTo>
                  <a:lnTo>
                    <a:pt x="2203" y="208"/>
                  </a:lnTo>
                  <a:lnTo>
                    <a:pt x="2213" y="206"/>
                  </a:lnTo>
                  <a:lnTo>
                    <a:pt x="2224" y="204"/>
                  </a:lnTo>
                  <a:lnTo>
                    <a:pt x="2234" y="202"/>
                  </a:lnTo>
                  <a:lnTo>
                    <a:pt x="2242" y="204"/>
                  </a:lnTo>
                  <a:lnTo>
                    <a:pt x="2251" y="204"/>
                  </a:lnTo>
                  <a:lnTo>
                    <a:pt x="2260" y="208"/>
                  </a:lnTo>
                  <a:lnTo>
                    <a:pt x="2268" y="212"/>
                  </a:lnTo>
                  <a:lnTo>
                    <a:pt x="2275" y="218"/>
                  </a:lnTo>
                  <a:lnTo>
                    <a:pt x="2283" y="226"/>
                  </a:lnTo>
                  <a:lnTo>
                    <a:pt x="2290" y="236"/>
                  </a:lnTo>
                  <a:lnTo>
                    <a:pt x="2296" y="246"/>
                  </a:lnTo>
                  <a:lnTo>
                    <a:pt x="2302" y="258"/>
                  </a:lnTo>
                  <a:lnTo>
                    <a:pt x="2307" y="272"/>
                  </a:lnTo>
                  <a:lnTo>
                    <a:pt x="2311" y="288"/>
                  </a:lnTo>
                  <a:lnTo>
                    <a:pt x="2313" y="296"/>
                  </a:lnTo>
                  <a:lnTo>
                    <a:pt x="2315" y="305"/>
                  </a:lnTo>
                  <a:lnTo>
                    <a:pt x="2317" y="315"/>
                  </a:lnTo>
                  <a:lnTo>
                    <a:pt x="2318" y="325"/>
                  </a:lnTo>
                  <a:lnTo>
                    <a:pt x="2320" y="345"/>
                  </a:lnTo>
                  <a:lnTo>
                    <a:pt x="2322" y="369"/>
                  </a:lnTo>
                  <a:lnTo>
                    <a:pt x="2322" y="393"/>
                  </a:lnTo>
                  <a:lnTo>
                    <a:pt x="2322" y="729"/>
                  </a:lnTo>
                  <a:lnTo>
                    <a:pt x="2322" y="731"/>
                  </a:lnTo>
                  <a:lnTo>
                    <a:pt x="2321" y="735"/>
                  </a:lnTo>
                  <a:lnTo>
                    <a:pt x="2319" y="741"/>
                  </a:lnTo>
                  <a:lnTo>
                    <a:pt x="2318" y="743"/>
                  </a:lnTo>
                  <a:lnTo>
                    <a:pt x="2316" y="745"/>
                  </a:lnTo>
                  <a:lnTo>
                    <a:pt x="2313" y="747"/>
                  </a:lnTo>
                  <a:close/>
                  <a:moveTo>
                    <a:pt x="2678" y="751"/>
                  </a:moveTo>
                  <a:lnTo>
                    <a:pt x="2665" y="753"/>
                  </a:lnTo>
                  <a:lnTo>
                    <a:pt x="2652" y="753"/>
                  </a:lnTo>
                  <a:lnTo>
                    <a:pt x="2639" y="753"/>
                  </a:lnTo>
                  <a:lnTo>
                    <a:pt x="2628" y="749"/>
                  </a:lnTo>
                  <a:lnTo>
                    <a:pt x="2623" y="745"/>
                  </a:lnTo>
                  <a:lnTo>
                    <a:pt x="2618" y="741"/>
                  </a:lnTo>
                  <a:lnTo>
                    <a:pt x="2614" y="737"/>
                  </a:lnTo>
                  <a:lnTo>
                    <a:pt x="2610" y="731"/>
                  </a:lnTo>
                  <a:lnTo>
                    <a:pt x="2606" y="725"/>
                  </a:lnTo>
                  <a:lnTo>
                    <a:pt x="2603" y="717"/>
                  </a:lnTo>
                  <a:lnTo>
                    <a:pt x="2601" y="709"/>
                  </a:lnTo>
                  <a:lnTo>
                    <a:pt x="2599" y="699"/>
                  </a:lnTo>
                  <a:lnTo>
                    <a:pt x="2597" y="687"/>
                  </a:lnTo>
                  <a:lnTo>
                    <a:pt x="2596" y="675"/>
                  </a:lnTo>
                  <a:lnTo>
                    <a:pt x="2595" y="659"/>
                  </a:lnTo>
                  <a:lnTo>
                    <a:pt x="2595" y="645"/>
                  </a:lnTo>
                  <a:lnTo>
                    <a:pt x="2595" y="248"/>
                  </a:lnTo>
                  <a:lnTo>
                    <a:pt x="2545" y="248"/>
                  </a:lnTo>
                  <a:lnTo>
                    <a:pt x="2541" y="248"/>
                  </a:lnTo>
                  <a:lnTo>
                    <a:pt x="2540" y="246"/>
                  </a:lnTo>
                  <a:lnTo>
                    <a:pt x="2538" y="244"/>
                  </a:lnTo>
                  <a:lnTo>
                    <a:pt x="2536" y="240"/>
                  </a:lnTo>
                  <a:lnTo>
                    <a:pt x="2536" y="236"/>
                  </a:lnTo>
                  <a:lnTo>
                    <a:pt x="2535" y="232"/>
                  </a:lnTo>
                  <a:lnTo>
                    <a:pt x="2535" y="222"/>
                  </a:lnTo>
                  <a:lnTo>
                    <a:pt x="2536" y="220"/>
                  </a:lnTo>
                  <a:lnTo>
                    <a:pt x="2536" y="216"/>
                  </a:lnTo>
                  <a:lnTo>
                    <a:pt x="2537" y="214"/>
                  </a:lnTo>
                  <a:lnTo>
                    <a:pt x="2538" y="212"/>
                  </a:lnTo>
                  <a:lnTo>
                    <a:pt x="2540" y="210"/>
                  </a:lnTo>
                  <a:lnTo>
                    <a:pt x="2541" y="208"/>
                  </a:lnTo>
                  <a:lnTo>
                    <a:pt x="2545" y="208"/>
                  </a:lnTo>
                  <a:lnTo>
                    <a:pt x="2595" y="208"/>
                  </a:lnTo>
                  <a:lnTo>
                    <a:pt x="2595" y="104"/>
                  </a:lnTo>
                  <a:lnTo>
                    <a:pt x="2595" y="96"/>
                  </a:lnTo>
                  <a:lnTo>
                    <a:pt x="2596" y="94"/>
                  </a:lnTo>
                  <a:lnTo>
                    <a:pt x="2597" y="90"/>
                  </a:lnTo>
                  <a:lnTo>
                    <a:pt x="2598" y="88"/>
                  </a:lnTo>
                  <a:lnTo>
                    <a:pt x="2600" y="86"/>
                  </a:lnTo>
                  <a:lnTo>
                    <a:pt x="2602" y="86"/>
                  </a:lnTo>
                  <a:lnTo>
                    <a:pt x="2603" y="84"/>
                  </a:lnTo>
                  <a:lnTo>
                    <a:pt x="2609" y="84"/>
                  </a:lnTo>
                  <a:lnTo>
                    <a:pt x="2612" y="86"/>
                  </a:lnTo>
                  <a:lnTo>
                    <a:pt x="2615" y="90"/>
                  </a:lnTo>
                  <a:lnTo>
                    <a:pt x="2617" y="96"/>
                  </a:lnTo>
                  <a:lnTo>
                    <a:pt x="2617" y="104"/>
                  </a:lnTo>
                  <a:lnTo>
                    <a:pt x="2617" y="208"/>
                  </a:lnTo>
                  <a:lnTo>
                    <a:pt x="2677" y="208"/>
                  </a:lnTo>
                  <a:lnTo>
                    <a:pt x="2681" y="208"/>
                  </a:lnTo>
                  <a:lnTo>
                    <a:pt x="2682" y="210"/>
                  </a:lnTo>
                  <a:lnTo>
                    <a:pt x="2684" y="212"/>
                  </a:lnTo>
                  <a:lnTo>
                    <a:pt x="2686" y="216"/>
                  </a:lnTo>
                  <a:lnTo>
                    <a:pt x="2686" y="220"/>
                  </a:lnTo>
                  <a:lnTo>
                    <a:pt x="2687" y="222"/>
                  </a:lnTo>
                  <a:lnTo>
                    <a:pt x="2687" y="232"/>
                  </a:lnTo>
                  <a:lnTo>
                    <a:pt x="2686" y="236"/>
                  </a:lnTo>
                  <a:lnTo>
                    <a:pt x="2686" y="240"/>
                  </a:lnTo>
                  <a:lnTo>
                    <a:pt x="2684" y="244"/>
                  </a:lnTo>
                  <a:lnTo>
                    <a:pt x="2682" y="246"/>
                  </a:lnTo>
                  <a:lnTo>
                    <a:pt x="2681" y="248"/>
                  </a:lnTo>
                  <a:lnTo>
                    <a:pt x="2677" y="248"/>
                  </a:lnTo>
                  <a:lnTo>
                    <a:pt x="2617" y="248"/>
                  </a:lnTo>
                  <a:lnTo>
                    <a:pt x="2617" y="645"/>
                  </a:lnTo>
                  <a:lnTo>
                    <a:pt x="2618" y="665"/>
                  </a:lnTo>
                  <a:lnTo>
                    <a:pt x="2619" y="681"/>
                  </a:lnTo>
                  <a:lnTo>
                    <a:pt x="2622" y="693"/>
                  </a:lnTo>
                  <a:lnTo>
                    <a:pt x="2624" y="697"/>
                  </a:lnTo>
                  <a:lnTo>
                    <a:pt x="2626" y="701"/>
                  </a:lnTo>
                  <a:lnTo>
                    <a:pt x="2628" y="705"/>
                  </a:lnTo>
                  <a:lnTo>
                    <a:pt x="2631" y="707"/>
                  </a:lnTo>
                  <a:lnTo>
                    <a:pt x="2634" y="711"/>
                  </a:lnTo>
                  <a:lnTo>
                    <a:pt x="2637" y="711"/>
                  </a:lnTo>
                  <a:lnTo>
                    <a:pt x="2644" y="713"/>
                  </a:lnTo>
                  <a:lnTo>
                    <a:pt x="2652" y="713"/>
                  </a:lnTo>
                  <a:lnTo>
                    <a:pt x="2676" y="713"/>
                  </a:lnTo>
                  <a:lnTo>
                    <a:pt x="2681" y="715"/>
                  </a:lnTo>
                  <a:lnTo>
                    <a:pt x="2684" y="717"/>
                  </a:lnTo>
                  <a:lnTo>
                    <a:pt x="2685" y="719"/>
                  </a:lnTo>
                  <a:lnTo>
                    <a:pt x="2686" y="723"/>
                  </a:lnTo>
                  <a:lnTo>
                    <a:pt x="2686" y="725"/>
                  </a:lnTo>
                  <a:lnTo>
                    <a:pt x="2687" y="729"/>
                  </a:lnTo>
                  <a:lnTo>
                    <a:pt x="2686" y="737"/>
                  </a:lnTo>
                  <a:lnTo>
                    <a:pt x="2685" y="743"/>
                  </a:lnTo>
                  <a:lnTo>
                    <a:pt x="2684" y="747"/>
                  </a:lnTo>
                  <a:lnTo>
                    <a:pt x="2682" y="747"/>
                  </a:lnTo>
                  <a:lnTo>
                    <a:pt x="2678" y="751"/>
                  </a:lnTo>
                  <a:close/>
                  <a:moveTo>
                    <a:pt x="2945" y="753"/>
                  </a:moveTo>
                  <a:lnTo>
                    <a:pt x="2940" y="753"/>
                  </a:lnTo>
                  <a:lnTo>
                    <a:pt x="2937" y="751"/>
                  </a:lnTo>
                  <a:lnTo>
                    <a:pt x="2934" y="747"/>
                  </a:lnTo>
                  <a:lnTo>
                    <a:pt x="2933" y="741"/>
                  </a:lnTo>
                  <a:lnTo>
                    <a:pt x="2932" y="735"/>
                  </a:lnTo>
                  <a:lnTo>
                    <a:pt x="2932" y="395"/>
                  </a:lnTo>
                  <a:lnTo>
                    <a:pt x="2932" y="377"/>
                  </a:lnTo>
                  <a:lnTo>
                    <a:pt x="2931" y="359"/>
                  </a:lnTo>
                  <a:lnTo>
                    <a:pt x="2930" y="343"/>
                  </a:lnTo>
                  <a:lnTo>
                    <a:pt x="2928" y="329"/>
                  </a:lnTo>
                  <a:lnTo>
                    <a:pt x="2926" y="315"/>
                  </a:lnTo>
                  <a:lnTo>
                    <a:pt x="2923" y="303"/>
                  </a:lnTo>
                  <a:lnTo>
                    <a:pt x="2919" y="292"/>
                  </a:lnTo>
                  <a:lnTo>
                    <a:pt x="2915" y="282"/>
                  </a:lnTo>
                  <a:lnTo>
                    <a:pt x="2913" y="276"/>
                  </a:lnTo>
                  <a:lnTo>
                    <a:pt x="2910" y="272"/>
                  </a:lnTo>
                  <a:lnTo>
                    <a:pt x="2905" y="264"/>
                  </a:lnTo>
                  <a:lnTo>
                    <a:pt x="2899" y="258"/>
                  </a:lnTo>
                  <a:lnTo>
                    <a:pt x="2892" y="252"/>
                  </a:lnTo>
                  <a:lnTo>
                    <a:pt x="2885" y="248"/>
                  </a:lnTo>
                  <a:lnTo>
                    <a:pt x="2881" y="246"/>
                  </a:lnTo>
                  <a:lnTo>
                    <a:pt x="2876" y="244"/>
                  </a:lnTo>
                  <a:lnTo>
                    <a:pt x="2867" y="242"/>
                  </a:lnTo>
                  <a:lnTo>
                    <a:pt x="2858" y="242"/>
                  </a:lnTo>
                  <a:lnTo>
                    <a:pt x="2841" y="244"/>
                  </a:lnTo>
                  <a:lnTo>
                    <a:pt x="2823" y="246"/>
                  </a:lnTo>
                  <a:lnTo>
                    <a:pt x="2804" y="252"/>
                  </a:lnTo>
                  <a:lnTo>
                    <a:pt x="2796" y="256"/>
                  </a:lnTo>
                  <a:lnTo>
                    <a:pt x="2789" y="260"/>
                  </a:lnTo>
                  <a:lnTo>
                    <a:pt x="2789" y="735"/>
                  </a:lnTo>
                  <a:lnTo>
                    <a:pt x="2789" y="737"/>
                  </a:lnTo>
                  <a:lnTo>
                    <a:pt x="2788" y="741"/>
                  </a:lnTo>
                  <a:lnTo>
                    <a:pt x="2786" y="747"/>
                  </a:lnTo>
                  <a:lnTo>
                    <a:pt x="2785" y="749"/>
                  </a:lnTo>
                  <a:lnTo>
                    <a:pt x="2784" y="751"/>
                  </a:lnTo>
                  <a:lnTo>
                    <a:pt x="2780" y="753"/>
                  </a:lnTo>
                  <a:lnTo>
                    <a:pt x="2775" y="753"/>
                  </a:lnTo>
                  <a:lnTo>
                    <a:pt x="2772" y="751"/>
                  </a:lnTo>
                  <a:lnTo>
                    <a:pt x="2769" y="747"/>
                  </a:lnTo>
                  <a:lnTo>
                    <a:pt x="2767" y="741"/>
                  </a:lnTo>
                  <a:lnTo>
                    <a:pt x="2767" y="735"/>
                  </a:lnTo>
                  <a:lnTo>
                    <a:pt x="2767" y="20"/>
                  </a:lnTo>
                  <a:lnTo>
                    <a:pt x="2767" y="16"/>
                  </a:lnTo>
                  <a:lnTo>
                    <a:pt x="2767" y="12"/>
                  </a:lnTo>
                  <a:lnTo>
                    <a:pt x="2769" y="6"/>
                  </a:lnTo>
                  <a:lnTo>
                    <a:pt x="2770" y="4"/>
                  </a:lnTo>
                  <a:lnTo>
                    <a:pt x="2772" y="2"/>
                  </a:lnTo>
                  <a:lnTo>
                    <a:pt x="2775" y="0"/>
                  </a:lnTo>
                  <a:lnTo>
                    <a:pt x="2780" y="0"/>
                  </a:lnTo>
                  <a:lnTo>
                    <a:pt x="2784" y="2"/>
                  </a:lnTo>
                  <a:lnTo>
                    <a:pt x="2786" y="6"/>
                  </a:lnTo>
                  <a:lnTo>
                    <a:pt x="2788" y="12"/>
                  </a:lnTo>
                  <a:lnTo>
                    <a:pt x="2789" y="20"/>
                  </a:lnTo>
                  <a:lnTo>
                    <a:pt x="2789" y="220"/>
                  </a:lnTo>
                  <a:lnTo>
                    <a:pt x="2804" y="214"/>
                  </a:lnTo>
                  <a:lnTo>
                    <a:pt x="2823" y="208"/>
                  </a:lnTo>
                  <a:lnTo>
                    <a:pt x="2840" y="204"/>
                  </a:lnTo>
                  <a:lnTo>
                    <a:pt x="2858" y="202"/>
                  </a:lnTo>
                  <a:lnTo>
                    <a:pt x="2870" y="204"/>
                  </a:lnTo>
                  <a:lnTo>
                    <a:pt x="2882" y="206"/>
                  </a:lnTo>
                  <a:lnTo>
                    <a:pt x="2887" y="208"/>
                  </a:lnTo>
                  <a:lnTo>
                    <a:pt x="2892" y="210"/>
                  </a:lnTo>
                  <a:lnTo>
                    <a:pt x="2902" y="216"/>
                  </a:lnTo>
                  <a:lnTo>
                    <a:pt x="2911" y="224"/>
                  </a:lnTo>
                  <a:lnTo>
                    <a:pt x="2915" y="230"/>
                  </a:lnTo>
                  <a:lnTo>
                    <a:pt x="2919" y="234"/>
                  </a:lnTo>
                  <a:lnTo>
                    <a:pt x="2926" y="244"/>
                  </a:lnTo>
                  <a:lnTo>
                    <a:pt x="2932" y="256"/>
                  </a:lnTo>
                  <a:lnTo>
                    <a:pt x="2937" y="270"/>
                  </a:lnTo>
                  <a:lnTo>
                    <a:pt x="2940" y="278"/>
                  </a:lnTo>
                  <a:lnTo>
                    <a:pt x="2942" y="286"/>
                  </a:lnTo>
                  <a:lnTo>
                    <a:pt x="2944" y="292"/>
                  </a:lnTo>
                  <a:lnTo>
                    <a:pt x="2946" y="300"/>
                  </a:lnTo>
                  <a:lnTo>
                    <a:pt x="2947" y="309"/>
                  </a:lnTo>
                  <a:lnTo>
                    <a:pt x="2949" y="317"/>
                  </a:lnTo>
                  <a:lnTo>
                    <a:pt x="2951" y="335"/>
                  </a:lnTo>
                  <a:lnTo>
                    <a:pt x="2952" y="345"/>
                  </a:lnTo>
                  <a:lnTo>
                    <a:pt x="2953" y="355"/>
                  </a:lnTo>
                  <a:lnTo>
                    <a:pt x="2953" y="375"/>
                  </a:lnTo>
                  <a:lnTo>
                    <a:pt x="2954" y="395"/>
                  </a:lnTo>
                  <a:lnTo>
                    <a:pt x="2954" y="735"/>
                  </a:lnTo>
                  <a:lnTo>
                    <a:pt x="2953" y="741"/>
                  </a:lnTo>
                  <a:lnTo>
                    <a:pt x="2953" y="745"/>
                  </a:lnTo>
                  <a:lnTo>
                    <a:pt x="2952" y="747"/>
                  </a:lnTo>
                  <a:lnTo>
                    <a:pt x="2950" y="749"/>
                  </a:lnTo>
                  <a:lnTo>
                    <a:pt x="2949" y="751"/>
                  </a:lnTo>
                  <a:lnTo>
                    <a:pt x="2947" y="753"/>
                  </a:lnTo>
                  <a:lnTo>
                    <a:pt x="2945" y="753"/>
                  </a:lnTo>
                  <a:close/>
                  <a:moveTo>
                    <a:pt x="3232" y="487"/>
                  </a:moveTo>
                  <a:lnTo>
                    <a:pt x="3061" y="487"/>
                  </a:lnTo>
                  <a:lnTo>
                    <a:pt x="3061" y="509"/>
                  </a:lnTo>
                  <a:lnTo>
                    <a:pt x="3061" y="539"/>
                  </a:lnTo>
                  <a:lnTo>
                    <a:pt x="3062" y="553"/>
                  </a:lnTo>
                  <a:lnTo>
                    <a:pt x="3063" y="565"/>
                  </a:lnTo>
                  <a:lnTo>
                    <a:pt x="3064" y="579"/>
                  </a:lnTo>
                  <a:lnTo>
                    <a:pt x="3065" y="591"/>
                  </a:lnTo>
                  <a:lnTo>
                    <a:pt x="3068" y="613"/>
                  </a:lnTo>
                  <a:lnTo>
                    <a:pt x="3072" y="631"/>
                  </a:lnTo>
                  <a:lnTo>
                    <a:pt x="3077" y="647"/>
                  </a:lnTo>
                  <a:lnTo>
                    <a:pt x="3082" y="663"/>
                  </a:lnTo>
                  <a:lnTo>
                    <a:pt x="3085" y="669"/>
                  </a:lnTo>
                  <a:lnTo>
                    <a:pt x="3088" y="675"/>
                  </a:lnTo>
                  <a:lnTo>
                    <a:pt x="3091" y="681"/>
                  </a:lnTo>
                  <a:lnTo>
                    <a:pt x="3094" y="685"/>
                  </a:lnTo>
                  <a:lnTo>
                    <a:pt x="3101" y="693"/>
                  </a:lnTo>
                  <a:lnTo>
                    <a:pt x="3109" y="701"/>
                  </a:lnTo>
                  <a:lnTo>
                    <a:pt x="3117" y="705"/>
                  </a:lnTo>
                  <a:lnTo>
                    <a:pt x="3125" y="709"/>
                  </a:lnTo>
                  <a:lnTo>
                    <a:pt x="3134" y="713"/>
                  </a:lnTo>
                  <a:lnTo>
                    <a:pt x="3143" y="713"/>
                  </a:lnTo>
                  <a:lnTo>
                    <a:pt x="3153" y="713"/>
                  </a:lnTo>
                  <a:lnTo>
                    <a:pt x="3171" y="713"/>
                  </a:lnTo>
                  <a:lnTo>
                    <a:pt x="3189" y="709"/>
                  </a:lnTo>
                  <a:lnTo>
                    <a:pt x="3209" y="703"/>
                  </a:lnTo>
                  <a:lnTo>
                    <a:pt x="3228" y="697"/>
                  </a:lnTo>
                  <a:lnTo>
                    <a:pt x="3229" y="697"/>
                  </a:lnTo>
                  <a:lnTo>
                    <a:pt x="3231" y="697"/>
                  </a:lnTo>
                  <a:lnTo>
                    <a:pt x="3235" y="697"/>
                  </a:lnTo>
                  <a:lnTo>
                    <a:pt x="3236" y="699"/>
                  </a:lnTo>
                  <a:lnTo>
                    <a:pt x="3237" y="703"/>
                  </a:lnTo>
                  <a:lnTo>
                    <a:pt x="3238" y="705"/>
                  </a:lnTo>
                  <a:lnTo>
                    <a:pt x="3238" y="709"/>
                  </a:lnTo>
                  <a:lnTo>
                    <a:pt x="3238" y="721"/>
                  </a:lnTo>
                  <a:lnTo>
                    <a:pt x="3237" y="725"/>
                  </a:lnTo>
                  <a:lnTo>
                    <a:pt x="3236" y="729"/>
                  </a:lnTo>
                  <a:lnTo>
                    <a:pt x="3235" y="731"/>
                  </a:lnTo>
                  <a:lnTo>
                    <a:pt x="3233" y="733"/>
                  </a:lnTo>
                  <a:lnTo>
                    <a:pt x="3229" y="737"/>
                  </a:lnTo>
                  <a:lnTo>
                    <a:pt x="3210" y="743"/>
                  </a:lnTo>
                  <a:lnTo>
                    <a:pt x="3190" y="749"/>
                  </a:lnTo>
                  <a:lnTo>
                    <a:pt x="3171" y="751"/>
                  </a:lnTo>
                  <a:lnTo>
                    <a:pt x="3153" y="753"/>
                  </a:lnTo>
                  <a:lnTo>
                    <a:pt x="3141" y="753"/>
                  </a:lnTo>
                  <a:lnTo>
                    <a:pt x="3129" y="751"/>
                  </a:lnTo>
                  <a:lnTo>
                    <a:pt x="3118" y="747"/>
                  </a:lnTo>
                  <a:lnTo>
                    <a:pt x="3108" y="741"/>
                  </a:lnTo>
                  <a:lnTo>
                    <a:pt x="3098" y="735"/>
                  </a:lnTo>
                  <a:lnTo>
                    <a:pt x="3093" y="731"/>
                  </a:lnTo>
                  <a:lnTo>
                    <a:pt x="3089" y="727"/>
                  </a:lnTo>
                  <a:lnTo>
                    <a:pt x="3080" y="715"/>
                  </a:lnTo>
                  <a:lnTo>
                    <a:pt x="3072" y="703"/>
                  </a:lnTo>
                  <a:lnTo>
                    <a:pt x="3068" y="695"/>
                  </a:lnTo>
                  <a:lnTo>
                    <a:pt x="3065" y="687"/>
                  </a:lnTo>
                  <a:lnTo>
                    <a:pt x="3058" y="669"/>
                  </a:lnTo>
                  <a:lnTo>
                    <a:pt x="3053" y="649"/>
                  </a:lnTo>
                  <a:lnTo>
                    <a:pt x="3048" y="627"/>
                  </a:lnTo>
                  <a:lnTo>
                    <a:pt x="3046" y="615"/>
                  </a:lnTo>
                  <a:lnTo>
                    <a:pt x="3044" y="601"/>
                  </a:lnTo>
                  <a:lnTo>
                    <a:pt x="3041" y="573"/>
                  </a:lnTo>
                  <a:lnTo>
                    <a:pt x="3039" y="543"/>
                  </a:lnTo>
                  <a:lnTo>
                    <a:pt x="3039" y="527"/>
                  </a:lnTo>
                  <a:lnTo>
                    <a:pt x="3039" y="509"/>
                  </a:lnTo>
                  <a:lnTo>
                    <a:pt x="3039" y="443"/>
                  </a:lnTo>
                  <a:lnTo>
                    <a:pt x="3039" y="417"/>
                  </a:lnTo>
                  <a:lnTo>
                    <a:pt x="3040" y="391"/>
                  </a:lnTo>
                  <a:lnTo>
                    <a:pt x="3043" y="369"/>
                  </a:lnTo>
                  <a:lnTo>
                    <a:pt x="3045" y="345"/>
                  </a:lnTo>
                  <a:lnTo>
                    <a:pt x="3047" y="335"/>
                  </a:lnTo>
                  <a:lnTo>
                    <a:pt x="3049" y="325"/>
                  </a:lnTo>
                  <a:lnTo>
                    <a:pt x="3051" y="315"/>
                  </a:lnTo>
                  <a:lnTo>
                    <a:pt x="3053" y="305"/>
                  </a:lnTo>
                  <a:lnTo>
                    <a:pt x="3056" y="296"/>
                  </a:lnTo>
                  <a:lnTo>
                    <a:pt x="3059" y="288"/>
                  </a:lnTo>
                  <a:lnTo>
                    <a:pt x="3065" y="270"/>
                  </a:lnTo>
                  <a:lnTo>
                    <a:pt x="3072" y="256"/>
                  </a:lnTo>
                  <a:lnTo>
                    <a:pt x="3079" y="242"/>
                  </a:lnTo>
                  <a:lnTo>
                    <a:pt x="3087" y="230"/>
                  </a:lnTo>
                  <a:lnTo>
                    <a:pt x="3097" y="220"/>
                  </a:lnTo>
                  <a:lnTo>
                    <a:pt x="3106" y="212"/>
                  </a:lnTo>
                  <a:lnTo>
                    <a:pt x="3117" y="208"/>
                  </a:lnTo>
                  <a:lnTo>
                    <a:pt x="3128" y="204"/>
                  </a:lnTo>
                  <a:lnTo>
                    <a:pt x="3134" y="202"/>
                  </a:lnTo>
                  <a:lnTo>
                    <a:pt x="3141" y="202"/>
                  </a:lnTo>
                  <a:lnTo>
                    <a:pt x="3154" y="204"/>
                  </a:lnTo>
                  <a:lnTo>
                    <a:pt x="3160" y="204"/>
                  </a:lnTo>
                  <a:lnTo>
                    <a:pt x="3166" y="206"/>
                  </a:lnTo>
                  <a:lnTo>
                    <a:pt x="3177" y="212"/>
                  </a:lnTo>
                  <a:lnTo>
                    <a:pt x="3182" y="216"/>
                  </a:lnTo>
                  <a:lnTo>
                    <a:pt x="3186" y="220"/>
                  </a:lnTo>
                  <a:lnTo>
                    <a:pt x="3196" y="230"/>
                  </a:lnTo>
                  <a:lnTo>
                    <a:pt x="3204" y="240"/>
                  </a:lnTo>
                  <a:lnTo>
                    <a:pt x="3211" y="254"/>
                  </a:lnTo>
                  <a:lnTo>
                    <a:pt x="3214" y="260"/>
                  </a:lnTo>
                  <a:lnTo>
                    <a:pt x="3218" y="268"/>
                  </a:lnTo>
                  <a:lnTo>
                    <a:pt x="3223" y="286"/>
                  </a:lnTo>
                  <a:lnTo>
                    <a:pt x="3228" y="303"/>
                  </a:lnTo>
                  <a:lnTo>
                    <a:pt x="3232" y="323"/>
                  </a:lnTo>
                  <a:lnTo>
                    <a:pt x="3236" y="343"/>
                  </a:lnTo>
                  <a:lnTo>
                    <a:pt x="3238" y="365"/>
                  </a:lnTo>
                  <a:lnTo>
                    <a:pt x="3240" y="389"/>
                  </a:lnTo>
                  <a:lnTo>
                    <a:pt x="3241" y="415"/>
                  </a:lnTo>
                  <a:lnTo>
                    <a:pt x="3242" y="441"/>
                  </a:lnTo>
                  <a:lnTo>
                    <a:pt x="3242" y="469"/>
                  </a:lnTo>
                  <a:lnTo>
                    <a:pt x="3241" y="473"/>
                  </a:lnTo>
                  <a:lnTo>
                    <a:pt x="3241" y="475"/>
                  </a:lnTo>
                  <a:lnTo>
                    <a:pt x="3239" y="483"/>
                  </a:lnTo>
                  <a:lnTo>
                    <a:pt x="3236" y="487"/>
                  </a:lnTo>
                  <a:lnTo>
                    <a:pt x="3232" y="487"/>
                  </a:lnTo>
                  <a:close/>
                  <a:moveTo>
                    <a:pt x="3220" y="441"/>
                  </a:moveTo>
                  <a:lnTo>
                    <a:pt x="3219" y="417"/>
                  </a:lnTo>
                  <a:lnTo>
                    <a:pt x="3219" y="397"/>
                  </a:lnTo>
                  <a:lnTo>
                    <a:pt x="3217" y="375"/>
                  </a:lnTo>
                  <a:lnTo>
                    <a:pt x="3215" y="357"/>
                  </a:lnTo>
                  <a:lnTo>
                    <a:pt x="3213" y="339"/>
                  </a:lnTo>
                  <a:lnTo>
                    <a:pt x="3210" y="321"/>
                  </a:lnTo>
                  <a:lnTo>
                    <a:pt x="3208" y="315"/>
                  </a:lnTo>
                  <a:lnTo>
                    <a:pt x="3206" y="307"/>
                  </a:lnTo>
                  <a:lnTo>
                    <a:pt x="3202" y="294"/>
                  </a:lnTo>
                  <a:lnTo>
                    <a:pt x="3199" y="288"/>
                  </a:lnTo>
                  <a:lnTo>
                    <a:pt x="3197" y="282"/>
                  </a:lnTo>
                  <a:lnTo>
                    <a:pt x="3194" y="276"/>
                  </a:lnTo>
                  <a:lnTo>
                    <a:pt x="3191" y="272"/>
                  </a:lnTo>
                  <a:lnTo>
                    <a:pt x="3188" y="266"/>
                  </a:lnTo>
                  <a:lnTo>
                    <a:pt x="3185" y="262"/>
                  </a:lnTo>
                  <a:lnTo>
                    <a:pt x="3178" y="256"/>
                  </a:lnTo>
                  <a:lnTo>
                    <a:pt x="3170" y="250"/>
                  </a:lnTo>
                  <a:lnTo>
                    <a:pt x="3161" y="246"/>
                  </a:lnTo>
                  <a:lnTo>
                    <a:pt x="3152" y="242"/>
                  </a:lnTo>
                  <a:lnTo>
                    <a:pt x="3141" y="242"/>
                  </a:lnTo>
                  <a:lnTo>
                    <a:pt x="3130" y="242"/>
                  </a:lnTo>
                  <a:lnTo>
                    <a:pt x="3126" y="244"/>
                  </a:lnTo>
                  <a:lnTo>
                    <a:pt x="3121" y="246"/>
                  </a:lnTo>
                  <a:lnTo>
                    <a:pt x="3112" y="250"/>
                  </a:lnTo>
                  <a:lnTo>
                    <a:pt x="3105" y="256"/>
                  </a:lnTo>
                  <a:lnTo>
                    <a:pt x="3097" y="264"/>
                  </a:lnTo>
                  <a:lnTo>
                    <a:pt x="3091" y="274"/>
                  </a:lnTo>
                  <a:lnTo>
                    <a:pt x="3085" y="284"/>
                  </a:lnTo>
                  <a:lnTo>
                    <a:pt x="3080" y="298"/>
                  </a:lnTo>
                  <a:lnTo>
                    <a:pt x="3075" y="311"/>
                  </a:lnTo>
                  <a:lnTo>
                    <a:pt x="3073" y="317"/>
                  </a:lnTo>
                  <a:lnTo>
                    <a:pt x="3071" y="325"/>
                  </a:lnTo>
                  <a:lnTo>
                    <a:pt x="3068" y="343"/>
                  </a:lnTo>
                  <a:lnTo>
                    <a:pt x="3066" y="361"/>
                  </a:lnTo>
                  <a:lnTo>
                    <a:pt x="3064" y="379"/>
                  </a:lnTo>
                  <a:lnTo>
                    <a:pt x="3062" y="399"/>
                  </a:lnTo>
                  <a:lnTo>
                    <a:pt x="3061" y="421"/>
                  </a:lnTo>
                  <a:lnTo>
                    <a:pt x="3061" y="443"/>
                  </a:lnTo>
                  <a:lnTo>
                    <a:pt x="3220" y="447"/>
                  </a:lnTo>
                  <a:lnTo>
                    <a:pt x="3220" y="441"/>
                  </a:lnTo>
                  <a:close/>
                  <a:moveTo>
                    <a:pt x="3726" y="699"/>
                  </a:moveTo>
                  <a:lnTo>
                    <a:pt x="3724" y="713"/>
                  </a:lnTo>
                  <a:lnTo>
                    <a:pt x="3722" y="723"/>
                  </a:lnTo>
                  <a:lnTo>
                    <a:pt x="3720" y="733"/>
                  </a:lnTo>
                  <a:lnTo>
                    <a:pt x="3718" y="737"/>
                  </a:lnTo>
                  <a:lnTo>
                    <a:pt x="3717" y="741"/>
                  </a:lnTo>
                  <a:lnTo>
                    <a:pt x="3714" y="747"/>
                  </a:lnTo>
                  <a:lnTo>
                    <a:pt x="3710" y="751"/>
                  </a:lnTo>
                  <a:lnTo>
                    <a:pt x="3705" y="753"/>
                  </a:lnTo>
                  <a:lnTo>
                    <a:pt x="3700" y="753"/>
                  </a:lnTo>
                  <a:lnTo>
                    <a:pt x="3694" y="753"/>
                  </a:lnTo>
                  <a:lnTo>
                    <a:pt x="3692" y="751"/>
                  </a:lnTo>
                  <a:lnTo>
                    <a:pt x="3690" y="749"/>
                  </a:lnTo>
                  <a:lnTo>
                    <a:pt x="3688" y="747"/>
                  </a:lnTo>
                  <a:lnTo>
                    <a:pt x="3686" y="745"/>
                  </a:lnTo>
                  <a:lnTo>
                    <a:pt x="3684" y="741"/>
                  </a:lnTo>
                  <a:lnTo>
                    <a:pt x="3683" y="739"/>
                  </a:lnTo>
                  <a:lnTo>
                    <a:pt x="3680" y="731"/>
                  </a:lnTo>
                  <a:lnTo>
                    <a:pt x="3678" y="721"/>
                  </a:lnTo>
                  <a:lnTo>
                    <a:pt x="3676" y="709"/>
                  </a:lnTo>
                  <a:lnTo>
                    <a:pt x="3674" y="695"/>
                  </a:lnTo>
                  <a:lnTo>
                    <a:pt x="3621" y="313"/>
                  </a:lnTo>
                  <a:lnTo>
                    <a:pt x="3619" y="305"/>
                  </a:lnTo>
                  <a:lnTo>
                    <a:pt x="3618" y="305"/>
                  </a:lnTo>
                  <a:lnTo>
                    <a:pt x="3617" y="305"/>
                  </a:lnTo>
                  <a:lnTo>
                    <a:pt x="3615" y="305"/>
                  </a:lnTo>
                  <a:lnTo>
                    <a:pt x="3614" y="313"/>
                  </a:lnTo>
                  <a:lnTo>
                    <a:pt x="3560" y="695"/>
                  </a:lnTo>
                  <a:lnTo>
                    <a:pt x="3556" y="721"/>
                  </a:lnTo>
                  <a:lnTo>
                    <a:pt x="3554" y="731"/>
                  </a:lnTo>
                  <a:lnTo>
                    <a:pt x="3552" y="739"/>
                  </a:lnTo>
                  <a:lnTo>
                    <a:pt x="3548" y="745"/>
                  </a:lnTo>
                  <a:lnTo>
                    <a:pt x="3545" y="749"/>
                  </a:lnTo>
                  <a:lnTo>
                    <a:pt x="3540" y="753"/>
                  </a:lnTo>
                  <a:lnTo>
                    <a:pt x="3535" y="753"/>
                  </a:lnTo>
                  <a:lnTo>
                    <a:pt x="3529" y="753"/>
                  </a:lnTo>
                  <a:lnTo>
                    <a:pt x="3525" y="751"/>
                  </a:lnTo>
                  <a:lnTo>
                    <a:pt x="3521" y="747"/>
                  </a:lnTo>
                  <a:lnTo>
                    <a:pt x="3517" y="741"/>
                  </a:lnTo>
                  <a:lnTo>
                    <a:pt x="3516" y="737"/>
                  </a:lnTo>
                  <a:lnTo>
                    <a:pt x="3515" y="733"/>
                  </a:lnTo>
                  <a:lnTo>
                    <a:pt x="3513" y="729"/>
                  </a:lnTo>
                  <a:lnTo>
                    <a:pt x="3512" y="723"/>
                  </a:lnTo>
                  <a:lnTo>
                    <a:pt x="3510" y="713"/>
                  </a:lnTo>
                  <a:lnTo>
                    <a:pt x="3508" y="699"/>
                  </a:lnTo>
                  <a:lnTo>
                    <a:pt x="3452" y="232"/>
                  </a:lnTo>
                  <a:lnTo>
                    <a:pt x="3452" y="228"/>
                  </a:lnTo>
                  <a:lnTo>
                    <a:pt x="3452" y="222"/>
                  </a:lnTo>
                  <a:lnTo>
                    <a:pt x="3452" y="218"/>
                  </a:lnTo>
                  <a:lnTo>
                    <a:pt x="3453" y="216"/>
                  </a:lnTo>
                  <a:lnTo>
                    <a:pt x="3454" y="212"/>
                  </a:lnTo>
                  <a:lnTo>
                    <a:pt x="3456" y="210"/>
                  </a:lnTo>
                  <a:lnTo>
                    <a:pt x="3458" y="208"/>
                  </a:lnTo>
                  <a:lnTo>
                    <a:pt x="3461" y="208"/>
                  </a:lnTo>
                  <a:lnTo>
                    <a:pt x="3467" y="208"/>
                  </a:lnTo>
                  <a:lnTo>
                    <a:pt x="3470" y="212"/>
                  </a:lnTo>
                  <a:lnTo>
                    <a:pt x="3471" y="216"/>
                  </a:lnTo>
                  <a:lnTo>
                    <a:pt x="3472" y="222"/>
                  </a:lnTo>
                  <a:lnTo>
                    <a:pt x="3528" y="689"/>
                  </a:lnTo>
                  <a:lnTo>
                    <a:pt x="3530" y="703"/>
                  </a:lnTo>
                  <a:lnTo>
                    <a:pt x="3531" y="711"/>
                  </a:lnTo>
                  <a:lnTo>
                    <a:pt x="3533" y="713"/>
                  </a:lnTo>
                  <a:lnTo>
                    <a:pt x="3535" y="713"/>
                  </a:lnTo>
                  <a:lnTo>
                    <a:pt x="3536" y="713"/>
                  </a:lnTo>
                  <a:lnTo>
                    <a:pt x="3538" y="709"/>
                  </a:lnTo>
                  <a:lnTo>
                    <a:pt x="3539" y="703"/>
                  </a:lnTo>
                  <a:lnTo>
                    <a:pt x="3541" y="689"/>
                  </a:lnTo>
                  <a:lnTo>
                    <a:pt x="3596" y="301"/>
                  </a:lnTo>
                  <a:lnTo>
                    <a:pt x="3597" y="294"/>
                  </a:lnTo>
                  <a:lnTo>
                    <a:pt x="3599" y="286"/>
                  </a:lnTo>
                  <a:lnTo>
                    <a:pt x="3601" y="280"/>
                  </a:lnTo>
                  <a:lnTo>
                    <a:pt x="3604" y="274"/>
                  </a:lnTo>
                  <a:lnTo>
                    <a:pt x="3607" y="270"/>
                  </a:lnTo>
                  <a:lnTo>
                    <a:pt x="3610" y="268"/>
                  </a:lnTo>
                  <a:lnTo>
                    <a:pt x="3614" y="266"/>
                  </a:lnTo>
                  <a:lnTo>
                    <a:pt x="3617" y="266"/>
                  </a:lnTo>
                  <a:lnTo>
                    <a:pt x="3621" y="266"/>
                  </a:lnTo>
                  <a:lnTo>
                    <a:pt x="3624" y="268"/>
                  </a:lnTo>
                  <a:lnTo>
                    <a:pt x="3627" y="270"/>
                  </a:lnTo>
                  <a:lnTo>
                    <a:pt x="3630" y="274"/>
                  </a:lnTo>
                  <a:lnTo>
                    <a:pt x="3633" y="280"/>
                  </a:lnTo>
                  <a:lnTo>
                    <a:pt x="3634" y="282"/>
                  </a:lnTo>
                  <a:lnTo>
                    <a:pt x="3635" y="286"/>
                  </a:lnTo>
                  <a:lnTo>
                    <a:pt x="3637" y="294"/>
                  </a:lnTo>
                  <a:lnTo>
                    <a:pt x="3639" y="301"/>
                  </a:lnTo>
                  <a:lnTo>
                    <a:pt x="3693" y="689"/>
                  </a:lnTo>
                  <a:lnTo>
                    <a:pt x="3695" y="703"/>
                  </a:lnTo>
                  <a:lnTo>
                    <a:pt x="3696" y="707"/>
                  </a:lnTo>
                  <a:lnTo>
                    <a:pt x="3697" y="709"/>
                  </a:lnTo>
                  <a:lnTo>
                    <a:pt x="3698" y="713"/>
                  </a:lnTo>
                  <a:lnTo>
                    <a:pt x="3700" y="713"/>
                  </a:lnTo>
                  <a:lnTo>
                    <a:pt x="3701" y="713"/>
                  </a:lnTo>
                  <a:lnTo>
                    <a:pt x="3702" y="713"/>
                  </a:lnTo>
                  <a:lnTo>
                    <a:pt x="3703" y="711"/>
                  </a:lnTo>
                  <a:lnTo>
                    <a:pt x="3704" y="707"/>
                  </a:lnTo>
                  <a:lnTo>
                    <a:pt x="3705" y="703"/>
                  </a:lnTo>
                  <a:lnTo>
                    <a:pt x="3707" y="689"/>
                  </a:lnTo>
                  <a:lnTo>
                    <a:pt x="3761" y="222"/>
                  </a:lnTo>
                  <a:lnTo>
                    <a:pt x="3762" y="216"/>
                  </a:lnTo>
                  <a:lnTo>
                    <a:pt x="3763" y="212"/>
                  </a:lnTo>
                  <a:lnTo>
                    <a:pt x="3764" y="210"/>
                  </a:lnTo>
                  <a:lnTo>
                    <a:pt x="3766" y="208"/>
                  </a:lnTo>
                  <a:lnTo>
                    <a:pt x="3767" y="208"/>
                  </a:lnTo>
                  <a:lnTo>
                    <a:pt x="3769" y="208"/>
                  </a:lnTo>
                  <a:lnTo>
                    <a:pt x="3773" y="208"/>
                  </a:lnTo>
                  <a:lnTo>
                    <a:pt x="3777" y="210"/>
                  </a:lnTo>
                  <a:lnTo>
                    <a:pt x="3779" y="212"/>
                  </a:lnTo>
                  <a:lnTo>
                    <a:pt x="3781" y="214"/>
                  </a:lnTo>
                  <a:lnTo>
                    <a:pt x="3782" y="218"/>
                  </a:lnTo>
                  <a:lnTo>
                    <a:pt x="3782" y="222"/>
                  </a:lnTo>
                  <a:lnTo>
                    <a:pt x="3781" y="232"/>
                  </a:lnTo>
                  <a:lnTo>
                    <a:pt x="3726" y="699"/>
                  </a:lnTo>
                  <a:close/>
                  <a:moveTo>
                    <a:pt x="3953" y="753"/>
                  </a:moveTo>
                  <a:lnTo>
                    <a:pt x="3940" y="753"/>
                  </a:lnTo>
                  <a:lnTo>
                    <a:pt x="3934" y="751"/>
                  </a:lnTo>
                  <a:lnTo>
                    <a:pt x="3929" y="749"/>
                  </a:lnTo>
                  <a:lnTo>
                    <a:pt x="3918" y="745"/>
                  </a:lnTo>
                  <a:lnTo>
                    <a:pt x="3908" y="737"/>
                  </a:lnTo>
                  <a:lnTo>
                    <a:pt x="3903" y="733"/>
                  </a:lnTo>
                  <a:lnTo>
                    <a:pt x="3898" y="729"/>
                  </a:lnTo>
                  <a:lnTo>
                    <a:pt x="3890" y="717"/>
                  </a:lnTo>
                  <a:lnTo>
                    <a:pt x="3882" y="705"/>
                  </a:lnTo>
                  <a:lnTo>
                    <a:pt x="3875" y="689"/>
                  </a:lnTo>
                  <a:lnTo>
                    <a:pt x="3872" y="683"/>
                  </a:lnTo>
                  <a:lnTo>
                    <a:pt x="3869" y="673"/>
                  </a:lnTo>
                  <a:lnTo>
                    <a:pt x="3866" y="665"/>
                  </a:lnTo>
                  <a:lnTo>
                    <a:pt x="3864" y="655"/>
                  </a:lnTo>
                  <a:lnTo>
                    <a:pt x="3859" y="635"/>
                  </a:lnTo>
                  <a:lnTo>
                    <a:pt x="3856" y="615"/>
                  </a:lnTo>
                  <a:lnTo>
                    <a:pt x="3853" y="591"/>
                  </a:lnTo>
                  <a:lnTo>
                    <a:pt x="3851" y="567"/>
                  </a:lnTo>
                  <a:lnTo>
                    <a:pt x="3850" y="541"/>
                  </a:lnTo>
                  <a:lnTo>
                    <a:pt x="3849" y="513"/>
                  </a:lnTo>
                  <a:lnTo>
                    <a:pt x="3849" y="443"/>
                  </a:lnTo>
                  <a:lnTo>
                    <a:pt x="3850" y="415"/>
                  </a:lnTo>
                  <a:lnTo>
                    <a:pt x="3851" y="389"/>
                  </a:lnTo>
                  <a:lnTo>
                    <a:pt x="3853" y="363"/>
                  </a:lnTo>
                  <a:lnTo>
                    <a:pt x="3856" y="341"/>
                  </a:lnTo>
                  <a:lnTo>
                    <a:pt x="3857" y="329"/>
                  </a:lnTo>
                  <a:lnTo>
                    <a:pt x="3859" y="319"/>
                  </a:lnTo>
                  <a:lnTo>
                    <a:pt x="3861" y="309"/>
                  </a:lnTo>
                  <a:lnTo>
                    <a:pt x="3864" y="300"/>
                  </a:lnTo>
                  <a:lnTo>
                    <a:pt x="3866" y="290"/>
                  </a:lnTo>
                  <a:lnTo>
                    <a:pt x="3869" y="282"/>
                  </a:lnTo>
                  <a:lnTo>
                    <a:pt x="3875" y="266"/>
                  </a:lnTo>
                  <a:lnTo>
                    <a:pt x="3882" y="252"/>
                  </a:lnTo>
                  <a:lnTo>
                    <a:pt x="3886" y="244"/>
                  </a:lnTo>
                  <a:lnTo>
                    <a:pt x="3890" y="238"/>
                  </a:lnTo>
                  <a:lnTo>
                    <a:pt x="3898" y="228"/>
                  </a:lnTo>
                  <a:lnTo>
                    <a:pt x="3903" y="222"/>
                  </a:lnTo>
                  <a:lnTo>
                    <a:pt x="3908" y="218"/>
                  </a:lnTo>
                  <a:lnTo>
                    <a:pt x="3918" y="212"/>
                  </a:lnTo>
                  <a:lnTo>
                    <a:pt x="3929" y="206"/>
                  </a:lnTo>
                  <a:lnTo>
                    <a:pt x="3934" y="204"/>
                  </a:lnTo>
                  <a:lnTo>
                    <a:pt x="3940" y="204"/>
                  </a:lnTo>
                  <a:lnTo>
                    <a:pt x="3953" y="202"/>
                  </a:lnTo>
                  <a:lnTo>
                    <a:pt x="3965" y="204"/>
                  </a:lnTo>
                  <a:lnTo>
                    <a:pt x="3971" y="204"/>
                  </a:lnTo>
                  <a:lnTo>
                    <a:pt x="3977" y="206"/>
                  </a:lnTo>
                  <a:lnTo>
                    <a:pt x="3988" y="212"/>
                  </a:lnTo>
                  <a:lnTo>
                    <a:pt x="3998" y="218"/>
                  </a:lnTo>
                  <a:lnTo>
                    <a:pt x="4003" y="222"/>
                  </a:lnTo>
                  <a:lnTo>
                    <a:pt x="4007" y="228"/>
                  </a:lnTo>
                  <a:lnTo>
                    <a:pt x="4016" y="238"/>
                  </a:lnTo>
                  <a:lnTo>
                    <a:pt x="4024" y="252"/>
                  </a:lnTo>
                  <a:lnTo>
                    <a:pt x="4031" y="266"/>
                  </a:lnTo>
                  <a:lnTo>
                    <a:pt x="4034" y="274"/>
                  </a:lnTo>
                  <a:lnTo>
                    <a:pt x="4037" y="282"/>
                  </a:lnTo>
                  <a:lnTo>
                    <a:pt x="4039" y="290"/>
                  </a:lnTo>
                  <a:lnTo>
                    <a:pt x="4042" y="300"/>
                  </a:lnTo>
                  <a:lnTo>
                    <a:pt x="4046" y="319"/>
                  </a:lnTo>
                  <a:lnTo>
                    <a:pt x="4050" y="341"/>
                  </a:lnTo>
                  <a:lnTo>
                    <a:pt x="4053" y="363"/>
                  </a:lnTo>
                  <a:lnTo>
                    <a:pt x="4055" y="389"/>
                  </a:lnTo>
                  <a:lnTo>
                    <a:pt x="4056" y="415"/>
                  </a:lnTo>
                  <a:lnTo>
                    <a:pt x="4057" y="443"/>
                  </a:lnTo>
                  <a:lnTo>
                    <a:pt x="4057" y="513"/>
                  </a:lnTo>
                  <a:lnTo>
                    <a:pt x="4056" y="541"/>
                  </a:lnTo>
                  <a:lnTo>
                    <a:pt x="4055" y="567"/>
                  </a:lnTo>
                  <a:lnTo>
                    <a:pt x="4053" y="591"/>
                  </a:lnTo>
                  <a:lnTo>
                    <a:pt x="4050" y="615"/>
                  </a:lnTo>
                  <a:lnTo>
                    <a:pt x="4048" y="625"/>
                  </a:lnTo>
                  <a:lnTo>
                    <a:pt x="4046" y="635"/>
                  </a:lnTo>
                  <a:lnTo>
                    <a:pt x="4044" y="645"/>
                  </a:lnTo>
                  <a:lnTo>
                    <a:pt x="4042" y="655"/>
                  </a:lnTo>
                  <a:lnTo>
                    <a:pt x="4039" y="665"/>
                  </a:lnTo>
                  <a:lnTo>
                    <a:pt x="4037" y="673"/>
                  </a:lnTo>
                  <a:lnTo>
                    <a:pt x="4031" y="689"/>
                  </a:lnTo>
                  <a:lnTo>
                    <a:pt x="4024" y="705"/>
                  </a:lnTo>
                  <a:lnTo>
                    <a:pt x="4020" y="711"/>
                  </a:lnTo>
                  <a:lnTo>
                    <a:pt x="4016" y="717"/>
                  </a:lnTo>
                  <a:lnTo>
                    <a:pt x="4007" y="729"/>
                  </a:lnTo>
                  <a:lnTo>
                    <a:pt x="4003" y="733"/>
                  </a:lnTo>
                  <a:lnTo>
                    <a:pt x="3998" y="737"/>
                  </a:lnTo>
                  <a:lnTo>
                    <a:pt x="3988" y="745"/>
                  </a:lnTo>
                  <a:lnTo>
                    <a:pt x="3977" y="749"/>
                  </a:lnTo>
                  <a:lnTo>
                    <a:pt x="3971" y="751"/>
                  </a:lnTo>
                  <a:lnTo>
                    <a:pt x="3965" y="753"/>
                  </a:lnTo>
                  <a:lnTo>
                    <a:pt x="3953" y="753"/>
                  </a:lnTo>
                  <a:close/>
                  <a:moveTo>
                    <a:pt x="4034" y="443"/>
                  </a:moveTo>
                  <a:lnTo>
                    <a:pt x="4034" y="419"/>
                  </a:lnTo>
                  <a:lnTo>
                    <a:pt x="4033" y="397"/>
                  </a:lnTo>
                  <a:lnTo>
                    <a:pt x="4033" y="387"/>
                  </a:lnTo>
                  <a:lnTo>
                    <a:pt x="4032" y="377"/>
                  </a:lnTo>
                  <a:lnTo>
                    <a:pt x="4030" y="359"/>
                  </a:lnTo>
                  <a:lnTo>
                    <a:pt x="4027" y="341"/>
                  </a:lnTo>
                  <a:lnTo>
                    <a:pt x="4024" y="323"/>
                  </a:lnTo>
                  <a:lnTo>
                    <a:pt x="4020" y="309"/>
                  </a:lnTo>
                  <a:lnTo>
                    <a:pt x="4016" y="296"/>
                  </a:lnTo>
                  <a:lnTo>
                    <a:pt x="4011" y="284"/>
                  </a:lnTo>
                  <a:lnTo>
                    <a:pt x="4008" y="278"/>
                  </a:lnTo>
                  <a:lnTo>
                    <a:pt x="4005" y="272"/>
                  </a:lnTo>
                  <a:lnTo>
                    <a:pt x="3998" y="264"/>
                  </a:lnTo>
                  <a:lnTo>
                    <a:pt x="3994" y="260"/>
                  </a:lnTo>
                  <a:lnTo>
                    <a:pt x="3990" y="256"/>
                  </a:lnTo>
                  <a:lnTo>
                    <a:pt x="3986" y="252"/>
                  </a:lnTo>
                  <a:lnTo>
                    <a:pt x="3982" y="250"/>
                  </a:lnTo>
                  <a:lnTo>
                    <a:pt x="3973" y="246"/>
                  </a:lnTo>
                  <a:lnTo>
                    <a:pt x="3963" y="242"/>
                  </a:lnTo>
                  <a:lnTo>
                    <a:pt x="3953" y="242"/>
                  </a:lnTo>
                  <a:lnTo>
                    <a:pt x="3942" y="242"/>
                  </a:lnTo>
                  <a:lnTo>
                    <a:pt x="3932" y="246"/>
                  </a:lnTo>
                  <a:lnTo>
                    <a:pt x="3928" y="248"/>
                  </a:lnTo>
                  <a:lnTo>
                    <a:pt x="3923" y="250"/>
                  </a:lnTo>
                  <a:lnTo>
                    <a:pt x="3915" y="256"/>
                  </a:lnTo>
                  <a:lnTo>
                    <a:pt x="3908" y="264"/>
                  </a:lnTo>
                  <a:lnTo>
                    <a:pt x="3901" y="272"/>
                  </a:lnTo>
                  <a:lnTo>
                    <a:pt x="3895" y="284"/>
                  </a:lnTo>
                  <a:lnTo>
                    <a:pt x="3890" y="296"/>
                  </a:lnTo>
                  <a:lnTo>
                    <a:pt x="3888" y="301"/>
                  </a:lnTo>
                  <a:lnTo>
                    <a:pt x="3885" y="309"/>
                  </a:lnTo>
                  <a:lnTo>
                    <a:pt x="3882" y="323"/>
                  </a:lnTo>
                  <a:lnTo>
                    <a:pt x="3878" y="341"/>
                  </a:lnTo>
                  <a:lnTo>
                    <a:pt x="3876" y="359"/>
                  </a:lnTo>
                  <a:lnTo>
                    <a:pt x="3874" y="377"/>
                  </a:lnTo>
                  <a:lnTo>
                    <a:pt x="3872" y="397"/>
                  </a:lnTo>
                  <a:lnTo>
                    <a:pt x="3872" y="409"/>
                  </a:lnTo>
                  <a:lnTo>
                    <a:pt x="3872" y="419"/>
                  </a:lnTo>
                  <a:lnTo>
                    <a:pt x="3871" y="443"/>
                  </a:lnTo>
                  <a:lnTo>
                    <a:pt x="3871" y="513"/>
                  </a:lnTo>
                  <a:lnTo>
                    <a:pt x="3872" y="535"/>
                  </a:lnTo>
                  <a:lnTo>
                    <a:pt x="3872" y="557"/>
                  </a:lnTo>
                  <a:lnTo>
                    <a:pt x="3873" y="567"/>
                  </a:lnTo>
                  <a:lnTo>
                    <a:pt x="3874" y="577"/>
                  </a:lnTo>
                  <a:lnTo>
                    <a:pt x="3876" y="597"/>
                  </a:lnTo>
                  <a:lnTo>
                    <a:pt x="3878" y="615"/>
                  </a:lnTo>
                  <a:lnTo>
                    <a:pt x="3882" y="631"/>
                  </a:lnTo>
                  <a:lnTo>
                    <a:pt x="3885" y="645"/>
                  </a:lnTo>
                  <a:lnTo>
                    <a:pt x="3890" y="659"/>
                  </a:lnTo>
                  <a:lnTo>
                    <a:pt x="3895" y="673"/>
                  </a:lnTo>
                  <a:lnTo>
                    <a:pt x="3898" y="677"/>
                  </a:lnTo>
                  <a:lnTo>
                    <a:pt x="3901" y="683"/>
                  </a:lnTo>
                  <a:lnTo>
                    <a:pt x="3908" y="693"/>
                  </a:lnTo>
                  <a:lnTo>
                    <a:pt x="3911" y="697"/>
                  </a:lnTo>
                  <a:lnTo>
                    <a:pt x="3915" y="699"/>
                  </a:lnTo>
                  <a:lnTo>
                    <a:pt x="3919" y="703"/>
                  </a:lnTo>
                  <a:lnTo>
                    <a:pt x="3923" y="707"/>
                  </a:lnTo>
                  <a:lnTo>
                    <a:pt x="3932" y="711"/>
                  </a:lnTo>
                  <a:lnTo>
                    <a:pt x="3942" y="713"/>
                  </a:lnTo>
                  <a:lnTo>
                    <a:pt x="3953" y="713"/>
                  </a:lnTo>
                  <a:lnTo>
                    <a:pt x="3963" y="713"/>
                  </a:lnTo>
                  <a:lnTo>
                    <a:pt x="3973" y="711"/>
                  </a:lnTo>
                  <a:lnTo>
                    <a:pt x="3978" y="709"/>
                  </a:lnTo>
                  <a:lnTo>
                    <a:pt x="3982" y="707"/>
                  </a:lnTo>
                  <a:lnTo>
                    <a:pt x="3990" y="699"/>
                  </a:lnTo>
                  <a:lnTo>
                    <a:pt x="3998" y="693"/>
                  </a:lnTo>
                  <a:lnTo>
                    <a:pt x="4005" y="683"/>
                  </a:lnTo>
                  <a:lnTo>
                    <a:pt x="4011" y="673"/>
                  </a:lnTo>
                  <a:lnTo>
                    <a:pt x="4016" y="659"/>
                  </a:lnTo>
                  <a:lnTo>
                    <a:pt x="4018" y="653"/>
                  </a:lnTo>
                  <a:lnTo>
                    <a:pt x="4020" y="645"/>
                  </a:lnTo>
                  <a:lnTo>
                    <a:pt x="4024" y="631"/>
                  </a:lnTo>
                  <a:lnTo>
                    <a:pt x="4027" y="615"/>
                  </a:lnTo>
                  <a:lnTo>
                    <a:pt x="4030" y="597"/>
                  </a:lnTo>
                  <a:lnTo>
                    <a:pt x="4032" y="577"/>
                  </a:lnTo>
                  <a:lnTo>
                    <a:pt x="4033" y="557"/>
                  </a:lnTo>
                  <a:lnTo>
                    <a:pt x="4034" y="547"/>
                  </a:lnTo>
                  <a:lnTo>
                    <a:pt x="4034" y="535"/>
                  </a:lnTo>
                  <a:lnTo>
                    <a:pt x="4034" y="513"/>
                  </a:lnTo>
                  <a:lnTo>
                    <a:pt x="4034" y="443"/>
                  </a:lnTo>
                  <a:close/>
                  <a:moveTo>
                    <a:pt x="4237" y="242"/>
                  </a:moveTo>
                  <a:lnTo>
                    <a:pt x="4230" y="242"/>
                  </a:lnTo>
                  <a:lnTo>
                    <a:pt x="4222" y="244"/>
                  </a:lnTo>
                  <a:lnTo>
                    <a:pt x="4215" y="246"/>
                  </a:lnTo>
                  <a:lnTo>
                    <a:pt x="4206" y="250"/>
                  </a:lnTo>
                  <a:lnTo>
                    <a:pt x="4197" y="258"/>
                  </a:lnTo>
                  <a:lnTo>
                    <a:pt x="4188" y="266"/>
                  </a:lnTo>
                  <a:lnTo>
                    <a:pt x="4178" y="276"/>
                  </a:lnTo>
                  <a:lnTo>
                    <a:pt x="4167" y="288"/>
                  </a:lnTo>
                  <a:lnTo>
                    <a:pt x="4167" y="729"/>
                  </a:lnTo>
                  <a:lnTo>
                    <a:pt x="4167" y="731"/>
                  </a:lnTo>
                  <a:lnTo>
                    <a:pt x="4167" y="735"/>
                  </a:lnTo>
                  <a:lnTo>
                    <a:pt x="4164" y="741"/>
                  </a:lnTo>
                  <a:lnTo>
                    <a:pt x="4161" y="745"/>
                  </a:lnTo>
                  <a:lnTo>
                    <a:pt x="4158" y="747"/>
                  </a:lnTo>
                  <a:lnTo>
                    <a:pt x="4155" y="747"/>
                  </a:lnTo>
                  <a:lnTo>
                    <a:pt x="4152" y="745"/>
                  </a:lnTo>
                  <a:lnTo>
                    <a:pt x="4147" y="741"/>
                  </a:lnTo>
                  <a:lnTo>
                    <a:pt x="4145" y="735"/>
                  </a:lnTo>
                  <a:lnTo>
                    <a:pt x="4144" y="729"/>
                  </a:lnTo>
                  <a:lnTo>
                    <a:pt x="4144" y="228"/>
                  </a:lnTo>
                  <a:lnTo>
                    <a:pt x="4144" y="224"/>
                  </a:lnTo>
                  <a:lnTo>
                    <a:pt x="4145" y="220"/>
                  </a:lnTo>
                  <a:lnTo>
                    <a:pt x="4147" y="214"/>
                  </a:lnTo>
                  <a:lnTo>
                    <a:pt x="4149" y="210"/>
                  </a:lnTo>
                  <a:lnTo>
                    <a:pt x="4150" y="210"/>
                  </a:lnTo>
                  <a:lnTo>
                    <a:pt x="4152" y="208"/>
                  </a:lnTo>
                  <a:lnTo>
                    <a:pt x="4154" y="208"/>
                  </a:lnTo>
                  <a:lnTo>
                    <a:pt x="4158" y="208"/>
                  </a:lnTo>
                  <a:lnTo>
                    <a:pt x="4160" y="208"/>
                  </a:lnTo>
                  <a:lnTo>
                    <a:pt x="4162" y="210"/>
                  </a:lnTo>
                  <a:lnTo>
                    <a:pt x="4164" y="210"/>
                  </a:lnTo>
                  <a:lnTo>
                    <a:pt x="4165" y="214"/>
                  </a:lnTo>
                  <a:lnTo>
                    <a:pt x="4166" y="216"/>
                  </a:lnTo>
                  <a:lnTo>
                    <a:pt x="4167" y="220"/>
                  </a:lnTo>
                  <a:lnTo>
                    <a:pt x="4167" y="224"/>
                  </a:lnTo>
                  <a:lnTo>
                    <a:pt x="4167" y="228"/>
                  </a:lnTo>
                  <a:lnTo>
                    <a:pt x="4167" y="248"/>
                  </a:lnTo>
                  <a:lnTo>
                    <a:pt x="4177" y="238"/>
                  </a:lnTo>
                  <a:lnTo>
                    <a:pt x="4181" y="232"/>
                  </a:lnTo>
                  <a:lnTo>
                    <a:pt x="4186" y="228"/>
                  </a:lnTo>
                  <a:lnTo>
                    <a:pt x="4194" y="220"/>
                  </a:lnTo>
                  <a:lnTo>
                    <a:pt x="4203" y="214"/>
                  </a:lnTo>
                  <a:lnTo>
                    <a:pt x="4211" y="208"/>
                  </a:lnTo>
                  <a:lnTo>
                    <a:pt x="4220" y="206"/>
                  </a:lnTo>
                  <a:lnTo>
                    <a:pt x="4228" y="204"/>
                  </a:lnTo>
                  <a:lnTo>
                    <a:pt x="4237" y="202"/>
                  </a:lnTo>
                  <a:lnTo>
                    <a:pt x="4243" y="204"/>
                  </a:lnTo>
                  <a:lnTo>
                    <a:pt x="4245" y="204"/>
                  </a:lnTo>
                  <a:lnTo>
                    <a:pt x="4247" y="206"/>
                  </a:lnTo>
                  <a:lnTo>
                    <a:pt x="4249" y="208"/>
                  </a:lnTo>
                  <a:lnTo>
                    <a:pt x="4250" y="210"/>
                  </a:lnTo>
                  <a:lnTo>
                    <a:pt x="4251" y="214"/>
                  </a:lnTo>
                  <a:lnTo>
                    <a:pt x="4251" y="218"/>
                  </a:lnTo>
                  <a:lnTo>
                    <a:pt x="4251" y="226"/>
                  </a:lnTo>
                  <a:lnTo>
                    <a:pt x="4251" y="230"/>
                  </a:lnTo>
                  <a:lnTo>
                    <a:pt x="4250" y="234"/>
                  </a:lnTo>
                  <a:lnTo>
                    <a:pt x="4249" y="236"/>
                  </a:lnTo>
                  <a:lnTo>
                    <a:pt x="4247" y="238"/>
                  </a:lnTo>
                  <a:lnTo>
                    <a:pt x="4243" y="242"/>
                  </a:lnTo>
                  <a:lnTo>
                    <a:pt x="4237" y="242"/>
                  </a:lnTo>
                  <a:close/>
                  <a:moveTo>
                    <a:pt x="4344" y="753"/>
                  </a:moveTo>
                  <a:lnTo>
                    <a:pt x="4339" y="753"/>
                  </a:lnTo>
                  <a:lnTo>
                    <a:pt x="4335" y="751"/>
                  </a:lnTo>
                  <a:lnTo>
                    <a:pt x="4333" y="747"/>
                  </a:lnTo>
                  <a:lnTo>
                    <a:pt x="4331" y="741"/>
                  </a:lnTo>
                  <a:lnTo>
                    <a:pt x="4330" y="735"/>
                  </a:lnTo>
                  <a:lnTo>
                    <a:pt x="4330" y="20"/>
                  </a:lnTo>
                  <a:lnTo>
                    <a:pt x="4331" y="16"/>
                  </a:lnTo>
                  <a:lnTo>
                    <a:pt x="4331" y="12"/>
                  </a:lnTo>
                  <a:lnTo>
                    <a:pt x="4333" y="6"/>
                  </a:lnTo>
                  <a:lnTo>
                    <a:pt x="4334" y="4"/>
                  </a:lnTo>
                  <a:lnTo>
                    <a:pt x="4335" y="2"/>
                  </a:lnTo>
                  <a:lnTo>
                    <a:pt x="4339" y="0"/>
                  </a:lnTo>
                  <a:lnTo>
                    <a:pt x="4344" y="0"/>
                  </a:lnTo>
                  <a:lnTo>
                    <a:pt x="4347" y="2"/>
                  </a:lnTo>
                  <a:lnTo>
                    <a:pt x="4350" y="6"/>
                  </a:lnTo>
                  <a:lnTo>
                    <a:pt x="4352" y="12"/>
                  </a:lnTo>
                  <a:lnTo>
                    <a:pt x="4353" y="20"/>
                  </a:lnTo>
                  <a:lnTo>
                    <a:pt x="4353" y="735"/>
                  </a:lnTo>
                  <a:lnTo>
                    <a:pt x="4352" y="737"/>
                  </a:lnTo>
                  <a:lnTo>
                    <a:pt x="4352" y="741"/>
                  </a:lnTo>
                  <a:lnTo>
                    <a:pt x="4350" y="747"/>
                  </a:lnTo>
                  <a:lnTo>
                    <a:pt x="4349" y="749"/>
                  </a:lnTo>
                  <a:lnTo>
                    <a:pt x="4347" y="751"/>
                  </a:lnTo>
                  <a:lnTo>
                    <a:pt x="4344" y="7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0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B0983813-A6C0-2384-6958-DDC82E12A6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9188" y="1992313"/>
              <a:ext cx="7424738" cy="1890713"/>
            </a:xfrm>
            <a:custGeom>
              <a:avLst/>
              <a:gdLst>
                <a:gd name="T0" fmla="*/ 3621 w 4677"/>
                <a:gd name="T1" fmla="*/ 1718 h 2381"/>
                <a:gd name="T2" fmla="*/ 3722 w 4677"/>
                <a:gd name="T3" fmla="*/ 1115 h 2381"/>
                <a:gd name="T4" fmla="*/ 3550 w 4677"/>
                <a:gd name="T5" fmla="*/ 549 h 2381"/>
                <a:gd name="T6" fmla="*/ 3192 w 4677"/>
                <a:gd name="T7" fmla="*/ 463 h 2381"/>
                <a:gd name="T8" fmla="*/ 2956 w 4677"/>
                <a:gd name="T9" fmla="*/ 927 h 2381"/>
                <a:gd name="T10" fmla="*/ 2980 w 4677"/>
                <a:gd name="T11" fmla="*/ 1566 h 2381"/>
                <a:gd name="T12" fmla="*/ 3268 w 4677"/>
                <a:gd name="T13" fmla="*/ 1966 h 2381"/>
                <a:gd name="T14" fmla="*/ 3592 w 4677"/>
                <a:gd name="T15" fmla="*/ 118 h 2381"/>
                <a:gd name="T16" fmla="*/ 3866 w 4677"/>
                <a:gd name="T17" fmla="*/ 623 h 2381"/>
                <a:gd name="T18" fmla="*/ 3937 w 4677"/>
                <a:gd name="T19" fmla="*/ 1313 h 2381"/>
                <a:gd name="T20" fmla="*/ 3826 w 4677"/>
                <a:gd name="T21" fmla="*/ 1880 h 2381"/>
                <a:gd name="T22" fmla="*/ 3493 w 4677"/>
                <a:gd name="T23" fmla="*/ 2335 h 2381"/>
                <a:gd name="T24" fmla="*/ 3087 w 4677"/>
                <a:gd name="T25" fmla="*/ 2287 h 2381"/>
                <a:gd name="T26" fmla="*/ 2817 w 4677"/>
                <a:gd name="T27" fmla="*/ 1856 h 2381"/>
                <a:gd name="T28" fmla="*/ 2713 w 4677"/>
                <a:gd name="T29" fmla="*/ 1129 h 2381"/>
                <a:gd name="T30" fmla="*/ 2808 w 4677"/>
                <a:gd name="T31" fmla="*/ 549 h 2381"/>
                <a:gd name="T32" fmla="*/ 3129 w 4677"/>
                <a:gd name="T33" fmla="*/ 64 h 2381"/>
                <a:gd name="T34" fmla="*/ 3421 w 4677"/>
                <a:gd name="T35" fmla="*/ 1049 h 2381"/>
                <a:gd name="T36" fmla="*/ 3421 w 4677"/>
                <a:gd name="T37" fmla="*/ 1333 h 2381"/>
                <a:gd name="T38" fmla="*/ 3242 w 4677"/>
                <a:gd name="T39" fmla="*/ 1349 h 2381"/>
                <a:gd name="T40" fmla="*/ 3228 w 4677"/>
                <a:gd name="T41" fmla="*/ 1067 h 2381"/>
                <a:gd name="T42" fmla="*/ 555 w 4677"/>
                <a:gd name="T43" fmla="*/ 1834 h 2381"/>
                <a:gd name="T44" fmla="*/ 612 w 4677"/>
                <a:gd name="T45" fmla="*/ 2108 h 2381"/>
                <a:gd name="T46" fmla="*/ 110 w 4677"/>
                <a:gd name="T47" fmla="*/ 2246 h 2381"/>
                <a:gd name="T48" fmla="*/ 1 w 4677"/>
                <a:gd name="T49" fmla="*/ 2038 h 2381"/>
                <a:gd name="T50" fmla="*/ 71 w 4677"/>
                <a:gd name="T51" fmla="*/ 248 h 2381"/>
                <a:gd name="T52" fmla="*/ 236 w 4677"/>
                <a:gd name="T53" fmla="*/ 362 h 2381"/>
                <a:gd name="T54" fmla="*/ 1549 w 4677"/>
                <a:gd name="T55" fmla="*/ 2130 h 2381"/>
                <a:gd name="T56" fmla="*/ 1385 w 4677"/>
                <a:gd name="T57" fmla="*/ 2230 h 2381"/>
                <a:gd name="T58" fmla="*/ 1267 w 4677"/>
                <a:gd name="T59" fmla="*/ 1802 h 2381"/>
                <a:gd name="T60" fmla="*/ 870 w 4677"/>
                <a:gd name="T61" fmla="*/ 1966 h 2381"/>
                <a:gd name="T62" fmla="*/ 737 w 4677"/>
                <a:gd name="T63" fmla="*/ 2254 h 2381"/>
                <a:gd name="T64" fmla="*/ 631 w 4677"/>
                <a:gd name="T65" fmla="*/ 2036 h 2381"/>
                <a:gd name="T66" fmla="*/ 983 w 4677"/>
                <a:gd name="T67" fmla="*/ 298 h 2381"/>
                <a:gd name="T68" fmla="*/ 1183 w 4677"/>
                <a:gd name="T69" fmla="*/ 270 h 2381"/>
                <a:gd name="T70" fmla="*/ 1518 w 4677"/>
                <a:gd name="T71" fmla="*/ 1800 h 2381"/>
                <a:gd name="T72" fmla="*/ 2713 w 4677"/>
                <a:gd name="T73" fmla="*/ 1772 h 2381"/>
                <a:gd name="T74" fmla="*/ 2756 w 4677"/>
                <a:gd name="T75" fmla="*/ 2192 h 2381"/>
                <a:gd name="T76" fmla="*/ 2601 w 4677"/>
                <a:gd name="T77" fmla="*/ 2212 h 2381"/>
                <a:gd name="T78" fmla="*/ 2295 w 4677"/>
                <a:gd name="T79" fmla="*/ 2116 h 2381"/>
                <a:gd name="T80" fmla="*/ 2171 w 4677"/>
                <a:gd name="T81" fmla="*/ 2254 h 2381"/>
                <a:gd name="T82" fmla="*/ 1817 w 4677"/>
                <a:gd name="T83" fmla="*/ 1908 h 2381"/>
                <a:gd name="T84" fmla="*/ 1699 w 4677"/>
                <a:gd name="T85" fmla="*/ 2250 h 2381"/>
                <a:gd name="T86" fmla="*/ 1571 w 4677"/>
                <a:gd name="T87" fmla="*/ 2070 h 2381"/>
                <a:gd name="T88" fmla="*/ 1737 w 4677"/>
                <a:gd name="T89" fmla="*/ 342 h 2381"/>
                <a:gd name="T90" fmla="*/ 1904 w 4677"/>
                <a:gd name="T91" fmla="*/ 254 h 2381"/>
                <a:gd name="T92" fmla="*/ 2358 w 4677"/>
                <a:gd name="T93" fmla="*/ 424 h 2381"/>
                <a:gd name="T94" fmla="*/ 2539 w 4677"/>
                <a:gd name="T95" fmla="*/ 248 h 2381"/>
                <a:gd name="T96" fmla="*/ 2653 w 4677"/>
                <a:gd name="T97" fmla="*/ 479 h 2381"/>
                <a:gd name="T98" fmla="*/ 4671 w 4677"/>
                <a:gd name="T99" fmla="*/ 1960 h 2381"/>
                <a:gd name="T100" fmla="*/ 4605 w 4677"/>
                <a:gd name="T101" fmla="*/ 2234 h 2381"/>
                <a:gd name="T102" fmla="*/ 4165 w 4677"/>
                <a:gd name="T103" fmla="*/ 1432 h 2381"/>
                <a:gd name="T104" fmla="*/ 4071 w 4677"/>
                <a:gd name="T105" fmla="*/ 2250 h 2381"/>
                <a:gd name="T106" fmla="*/ 3928 w 4677"/>
                <a:gd name="T107" fmla="*/ 2112 h 2381"/>
                <a:gd name="T108" fmla="*/ 4007 w 4677"/>
                <a:gd name="T109" fmla="*/ 1279 h 2381"/>
                <a:gd name="T110" fmla="*/ 3920 w 4677"/>
                <a:gd name="T111" fmla="*/ 539 h 2381"/>
                <a:gd name="T112" fmla="*/ 4023 w 4677"/>
                <a:gd name="T113" fmla="*/ 248 h 2381"/>
                <a:gd name="T114" fmla="*/ 4515 w 4677"/>
                <a:gd name="T115" fmla="*/ 336 h 2381"/>
                <a:gd name="T116" fmla="*/ 4656 w 4677"/>
                <a:gd name="T117" fmla="*/ 695 h 2381"/>
                <a:gd name="T118" fmla="*/ 4629 w 4677"/>
                <a:gd name="T119" fmla="*/ 1161 h 2381"/>
                <a:gd name="T120" fmla="*/ 4579 w 4677"/>
                <a:gd name="T121" fmla="*/ 1722 h 2381"/>
                <a:gd name="T122" fmla="*/ 4394 w 4677"/>
                <a:gd name="T123" fmla="*/ 1025 h 2381"/>
                <a:gd name="T124" fmla="*/ 4391 w 4677"/>
                <a:gd name="T125" fmla="*/ 711 h 2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77" h="2381">
                  <a:moveTo>
                    <a:pt x="3328" y="1974"/>
                  </a:moveTo>
                  <a:lnTo>
                    <a:pt x="3348" y="1974"/>
                  </a:lnTo>
                  <a:lnTo>
                    <a:pt x="3358" y="1972"/>
                  </a:lnTo>
                  <a:lnTo>
                    <a:pt x="3368" y="1970"/>
                  </a:lnTo>
                  <a:lnTo>
                    <a:pt x="3388" y="1966"/>
                  </a:lnTo>
                  <a:lnTo>
                    <a:pt x="3408" y="1958"/>
                  </a:lnTo>
                  <a:lnTo>
                    <a:pt x="3427" y="1950"/>
                  </a:lnTo>
                  <a:lnTo>
                    <a:pt x="3445" y="1940"/>
                  </a:lnTo>
                  <a:lnTo>
                    <a:pt x="3464" y="1926"/>
                  </a:lnTo>
                  <a:lnTo>
                    <a:pt x="3482" y="1912"/>
                  </a:lnTo>
                  <a:lnTo>
                    <a:pt x="3499" y="1898"/>
                  </a:lnTo>
                  <a:lnTo>
                    <a:pt x="3517" y="1880"/>
                  </a:lnTo>
                  <a:lnTo>
                    <a:pt x="3534" y="1862"/>
                  </a:lnTo>
                  <a:lnTo>
                    <a:pt x="3550" y="1840"/>
                  </a:lnTo>
                  <a:lnTo>
                    <a:pt x="3565" y="1820"/>
                  </a:lnTo>
                  <a:lnTo>
                    <a:pt x="3580" y="1796"/>
                  </a:lnTo>
                  <a:lnTo>
                    <a:pt x="3587" y="1784"/>
                  </a:lnTo>
                  <a:lnTo>
                    <a:pt x="3595" y="1772"/>
                  </a:lnTo>
                  <a:lnTo>
                    <a:pt x="3608" y="1746"/>
                  </a:lnTo>
                  <a:lnTo>
                    <a:pt x="3621" y="1718"/>
                  </a:lnTo>
                  <a:lnTo>
                    <a:pt x="3628" y="1704"/>
                  </a:lnTo>
                  <a:lnTo>
                    <a:pt x="3634" y="1690"/>
                  </a:lnTo>
                  <a:lnTo>
                    <a:pt x="3645" y="1660"/>
                  </a:lnTo>
                  <a:lnTo>
                    <a:pt x="3657" y="1630"/>
                  </a:lnTo>
                  <a:lnTo>
                    <a:pt x="3667" y="1598"/>
                  </a:lnTo>
                  <a:lnTo>
                    <a:pt x="3676" y="1566"/>
                  </a:lnTo>
                  <a:lnTo>
                    <a:pt x="3685" y="1532"/>
                  </a:lnTo>
                  <a:lnTo>
                    <a:pt x="3693" y="1498"/>
                  </a:lnTo>
                  <a:lnTo>
                    <a:pt x="3700" y="1462"/>
                  </a:lnTo>
                  <a:lnTo>
                    <a:pt x="3706" y="1426"/>
                  </a:lnTo>
                  <a:lnTo>
                    <a:pt x="3709" y="1408"/>
                  </a:lnTo>
                  <a:lnTo>
                    <a:pt x="3712" y="1390"/>
                  </a:lnTo>
                  <a:lnTo>
                    <a:pt x="3716" y="1353"/>
                  </a:lnTo>
                  <a:lnTo>
                    <a:pt x="3719" y="1313"/>
                  </a:lnTo>
                  <a:lnTo>
                    <a:pt x="3722" y="1275"/>
                  </a:lnTo>
                  <a:lnTo>
                    <a:pt x="3723" y="1235"/>
                  </a:lnTo>
                  <a:lnTo>
                    <a:pt x="3724" y="1195"/>
                  </a:lnTo>
                  <a:lnTo>
                    <a:pt x="3723" y="1155"/>
                  </a:lnTo>
                  <a:lnTo>
                    <a:pt x="3723" y="1135"/>
                  </a:lnTo>
                  <a:lnTo>
                    <a:pt x="3722" y="1115"/>
                  </a:lnTo>
                  <a:lnTo>
                    <a:pt x="3719" y="1077"/>
                  </a:lnTo>
                  <a:lnTo>
                    <a:pt x="3716" y="1037"/>
                  </a:lnTo>
                  <a:lnTo>
                    <a:pt x="3714" y="1019"/>
                  </a:lnTo>
                  <a:lnTo>
                    <a:pt x="3712" y="1001"/>
                  </a:lnTo>
                  <a:lnTo>
                    <a:pt x="3706" y="963"/>
                  </a:lnTo>
                  <a:lnTo>
                    <a:pt x="3700" y="927"/>
                  </a:lnTo>
                  <a:lnTo>
                    <a:pt x="3693" y="891"/>
                  </a:lnTo>
                  <a:lnTo>
                    <a:pt x="3685" y="857"/>
                  </a:lnTo>
                  <a:lnTo>
                    <a:pt x="3676" y="823"/>
                  </a:lnTo>
                  <a:lnTo>
                    <a:pt x="3667" y="791"/>
                  </a:lnTo>
                  <a:lnTo>
                    <a:pt x="3657" y="759"/>
                  </a:lnTo>
                  <a:lnTo>
                    <a:pt x="3645" y="729"/>
                  </a:lnTo>
                  <a:lnTo>
                    <a:pt x="3634" y="699"/>
                  </a:lnTo>
                  <a:lnTo>
                    <a:pt x="3621" y="671"/>
                  </a:lnTo>
                  <a:lnTo>
                    <a:pt x="3615" y="657"/>
                  </a:lnTo>
                  <a:lnTo>
                    <a:pt x="3608" y="643"/>
                  </a:lnTo>
                  <a:lnTo>
                    <a:pt x="3595" y="617"/>
                  </a:lnTo>
                  <a:lnTo>
                    <a:pt x="3580" y="593"/>
                  </a:lnTo>
                  <a:lnTo>
                    <a:pt x="3565" y="569"/>
                  </a:lnTo>
                  <a:lnTo>
                    <a:pt x="3550" y="549"/>
                  </a:lnTo>
                  <a:lnTo>
                    <a:pt x="3534" y="527"/>
                  </a:lnTo>
                  <a:lnTo>
                    <a:pt x="3517" y="509"/>
                  </a:lnTo>
                  <a:lnTo>
                    <a:pt x="3499" y="491"/>
                  </a:lnTo>
                  <a:lnTo>
                    <a:pt x="3482" y="477"/>
                  </a:lnTo>
                  <a:lnTo>
                    <a:pt x="3464" y="463"/>
                  </a:lnTo>
                  <a:lnTo>
                    <a:pt x="3445" y="451"/>
                  </a:lnTo>
                  <a:lnTo>
                    <a:pt x="3427" y="440"/>
                  </a:lnTo>
                  <a:lnTo>
                    <a:pt x="3408" y="432"/>
                  </a:lnTo>
                  <a:lnTo>
                    <a:pt x="3388" y="424"/>
                  </a:lnTo>
                  <a:lnTo>
                    <a:pt x="3368" y="420"/>
                  </a:lnTo>
                  <a:lnTo>
                    <a:pt x="3348" y="418"/>
                  </a:lnTo>
                  <a:lnTo>
                    <a:pt x="3328" y="416"/>
                  </a:lnTo>
                  <a:lnTo>
                    <a:pt x="3308" y="418"/>
                  </a:lnTo>
                  <a:lnTo>
                    <a:pt x="3298" y="418"/>
                  </a:lnTo>
                  <a:lnTo>
                    <a:pt x="3288" y="420"/>
                  </a:lnTo>
                  <a:lnTo>
                    <a:pt x="3268" y="424"/>
                  </a:lnTo>
                  <a:lnTo>
                    <a:pt x="3248" y="432"/>
                  </a:lnTo>
                  <a:lnTo>
                    <a:pt x="3229" y="440"/>
                  </a:lnTo>
                  <a:lnTo>
                    <a:pt x="3211" y="451"/>
                  </a:lnTo>
                  <a:lnTo>
                    <a:pt x="3192" y="463"/>
                  </a:lnTo>
                  <a:lnTo>
                    <a:pt x="3174" y="477"/>
                  </a:lnTo>
                  <a:lnTo>
                    <a:pt x="3156" y="491"/>
                  </a:lnTo>
                  <a:lnTo>
                    <a:pt x="3139" y="509"/>
                  </a:lnTo>
                  <a:lnTo>
                    <a:pt x="3122" y="527"/>
                  </a:lnTo>
                  <a:lnTo>
                    <a:pt x="3106" y="549"/>
                  </a:lnTo>
                  <a:lnTo>
                    <a:pt x="3091" y="569"/>
                  </a:lnTo>
                  <a:lnTo>
                    <a:pt x="3076" y="593"/>
                  </a:lnTo>
                  <a:lnTo>
                    <a:pt x="3069" y="605"/>
                  </a:lnTo>
                  <a:lnTo>
                    <a:pt x="3062" y="617"/>
                  </a:lnTo>
                  <a:lnTo>
                    <a:pt x="3048" y="643"/>
                  </a:lnTo>
                  <a:lnTo>
                    <a:pt x="3035" y="671"/>
                  </a:lnTo>
                  <a:lnTo>
                    <a:pt x="3029" y="685"/>
                  </a:lnTo>
                  <a:lnTo>
                    <a:pt x="3022" y="699"/>
                  </a:lnTo>
                  <a:lnTo>
                    <a:pt x="3011" y="729"/>
                  </a:lnTo>
                  <a:lnTo>
                    <a:pt x="3000" y="759"/>
                  </a:lnTo>
                  <a:lnTo>
                    <a:pt x="2989" y="791"/>
                  </a:lnTo>
                  <a:lnTo>
                    <a:pt x="2980" y="823"/>
                  </a:lnTo>
                  <a:lnTo>
                    <a:pt x="2971" y="857"/>
                  </a:lnTo>
                  <a:lnTo>
                    <a:pt x="2963" y="891"/>
                  </a:lnTo>
                  <a:lnTo>
                    <a:pt x="2956" y="927"/>
                  </a:lnTo>
                  <a:lnTo>
                    <a:pt x="2950" y="963"/>
                  </a:lnTo>
                  <a:lnTo>
                    <a:pt x="2947" y="981"/>
                  </a:lnTo>
                  <a:lnTo>
                    <a:pt x="2945" y="1001"/>
                  </a:lnTo>
                  <a:lnTo>
                    <a:pt x="2940" y="1037"/>
                  </a:lnTo>
                  <a:lnTo>
                    <a:pt x="2937" y="1077"/>
                  </a:lnTo>
                  <a:lnTo>
                    <a:pt x="2934" y="1115"/>
                  </a:lnTo>
                  <a:lnTo>
                    <a:pt x="2933" y="1155"/>
                  </a:lnTo>
                  <a:lnTo>
                    <a:pt x="2932" y="1195"/>
                  </a:lnTo>
                  <a:lnTo>
                    <a:pt x="2933" y="1235"/>
                  </a:lnTo>
                  <a:lnTo>
                    <a:pt x="2933" y="1255"/>
                  </a:lnTo>
                  <a:lnTo>
                    <a:pt x="2934" y="1275"/>
                  </a:lnTo>
                  <a:lnTo>
                    <a:pt x="2937" y="1313"/>
                  </a:lnTo>
                  <a:lnTo>
                    <a:pt x="2940" y="1353"/>
                  </a:lnTo>
                  <a:lnTo>
                    <a:pt x="2942" y="1370"/>
                  </a:lnTo>
                  <a:lnTo>
                    <a:pt x="2945" y="1390"/>
                  </a:lnTo>
                  <a:lnTo>
                    <a:pt x="2950" y="1426"/>
                  </a:lnTo>
                  <a:lnTo>
                    <a:pt x="2956" y="1462"/>
                  </a:lnTo>
                  <a:lnTo>
                    <a:pt x="2963" y="1498"/>
                  </a:lnTo>
                  <a:lnTo>
                    <a:pt x="2971" y="1532"/>
                  </a:lnTo>
                  <a:lnTo>
                    <a:pt x="2980" y="1566"/>
                  </a:lnTo>
                  <a:lnTo>
                    <a:pt x="2989" y="1598"/>
                  </a:lnTo>
                  <a:lnTo>
                    <a:pt x="3000" y="1630"/>
                  </a:lnTo>
                  <a:lnTo>
                    <a:pt x="3011" y="1660"/>
                  </a:lnTo>
                  <a:lnTo>
                    <a:pt x="3022" y="1690"/>
                  </a:lnTo>
                  <a:lnTo>
                    <a:pt x="3035" y="1718"/>
                  </a:lnTo>
                  <a:lnTo>
                    <a:pt x="3041" y="1732"/>
                  </a:lnTo>
                  <a:lnTo>
                    <a:pt x="3048" y="1746"/>
                  </a:lnTo>
                  <a:lnTo>
                    <a:pt x="3062" y="1772"/>
                  </a:lnTo>
                  <a:lnTo>
                    <a:pt x="3076" y="1796"/>
                  </a:lnTo>
                  <a:lnTo>
                    <a:pt x="3091" y="1820"/>
                  </a:lnTo>
                  <a:lnTo>
                    <a:pt x="3106" y="1840"/>
                  </a:lnTo>
                  <a:lnTo>
                    <a:pt x="3122" y="1862"/>
                  </a:lnTo>
                  <a:lnTo>
                    <a:pt x="3139" y="1880"/>
                  </a:lnTo>
                  <a:lnTo>
                    <a:pt x="3156" y="1898"/>
                  </a:lnTo>
                  <a:lnTo>
                    <a:pt x="3174" y="1912"/>
                  </a:lnTo>
                  <a:lnTo>
                    <a:pt x="3192" y="1926"/>
                  </a:lnTo>
                  <a:lnTo>
                    <a:pt x="3211" y="1940"/>
                  </a:lnTo>
                  <a:lnTo>
                    <a:pt x="3229" y="1950"/>
                  </a:lnTo>
                  <a:lnTo>
                    <a:pt x="3248" y="1958"/>
                  </a:lnTo>
                  <a:lnTo>
                    <a:pt x="3268" y="1966"/>
                  </a:lnTo>
                  <a:lnTo>
                    <a:pt x="3288" y="1970"/>
                  </a:lnTo>
                  <a:lnTo>
                    <a:pt x="3308" y="1974"/>
                  </a:lnTo>
                  <a:lnTo>
                    <a:pt x="3328" y="1974"/>
                  </a:lnTo>
                  <a:close/>
                  <a:moveTo>
                    <a:pt x="3326" y="0"/>
                  </a:moveTo>
                  <a:lnTo>
                    <a:pt x="3357" y="2"/>
                  </a:lnTo>
                  <a:lnTo>
                    <a:pt x="3373" y="4"/>
                  </a:lnTo>
                  <a:lnTo>
                    <a:pt x="3388" y="8"/>
                  </a:lnTo>
                  <a:lnTo>
                    <a:pt x="3404" y="10"/>
                  </a:lnTo>
                  <a:lnTo>
                    <a:pt x="3419" y="14"/>
                  </a:lnTo>
                  <a:lnTo>
                    <a:pt x="3434" y="20"/>
                  </a:lnTo>
                  <a:lnTo>
                    <a:pt x="3449" y="26"/>
                  </a:lnTo>
                  <a:lnTo>
                    <a:pt x="3464" y="32"/>
                  </a:lnTo>
                  <a:lnTo>
                    <a:pt x="3479" y="38"/>
                  </a:lnTo>
                  <a:lnTo>
                    <a:pt x="3493" y="46"/>
                  </a:lnTo>
                  <a:lnTo>
                    <a:pt x="3509" y="54"/>
                  </a:lnTo>
                  <a:lnTo>
                    <a:pt x="3537" y="74"/>
                  </a:lnTo>
                  <a:lnTo>
                    <a:pt x="3551" y="84"/>
                  </a:lnTo>
                  <a:lnTo>
                    <a:pt x="3565" y="94"/>
                  </a:lnTo>
                  <a:lnTo>
                    <a:pt x="3579" y="106"/>
                  </a:lnTo>
                  <a:lnTo>
                    <a:pt x="3592" y="118"/>
                  </a:lnTo>
                  <a:lnTo>
                    <a:pt x="3605" y="132"/>
                  </a:lnTo>
                  <a:lnTo>
                    <a:pt x="3619" y="144"/>
                  </a:lnTo>
                  <a:lnTo>
                    <a:pt x="3631" y="158"/>
                  </a:lnTo>
                  <a:lnTo>
                    <a:pt x="3644" y="174"/>
                  </a:lnTo>
                  <a:lnTo>
                    <a:pt x="3669" y="204"/>
                  </a:lnTo>
                  <a:lnTo>
                    <a:pt x="3681" y="220"/>
                  </a:lnTo>
                  <a:lnTo>
                    <a:pt x="3693" y="238"/>
                  </a:lnTo>
                  <a:lnTo>
                    <a:pt x="3705" y="254"/>
                  </a:lnTo>
                  <a:lnTo>
                    <a:pt x="3716" y="272"/>
                  </a:lnTo>
                  <a:lnTo>
                    <a:pt x="3727" y="292"/>
                  </a:lnTo>
                  <a:lnTo>
                    <a:pt x="3738" y="310"/>
                  </a:lnTo>
                  <a:lnTo>
                    <a:pt x="3760" y="350"/>
                  </a:lnTo>
                  <a:lnTo>
                    <a:pt x="3770" y="370"/>
                  </a:lnTo>
                  <a:lnTo>
                    <a:pt x="3780" y="392"/>
                  </a:lnTo>
                  <a:lnTo>
                    <a:pt x="3799" y="434"/>
                  </a:lnTo>
                  <a:lnTo>
                    <a:pt x="3808" y="455"/>
                  </a:lnTo>
                  <a:lnTo>
                    <a:pt x="3817" y="479"/>
                  </a:lnTo>
                  <a:lnTo>
                    <a:pt x="3834" y="525"/>
                  </a:lnTo>
                  <a:lnTo>
                    <a:pt x="3851" y="573"/>
                  </a:lnTo>
                  <a:lnTo>
                    <a:pt x="3866" y="623"/>
                  </a:lnTo>
                  <a:lnTo>
                    <a:pt x="3873" y="649"/>
                  </a:lnTo>
                  <a:lnTo>
                    <a:pt x="3879" y="675"/>
                  </a:lnTo>
                  <a:lnTo>
                    <a:pt x="3886" y="701"/>
                  </a:lnTo>
                  <a:lnTo>
                    <a:pt x="3892" y="727"/>
                  </a:lnTo>
                  <a:lnTo>
                    <a:pt x="3903" y="781"/>
                  </a:lnTo>
                  <a:lnTo>
                    <a:pt x="3908" y="809"/>
                  </a:lnTo>
                  <a:lnTo>
                    <a:pt x="3912" y="837"/>
                  </a:lnTo>
                  <a:lnTo>
                    <a:pt x="3916" y="865"/>
                  </a:lnTo>
                  <a:lnTo>
                    <a:pt x="3920" y="893"/>
                  </a:lnTo>
                  <a:lnTo>
                    <a:pt x="3924" y="921"/>
                  </a:lnTo>
                  <a:lnTo>
                    <a:pt x="3927" y="951"/>
                  </a:lnTo>
                  <a:lnTo>
                    <a:pt x="3933" y="1009"/>
                  </a:lnTo>
                  <a:lnTo>
                    <a:pt x="3937" y="1069"/>
                  </a:lnTo>
                  <a:lnTo>
                    <a:pt x="3938" y="1099"/>
                  </a:lnTo>
                  <a:lnTo>
                    <a:pt x="3939" y="1129"/>
                  </a:lnTo>
                  <a:lnTo>
                    <a:pt x="3940" y="1161"/>
                  </a:lnTo>
                  <a:lnTo>
                    <a:pt x="3940" y="1191"/>
                  </a:lnTo>
                  <a:lnTo>
                    <a:pt x="3939" y="1253"/>
                  </a:lnTo>
                  <a:lnTo>
                    <a:pt x="3938" y="1283"/>
                  </a:lnTo>
                  <a:lnTo>
                    <a:pt x="3937" y="1313"/>
                  </a:lnTo>
                  <a:lnTo>
                    <a:pt x="3935" y="1343"/>
                  </a:lnTo>
                  <a:lnTo>
                    <a:pt x="3933" y="1372"/>
                  </a:lnTo>
                  <a:lnTo>
                    <a:pt x="3930" y="1400"/>
                  </a:lnTo>
                  <a:lnTo>
                    <a:pt x="3927" y="1430"/>
                  </a:lnTo>
                  <a:lnTo>
                    <a:pt x="3924" y="1458"/>
                  </a:lnTo>
                  <a:lnTo>
                    <a:pt x="3920" y="1488"/>
                  </a:lnTo>
                  <a:lnTo>
                    <a:pt x="3916" y="1516"/>
                  </a:lnTo>
                  <a:lnTo>
                    <a:pt x="3912" y="1544"/>
                  </a:lnTo>
                  <a:lnTo>
                    <a:pt x="3903" y="1600"/>
                  </a:lnTo>
                  <a:lnTo>
                    <a:pt x="3897" y="1626"/>
                  </a:lnTo>
                  <a:lnTo>
                    <a:pt x="3892" y="1654"/>
                  </a:lnTo>
                  <a:lnTo>
                    <a:pt x="3886" y="1680"/>
                  </a:lnTo>
                  <a:lnTo>
                    <a:pt x="3879" y="1706"/>
                  </a:lnTo>
                  <a:lnTo>
                    <a:pt x="3873" y="1732"/>
                  </a:lnTo>
                  <a:lnTo>
                    <a:pt x="3866" y="1758"/>
                  </a:lnTo>
                  <a:lnTo>
                    <a:pt x="3859" y="1782"/>
                  </a:lnTo>
                  <a:lnTo>
                    <a:pt x="3851" y="1808"/>
                  </a:lnTo>
                  <a:lnTo>
                    <a:pt x="3843" y="1832"/>
                  </a:lnTo>
                  <a:lnTo>
                    <a:pt x="3834" y="1856"/>
                  </a:lnTo>
                  <a:lnTo>
                    <a:pt x="3826" y="1880"/>
                  </a:lnTo>
                  <a:lnTo>
                    <a:pt x="3817" y="1902"/>
                  </a:lnTo>
                  <a:lnTo>
                    <a:pt x="3808" y="1926"/>
                  </a:lnTo>
                  <a:lnTo>
                    <a:pt x="3799" y="1948"/>
                  </a:lnTo>
                  <a:lnTo>
                    <a:pt x="3780" y="1990"/>
                  </a:lnTo>
                  <a:lnTo>
                    <a:pt x="3770" y="2012"/>
                  </a:lnTo>
                  <a:lnTo>
                    <a:pt x="3760" y="2032"/>
                  </a:lnTo>
                  <a:lnTo>
                    <a:pt x="3738" y="2072"/>
                  </a:lnTo>
                  <a:lnTo>
                    <a:pt x="3727" y="2090"/>
                  </a:lnTo>
                  <a:lnTo>
                    <a:pt x="3716" y="2110"/>
                  </a:lnTo>
                  <a:lnTo>
                    <a:pt x="3693" y="2144"/>
                  </a:lnTo>
                  <a:lnTo>
                    <a:pt x="3681" y="2162"/>
                  </a:lnTo>
                  <a:lnTo>
                    <a:pt x="3669" y="2178"/>
                  </a:lnTo>
                  <a:lnTo>
                    <a:pt x="3644" y="2208"/>
                  </a:lnTo>
                  <a:lnTo>
                    <a:pt x="3619" y="2238"/>
                  </a:lnTo>
                  <a:lnTo>
                    <a:pt x="3592" y="2264"/>
                  </a:lnTo>
                  <a:lnTo>
                    <a:pt x="3565" y="2287"/>
                  </a:lnTo>
                  <a:lnTo>
                    <a:pt x="3537" y="2307"/>
                  </a:lnTo>
                  <a:lnTo>
                    <a:pt x="3523" y="2317"/>
                  </a:lnTo>
                  <a:lnTo>
                    <a:pt x="3509" y="2327"/>
                  </a:lnTo>
                  <a:lnTo>
                    <a:pt x="3493" y="2335"/>
                  </a:lnTo>
                  <a:lnTo>
                    <a:pt x="3479" y="2343"/>
                  </a:lnTo>
                  <a:lnTo>
                    <a:pt x="3449" y="2355"/>
                  </a:lnTo>
                  <a:lnTo>
                    <a:pt x="3434" y="2361"/>
                  </a:lnTo>
                  <a:lnTo>
                    <a:pt x="3419" y="2367"/>
                  </a:lnTo>
                  <a:lnTo>
                    <a:pt x="3388" y="2373"/>
                  </a:lnTo>
                  <a:lnTo>
                    <a:pt x="3357" y="2379"/>
                  </a:lnTo>
                  <a:lnTo>
                    <a:pt x="3326" y="2381"/>
                  </a:lnTo>
                  <a:lnTo>
                    <a:pt x="3294" y="2379"/>
                  </a:lnTo>
                  <a:lnTo>
                    <a:pt x="3279" y="2377"/>
                  </a:lnTo>
                  <a:lnTo>
                    <a:pt x="3263" y="2373"/>
                  </a:lnTo>
                  <a:lnTo>
                    <a:pt x="3248" y="2371"/>
                  </a:lnTo>
                  <a:lnTo>
                    <a:pt x="3233" y="2367"/>
                  </a:lnTo>
                  <a:lnTo>
                    <a:pt x="3218" y="2361"/>
                  </a:lnTo>
                  <a:lnTo>
                    <a:pt x="3203" y="2355"/>
                  </a:lnTo>
                  <a:lnTo>
                    <a:pt x="3188" y="2349"/>
                  </a:lnTo>
                  <a:lnTo>
                    <a:pt x="3173" y="2343"/>
                  </a:lnTo>
                  <a:lnTo>
                    <a:pt x="3143" y="2327"/>
                  </a:lnTo>
                  <a:lnTo>
                    <a:pt x="3115" y="2307"/>
                  </a:lnTo>
                  <a:lnTo>
                    <a:pt x="3101" y="2297"/>
                  </a:lnTo>
                  <a:lnTo>
                    <a:pt x="3087" y="2287"/>
                  </a:lnTo>
                  <a:lnTo>
                    <a:pt x="3073" y="2275"/>
                  </a:lnTo>
                  <a:lnTo>
                    <a:pt x="3060" y="2264"/>
                  </a:lnTo>
                  <a:lnTo>
                    <a:pt x="3046" y="2250"/>
                  </a:lnTo>
                  <a:lnTo>
                    <a:pt x="3033" y="2238"/>
                  </a:lnTo>
                  <a:lnTo>
                    <a:pt x="3020" y="2224"/>
                  </a:lnTo>
                  <a:lnTo>
                    <a:pt x="3008" y="2208"/>
                  </a:lnTo>
                  <a:lnTo>
                    <a:pt x="2983" y="2178"/>
                  </a:lnTo>
                  <a:lnTo>
                    <a:pt x="2971" y="2162"/>
                  </a:lnTo>
                  <a:lnTo>
                    <a:pt x="2959" y="2144"/>
                  </a:lnTo>
                  <a:lnTo>
                    <a:pt x="2947" y="2126"/>
                  </a:lnTo>
                  <a:lnTo>
                    <a:pt x="2936" y="2110"/>
                  </a:lnTo>
                  <a:lnTo>
                    <a:pt x="2925" y="2090"/>
                  </a:lnTo>
                  <a:lnTo>
                    <a:pt x="2914" y="2072"/>
                  </a:lnTo>
                  <a:lnTo>
                    <a:pt x="2892" y="2032"/>
                  </a:lnTo>
                  <a:lnTo>
                    <a:pt x="2882" y="2012"/>
                  </a:lnTo>
                  <a:lnTo>
                    <a:pt x="2872" y="1990"/>
                  </a:lnTo>
                  <a:lnTo>
                    <a:pt x="2853" y="1948"/>
                  </a:lnTo>
                  <a:lnTo>
                    <a:pt x="2844" y="1926"/>
                  </a:lnTo>
                  <a:lnTo>
                    <a:pt x="2834" y="1902"/>
                  </a:lnTo>
                  <a:lnTo>
                    <a:pt x="2817" y="1856"/>
                  </a:lnTo>
                  <a:lnTo>
                    <a:pt x="2801" y="1808"/>
                  </a:lnTo>
                  <a:lnTo>
                    <a:pt x="2786" y="1758"/>
                  </a:lnTo>
                  <a:lnTo>
                    <a:pt x="2779" y="1732"/>
                  </a:lnTo>
                  <a:lnTo>
                    <a:pt x="2772" y="1706"/>
                  </a:lnTo>
                  <a:lnTo>
                    <a:pt x="2766" y="1680"/>
                  </a:lnTo>
                  <a:lnTo>
                    <a:pt x="2760" y="1654"/>
                  </a:lnTo>
                  <a:lnTo>
                    <a:pt x="2749" y="1600"/>
                  </a:lnTo>
                  <a:lnTo>
                    <a:pt x="2744" y="1572"/>
                  </a:lnTo>
                  <a:lnTo>
                    <a:pt x="2740" y="1544"/>
                  </a:lnTo>
                  <a:lnTo>
                    <a:pt x="2735" y="1516"/>
                  </a:lnTo>
                  <a:lnTo>
                    <a:pt x="2731" y="1488"/>
                  </a:lnTo>
                  <a:lnTo>
                    <a:pt x="2728" y="1458"/>
                  </a:lnTo>
                  <a:lnTo>
                    <a:pt x="2725" y="1430"/>
                  </a:lnTo>
                  <a:lnTo>
                    <a:pt x="2719" y="1372"/>
                  </a:lnTo>
                  <a:lnTo>
                    <a:pt x="2715" y="1313"/>
                  </a:lnTo>
                  <a:lnTo>
                    <a:pt x="2714" y="1283"/>
                  </a:lnTo>
                  <a:lnTo>
                    <a:pt x="2713" y="1253"/>
                  </a:lnTo>
                  <a:lnTo>
                    <a:pt x="2712" y="1221"/>
                  </a:lnTo>
                  <a:lnTo>
                    <a:pt x="2712" y="1191"/>
                  </a:lnTo>
                  <a:lnTo>
                    <a:pt x="2713" y="1129"/>
                  </a:lnTo>
                  <a:lnTo>
                    <a:pt x="2714" y="1099"/>
                  </a:lnTo>
                  <a:lnTo>
                    <a:pt x="2715" y="1069"/>
                  </a:lnTo>
                  <a:lnTo>
                    <a:pt x="2717" y="1039"/>
                  </a:lnTo>
                  <a:lnTo>
                    <a:pt x="2719" y="1009"/>
                  </a:lnTo>
                  <a:lnTo>
                    <a:pt x="2722" y="981"/>
                  </a:lnTo>
                  <a:lnTo>
                    <a:pt x="2725" y="951"/>
                  </a:lnTo>
                  <a:lnTo>
                    <a:pt x="2728" y="921"/>
                  </a:lnTo>
                  <a:lnTo>
                    <a:pt x="2731" y="893"/>
                  </a:lnTo>
                  <a:lnTo>
                    <a:pt x="2735" y="865"/>
                  </a:lnTo>
                  <a:lnTo>
                    <a:pt x="2740" y="837"/>
                  </a:lnTo>
                  <a:lnTo>
                    <a:pt x="2749" y="781"/>
                  </a:lnTo>
                  <a:lnTo>
                    <a:pt x="2755" y="755"/>
                  </a:lnTo>
                  <a:lnTo>
                    <a:pt x="2760" y="727"/>
                  </a:lnTo>
                  <a:lnTo>
                    <a:pt x="2766" y="701"/>
                  </a:lnTo>
                  <a:lnTo>
                    <a:pt x="2772" y="675"/>
                  </a:lnTo>
                  <a:lnTo>
                    <a:pt x="2779" y="649"/>
                  </a:lnTo>
                  <a:lnTo>
                    <a:pt x="2786" y="623"/>
                  </a:lnTo>
                  <a:lnTo>
                    <a:pt x="2793" y="599"/>
                  </a:lnTo>
                  <a:lnTo>
                    <a:pt x="2801" y="573"/>
                  </a:lnTo>
                  <a:lnTo>
                    <a:pt x="2808" y="549"/>
                  </a:lnTo>
                  <a:lnTo>
                    <a:pt x="2817" y="525"/>
                  </a:lnTo>
                  <a:lnTo>
                    <a:pt x="2825" y="501"/>
                  </a:lnTo>
                  <a:lnTo>
                    <a:pt x="2834" y="479"/>
                  </a:lnTo>
                  <a:lnTo>
                    <a:pt x="2844" y="455"/>
                  </a:lnTo>
                  <a:lnTo>
                    <a:pt x="2853" y="434"/>
                  </a:lnTo>
                  <a:lnTo>
                    <a:pt x="2872" y="392"/>
                  </a:lnTo>
                  <a:lnTo>
                    <a:pt x="2882" y="370"/>
                  </a:lnTo>
                  <a:lnTo>
                    <a:pt x="2892" y="350"/>
                  </a:lnTo>
                  <a:lnTo>
                    <a:pt x="2914" y="310"/>
                  </a:lnTo>
                  <a:lnTo>
                    <a:pt x="2925" y="292"/>
                  </a:lnTo>
                  <a:lnTo>
                    <a:pt x="2936" y="272"/>
                  </a:lnTo>
                  <a:lnTo>
                    <a:pt x="2959" y="238"/>
                  </a:lnTo>
                  <a:lnTo>
                    <a:pt x="2971" y="220"/>
                  </a:lnTo>
                  <a:lnTo>
                    <a:pt x="2983" y="204"/>
                  </a:lnTo>
                  <a:lnTo>
                    <a:pt x="3008" y="174"/>
                  </a:lnTo>
                  <a:lnTo>
                    <a:pt x="3033" y="144"/>
                  </a:lnTo>
                  <a:lnTo>
                    <a:pt x="3060" y="118"/>
                  </a:lnTo>
                  <a:lnTo>
                    <a:pt x="3087" y="94"/>
                  </a:lnTo>
                  <a:lnTo>
                    <a:pt x="3115" y="74"/>
                  </a:lnTo>
                  <a:lnTo>
                    <a:pt x="3129" y="64"/>
                  </a:lnTo>
                  <a:lnTo>
                    <a:pt x="3143" y="54"/>
                  </a:lnTo>
                  <a:lnTo>
                    <a:pt x="3157" y="46"/>
                  </a:lnTo>
                  <a:lnTo>
                    <a:pt x="3173" y="38"/>
                  </a:lnTo>
                  <a:lnTo>
                    <a:pt x="3203" y="26"/>
                  </a:lnTo>
                  <a:lnTo>
                    <a:pt x="3218" y="20"/>
                  </a:lnTo>
                  <a:lnTo>
                    <a:pt x="3233" y="14"/>
                  </a:lnTo>
                  <a:lnTo>
                    <a:pt x="3263" y="8"/>
                  </a:lnTo>
                  <a:lnTo>
                    <a:pt x="3294" y="2"/>
                  </a:lnTo>
                  <a:lnTo>
                    <a:pt x="3326" y="0"/>
                  </a:lnTo>
                  <a:close/>
                  <a:moveTo>
                    <a:pt x="3328" y="969"/>
                  </a:moveTo>
                  <a:lnTo>
                    <a:pt x="3340" y="969"/>
                  </a:lnTo>
                  <a:lnTo>
                    <a:pt x="3352" y="973"/>
                  </a:lnTo>
                  <a:lnTo>
                    <a:pt x="3363" y="979"/>
                  </a:lnTo>
                  <a:lnTo>
                    <a:pt x="3369" y="983"/>
                  </a:lnTo>
                  <a:lnTo>
                    <a:pt x="3375" y="987"/>
                  </a:lnTo>
                  <a:lnTo>
                    <a:pt x="3385" y="995"/>
                  </a:lnTo>
                  <a:lnTo>
                    <a:pt x="3395" y="1007"/>
                  </a:lnTo>
                  <a:lnTo>
                    <a:pt x="3404" y="1019"/>
                  </a:lnTo>
                  <a:lnTo>
                    <a:pt x="3413" y="1033"/>
                  </a:lnTo>
                  <a:lnTo>
                    <a:pt x="3421" y="1049"/>
                  </a:lnTo>
                  <a:lnTo>
                    <a:pt x="3428" y="1067"/>
                  </a:lnTo>
                  <a:lnTo>
                    <a:pt x="3431" y="1075"/>
                  </a:lnTo>
                  <a:lnTo>
                    <a:pt x="3434" y="1085"/>
                  </a:lnTo>
                  <a:lnTo>
                    <a:pt x="3439" y="1105"/>
                  </a:lnTo>
                  <a:lnTo>
                    <a:pt x="3441" y="1115"/>
                  </a:lnTo>
                  <a:lnTo>
                    <a:pt x="3443" y="1125"/>
                  </a:lnTo>
                  <a:lnTo>
                    <a:pt x="3444" y="1135"/>
                  </a:lnTo>
                  <a:lnTo>
                    <a:pt x="3446" y="1147"/>
                  </a:lnTo>
                  <a:lnTo>
                    <a:pt x="3447" y="1157"/>
                  </a:lnTo>
                  <a:lnTo>
                    <a:pt x="3447" y="1169"/>
                  </a:lnTo>
                  <a:lnTo>
                    <a:pt x="3448" y="1179"/>
                  </a:lnTo>
                  <a:lnTo>
                    <a:pt x="3448" y="1191"/>
                  </a:lnTo>
                  <a:lnTo>
                    <a:pt x="3447" y="1213"/>
                  </a:lnTo>
                  <a:lnTo>
                    <a:pt x="3446" y="1235"/>
                  </a:lnTo>
                  <a:lnTo>
                    <a:pt x="3443" y="1257"/>
                  </a:lnTo>
                  <a:lnTo>
                    <a:pt x="3439" y="1277"/>
                  </a:lnTo>
                  <a:lnTo>
                    <a:pt x="3434" y="1297"/>
                  </a:lnTo>
                  <a:lnTo>
                    <a:pt x="3431" y="1307"/>
                  </a:lnTo>
                  <a:lnTo>
                    <a:pt x="3428" y="1315"/>
                  </a:lnTo>
                  <a:lnTo>
                    <a:pt x="3421" y="1333"/>
                  </a:lnTo>
                  <a:lnTo>
                    <a:pt x="3413" y="1349"/>
                  </a:lnTo>
                  <a:lnTo>
                    <a:pt x="3404" y="1362"/>
                  </a:lnTo>
                  <a:lnTo>
                    <a:pt x="3395" y="1374"/>
                  </a:lnTo>
                  <a:lnTo>
                    <a:pt x="3385" y="1386"/>
                  </a:lnTo>
                  <a:lnTo>
                    <a:pt x="3375" y="1394"/>
                  </a:lnTo>
                  <a:lnTo>
                    <a:pt x="3369" y="1398"/>
                  </a:lnTo>
                  <a:lnTo>
                    <a:pt x="3363" y="1402"/>
                  </a:lnTo>
                  <a:lnTo>
                    <a:pt x="3352" y="1408"/>
                  </a:lnTo>
                  <a:lnTo>
                    <a:pt x="3340" y="1412"/>
                  </a:lnTo>
                  <a:lnTo>
                    <a:pt x="3334" y="1412"/>
                  </a:lnTo>
                  <a:lnTo>
                    <a:pt x="3328" y="1412"/>
                  </a:lnTo>
                  <a:lnTo>
                    <a:pt x="3315" y="1412"/>
                  </a:lnTo>
                  <a:lnTo>
                    <a:pt x="3303" y="1408"/>
                  </a:lnTo>
                  <a:lnTo>
                    <a:pt x="3292" y="1402"/>
                  </a:lnTo>
                  <a:lnTo>
                    <a:pt x="3286" y="1398"/>
                  </a:lnTo>
                  <a:lnTo>
                    <a:pt x="3281" y="1394"/>
                  </a:lnTo>
                  <a:lnTo>
                    <a:pt x="3270" y="1386"/>
                  </a:lnTo>
                  <a:lnTo>
                    <a:pt x="3260" y="1374"/>
                  </a:lnTo>
                  <a:lnTo>
                    <a:pt x="3251" y="1362"/>
                  </a:lnTo>
                  <a:lnTo>
                    <a:pt x="3242" y="1349"/>
                  </a:lnTo>
                  <a:lnTo>
                    <a:pt x="3235" y="1333"/>
                  </a:lnTo>
                  <a:lnTo>
                    <a:pt x="3228" y="1315"/>
                  </a:lnTo>
                  <a:lnTo>
                    <a:pt x="3225" y="1307"/>
                  </a:lnTo>
                  <a:lnTo>
                    <a:pt x="3222" y="1297"/>
                  </a:lnTo>
                  <a:lnTo>
                    <a:pt x="3217" y="1277"/>
                  </a:lnTo>
                  <a:lnTo>
                    <a:pt x="3215" y="1267"/>
                  </a:lnTo>
                  <a:lnTo>
                    <a:pt x="3213" y="1257"/>
                  </a:lnTo>
                  <a:lnTo>
                    <a:pt x="3211" y="1247"/>
                  </a:lnTo>
                  <a:lnTo>
                    <a:pt x="3210" y="1235"/>
                  </a:lnTo>
                  <a:lnTo>
                    <a:pt x="3209" y="1225"/>
                  </a:lnTo>
                  <a:lnTo>
                    <a:pt x="3208" y="1213"/>
                  </a:lnTo>
                  <a:lnTo>
                    <a:pt x="3207" y="1203"/>
                  </a:lnTo>
                  <a:lnTo>
                    <a:pt x="3207" y="1191"/>
                  </a:lnTo>
                  <a:lnTo>
                    <a:pt x="3208" y="1169"/>
                  </a:lnTo>
                  <a:lnTo>
                    <a:pt x="3210" y="1147"/>
                  </a:lnTo>
                  <a:lnTo>
                    <a:pt x="3213" y="1125"/>
                  </a:lnTo>
                  <a:lnTo>
                    <a:pt x="3217" y="1105"/>
                  </a:lnTo>
                  <a:lnTo>
                    <a:pt x="3222" y="1085"/>
                  </a:lnTo>
                  <a:lnTo>
                    <a:pt x="3225" y="1075"/>
                  </a:lnTo>
                  <a:lnTo>
                    <a:pt x="3228" y="1067"/>
                  </a:lnTo>
                  <a:lnTo>
                    <a:pt x="3235" y="1049"/>
                  </a:lnTo>
                  <a:lnTo>
                    <a:pt x="3242" y="1033"/>
                  </a:lnTo>
                  <a:lnTo>
                    <a:pt x="3251" y="1019"/>
                  </a:lnTo>
                  <a:lnTo>
                    <a:pt x="3260" y="1007"/>
                  </a:lnTo>
                  <a:lnTo>
                    <a:pt x="3270" y="995"/>
                  </a:lnTo>
                  <a:lnTo>
                    <a:pt x="3281" y="987"/>
                  </a:lnTo>
                  <a:lnTo>
                    <a:pt x="3286" y="983"/>
                  </a:lnTo>
                  <a:lnTo>
                    <a:pt x="3292" y="979"/>
                  </a:lnTo>
                  <a:lnTo>
                    <a:pt x="3303" y="973"/>
                  </a:lnTo>
                  <a:lnTo>
                    <a:pt x="3315" y="969"/>
                  </a:lnTo>
                  <a:lnTo>
                    <a:pt x="3321" y="969"/>
                  </a:lnTo>
                  <a:lnTo>
                    <a:pt x="3328" y="969"/>
                  </a:lnTo>
                  <a:close/>
                  <a:moveTo>
                    <a:pt x="485" y="1812"/>
                  </a:moveTo>
                  <a:lnTo>
                    <a:pt x="502" y="1814"/>
                  </a:lnTo>
                  <a:lnTo>
                    <a:pt x="517" y="1816"/>
                  </a:lnTo>
                  <a:lnTo>
                    <a:pt x="524" y="1818"/>
                  </a:lnTo>
                  <a:lnTo>
                    <a:pt x="530" y="1820"/>
                  </a:lnTo>
                  <a:lnTo>
                    <a:pt x="537" y="1824"/>
                  </a:lnTo>
                  <a:lnTo>
                    <a:pt x="543" y="1826"/>
                  </a:lnTo>
                  <a:lnTo>
                    <a:pt x="555" y="1834"/>
                  </a:lnTo>
                  <a:lnTo>
                    <a:pt x="565" y="1844"/>
                  </a:lnTo>
                  <a:lnTo>
                    <a:pt x="570" y="1850"/>
                  </a:lnTo>
                  <a:lnTo>
                    <a:pt x="575" y="1856"/>
                  </a:lnTo>
                  <a:lnTo>
                    <a:pt x="584" y="1868"/>
                  </a:lnTo>
                  <a:lnTo>
                    <a:pt x="588" y="1876"/>
                  </a:lnTo>
                  <a:lnTo>
                    <a:pt x="591" y="1884"/>
                  </a:lnTo>
                  <a:lnTo>
                    <a:pt x="598" y="1900"/>
                  </a:lnTo>
                  <a:lnTo>
                    <a:pt x="601" y="1908"/>
                  </a:lnTo>
                  <a:lnTo>
                    <a:pt x="603" y="1918"/>
                  </a:lnTo>
                  <a:lnTo>
                    <a:pt x="606" y="1928"/>
                  </a:lnTo>
                  <a:lnTo>
                    <a:pt x="608" y="1938"/>
                  </a:lnTo>
                  <a:lnTo>
                    <a:pt x="612" y="1960"/>
                  </a:lnTo>
                  <a:lnTo>
                    <a:pt x="614" y="1984"/>
                  </a:lnTo>
                  <a:lnTo>
                    <a:pt x="615" y="1996"/>
                  </a:lnTo>
                  <a:lnTo>
                    <a:pt x="616" y="2008"/>
                  </a:lnTo>
                  <a:lnTo>
                    <a:pt x="616" y="2036"/>
                  </a:lnTo>
                  <a:lnTo>
                    <a:pt x="616" y="2062"/>
                  </a:lnTo>
                  <a:lnTo>
                    <a:pt x="615" y="2074"/>
                  </a:lnTo>
                  <a:lnTo>
                    <a:pt x="614" y="2086"/>
                  </a:lnTo>
                  <a:lnTo>
                    <a:pt x="612" y="2108"/>
                  </a:lnTo>
                  <a:lnTo>
                    <a:pt x="608" y="2128"/>
                  </a:lnTo>
                  <a:lnTo>
                    <a:pt x="606" y="2138"/>
                  </a:lnTo>
                  <a:lnTo>
                    <a:pt x="603" y="2148"/>
                  </a:lnTo>
                  <a:lnTo>
                    <a:pt x="598" y="2164"/>
                  </a:lnTo>
                  <a:lnTo>
                    <a:pt x="591" y="2180"/>
                  </a:lnTo>
                  <a:lnTo>
                    <a:pt x="588" y="2188"/>
                  </a:lnTo>
                  <a:lnTo>
                    <a:pt x="584" y="2194"/>
                  </a:lnTo>
                  <a:lnTo>
                    <a:pt x="575" y="2206"/>
                  </a:lnTo>
                  <a:lnTo>
                    <a:pt x="570" y="2212"/>
                  </a:lnTo>
                  <a:lnTo>
                    <a:pt x="565" y="2218"/>
                  </a:lnTo>
                  <a:lnTo>
                    <a:pt x="560" y="2222"/>
                  </a:lnTo>
                  <a:lnTo>
                    <a:pt x="555" y="2226"/>
                  </a:lnTo>
                  <a:lnTo>
                    <a:pt x="543" y="2234"/>
                  </a:lnTo>
                  <a:lnTo>
                    <a:pt x="530" y="2240"/>
                  </a:lnTo>
                  <a:lnTo>
                    <a:pt x="517" y="2244"/>
                  </a:lnTo>
                  <a:lnTo>
                    <a:pt x="502" y="2246"/>
                  </a:lnTo>
                  <a:lnTo>
                    <a:pt x="485" y="2248"/>
                  </a:lnTo>
                  <a:lnTo>
                    <a:pt x="135" y="2248"/>
                  </a:lnTo>
                  <a:lnTo>
                    <a:pt x="118" y="2246"/>
                  </a:lnTo>
                  <a:lnTo>
                    <a:pt x="110" y="2246"/>
                  </a:lnTo>
                  <a:lnTo>
                    <a:pt x="103" y="2244"/>
                  </a:lnTo>
                  <a:lnTo>
                    <a:pt x="89" y="2238"/>
                  </a:lnTo>
                  <a:lnTo>
                    <a:pt x="76" y="2232"/>
                  </a:lnTo>
                  <a:lnTo>
                    <a:pt x="70" y="2228"/>
                  </a:lnTo>
                  <a:lnTo>
                    <a:pt x="64" y="2222"/>
                  </a:lnTo>
                  <a:lnTo>
                    <a:pt x="53" y="2212"/>
                  </a:lnTo>
                  <a:lnTo>
                    <a:pt x="43" y="2198"/>
                  </a:lnTo>
                  <a:lnTo>
                    <a:pt x="38" y="2192"/>
                  </a:lnTo>
                  <a:lnTo>
                    <a:pt x="34" y="2184"/>
                  </a:lnTo>
                  <a:lnTo>
                    <a:pt x="30" y="2176"/>
                  </a:lnTo>
                  <a:lnTo>
                    <a:pt x="26" y="2166"/>
                  </a:lnTo>
                  <a:lnTo>
                    <a:pt x="22" y="2158"/>
                  </a:lnTo>
                  <a:lnTo>
                    <a:pt x="19" y="2148"/>
                  </a:lnTo>
                  <a:lnTo>
                    <a:pt x="13" y="2126"/>
                  </a:lnTo>
                  <a:lnTo>
                    <a:pt x="9" y="2104"/>
                  </a:lnTo>
                  <a:lnTo>
                    <a:pt x="7" y="2092"/>
                  </a:lnTo>
                  <a:lnTo>
                    <a:pt x="5" y="2078"/>
                  </a:lnTo>
                  <a:lnTo>
                    <a:pt x="3" y="2066"/>
                  </a:lnTo>
                  <a:lnTo>
                    <a:pt x="2" y="2052"/>
                  </a:lnTo>
                  <a:lnTo>
                    <a:pt x="1" y="2038"/>
                  </a:lnTo>
                  <a:lnTo>
                    <a:pt x="1" y="2022"/>
                  </a:lnTo>
                  <a:lnTo>
                    <a:pt x="0" y="1992"/>
                  </a:lnTo>
                  <a:lnTo>
                    <a:pt x="0" y="479"/>
                  </a:lnTo>
                  <a:lnTo>
                    <a:pt x="1" y="450"/>
                  </a:lnTo>
                  <a:lnTo>
                    <a:pt x="1" y="436"/>
                  </a:lnTo>
                  <a:lnTo>
                    <a:pt x="2" y="422"/>
                  </a:lnTo>
                  <a:lnTo>
                    <a:pt x="5" y="398"/>
                  </a:lnTo>
                  <a:lnTo>
                    <a:pt x="8" y="374"/>
                  </a:lnTo>
                  <a:lnTo>
                    <a:pt x="10" y="362"/>
                  </a:lnTo>
                  <a:lnTo>
                    <a:pt x="13" y="352"/>
                  </a:lnTo>
                  <a:lnTo>
                    <a:pt x="18" y="332"/>
                  </a:lnTo>
                  <a:lnTo>
                    <a:pt x="25" y="312"/>
                  </a:lnTo>
                  <a:lnTo>
                    <a:pt x="28" y="304"/>
                  </a:lnTo>
                  <a:lnTo>
                    <a:pt x="32" y="296"/>
                  </a:lnTo>
                  <a:lnTo>
                    <a:pt x="36" y="288"/>
                  </a:lnTo>
                  <a:lnTo>
                    <a:pt x="41" y="280"/>
                  </a:lnTo>
                  <a:lnTo>
                    <a:pt x="50" y="268"/>
                  </a:lnTo>
                  <a:lnTo>
                    <a:pt x="60" y="256"/>
                  </a:lnTo>
                  <a:lnTo>
                    <a:pt x="65" y="252"/>
                  </a:lnTo>
                  <a:lnTo>
                    <a:pt x="71" y="248"/>
                  </a:lnTo>
                  <a:lnTo>
                    <a:pt x="83" y="240"/>
                  </a:lnTo>
                  <a:lnTo>
                    <a:pt x="96" y="236"/>
                  </a:lnTo>
                  <a:lnTo>
                    <a:pt x="109" y="232"/>
                  </a:lnTo>
                  <a:lnTo>
                    <a:pt x="124" y="232"/>
                  </a:lnTo>
                  <a:lnTo>
                    <a:pt x="138" y="232"/>
                  </a:lnTo>
                  <a:lnTo>
                    <a:pt x="144" y="234"/>
                  </a:lnTo>
                  <a:lnTo>
                    <a:pt x="151" y="236"/>
                  </a:lnTo>
                  <a:lnTo>
                    <a:pt x="163" y="240"/>
                  </a:lnTo>
                  <a:lnTo>
                    <a:pt x="176" y="248"/>
                  </a:lnTo>
                  <a:lnTo>
                    <a:pt x="181" y="252"/>
                  </a:lnTo>
                  <a:lnTo>
                    <a:pt x="187" y="256"/>
                  </a:lnTo>
                  <a:lnTo>
                    <a:pt x="197" y="268"/>
                  </a:lnTo>
                  <a:lnTo>
                    <a:pt x="206" y="280"/>
                  </a:lnTo>
                  <a:lnTo>
                    <a:pt x="210" y="288"/>
                  </a:lnTo>
                  <a:lnTo>
                    <a:pt x="214" y="296"/>
                  </a:lnTo>
                  <a:lnTo>
                    <a:pt x="218" y="304"/>
                  </a:lnTo>
                  <a:lnTo>
                    <a:pt x="222" y="312"/>
                  </a:lnTo>
                  <a:lnTo>
                    <a:pt x="228" y="332"/>
                  </a:lnTo>
                  <a:lnTo>
                    <a:pt x="234" y="352"/>
                  </a:lnTo>
                  <a:lnTo>
                    <a:pt x="236" y="362"/>
                  </a:lnTo>
                  <a:lnTo>
                    <a:pt x="238" y="374"/>
                  </a:lnTo>
                  <a:lnTo>
                    <a:pt x="242" y="398"/>
                  </a:lnTo>
                  <a:lnTo>
                    <a:pt x="244" y="422"/>
                  </a:lnTo>
                  <a:lnTo>
                    <a:pt x="246" y="450"/>
                  </a:lnTo>
                  <a:lnTo>
                    <a:pt x="246" y="479"/>
                  </a:lnTo>
                  <a:lnTo>
                    <a:pt x="246" y="1812"/>
                  </a:lnTo>
                  <a:lnTo>
                    <a:pt x="485" y="1812"/>
                  </a:lnTo>
                  <a:close/>
                  <a:moveTo>
                    <a:pt x="1526" y="1840"/>
                  </a:moveTo>
                  <a:lnTo>
                    <a:pt x="1532" y="1868"/>
                  </a:lnTo>
                  <a:lnTo>
                    <a:pt x="1537" y="1898"/>
                  </a:lnTo>
                  <a:lnTo>
                    <a:pt x="1542" y="1924"/>
                  </a:lnTo>
                  <a:lnTo>
                    <a:pt x="1546" y="1952"/>
                  </a:lnTo>
                  <a:lnTo>
                    <a:pt x="1549" y="1978"/>
                  </a:lnTo>
                  <a:lnTo>
                    <a:pt x="1552" y="2004"/>
                  </a:lnTo>
                  <a:lnTo>
                    <a:pt x="1554" y="2028"/>
                  </a:lnTo>
                  <a:lnTo>
                    <a:pt x="1555" y="2052"/>
                  </a:lnTo>
                  <a:lnTo>
                    <a:pt x="1555" y="2074"/>
                  </a:lnTo>
                  <a:lnTo>
                    <a:pt x="1554" y="2094"/>
                  </a:lnTo>
                  <a:lnTo>
                    <a:pt x="1552" y="2112"/>
                  </a:lnTo>
                  <a:lnTo>
                    <a:pt x="1549" y="2130"/>
                  </a:lnTo>
                  <a:lnTo>
                    <a:pt x="1547" y="2140"/>
                  </a:lnTo>
                  <a:lnTo>
                    <a:pt x="1545" y="2148"/>
                  </a:lnTo>
                  <a:lnTo>
                    <a:pt x="1539" y="2166"/>
                  </a:lnTo>
                  <a:lnTo>
                    <a:pt x="1532" y="2180"/>
                  </a:lnTo>
                  <a:lnTo>
                    <a:pt x="1525" y="2196"/>
                  </a:lnTo>
                  <a:lnTo>
                    <a:pt x="1516" y="2210"/>
                  </a:lnTo>
                  <a:lnTo>
                    <a:pt x="1507" y="2222"/>
                  </a:lnTo>
                  <a:lnTo>
                    <a:pt x="1496" y="2232"/>
                  </a:lnTo>
                  <a:lnTo>
                    <a:pt x="1486" y="2240"/>
                  </a:lnTo>
                  <a:lnTo>
                    <a:pt x="1476" y="2246"/>
                  </a:lnTo>
                  <a:lnTo>
                    <a:pt x="1470" y="2248"/>
                  </a:lnTo>
                  <a:lnTo>
                    <a:pt x="1465" y="2250"/>
                  </a:lnTo>
                  <a:lnTo>
                    <a:pt x="1453" y="2254"/>
                  </a:lnTo>
                  <a:lnTo>
                    <a:pt x="1441" y="2254"/>
                  </a:lnTo>
                  <a:lnTo>
                    <a:pt x="1428" y="2254"/>
                  </a:lnTo>
                  <a:lnTo>
                    <a:pt x="1417" y="2250"/>
                  </a:lnTo>
                  <a:lnTo>
                    <a:pt x="1405" y="2246"/>
                  </a:lnTo>
                  <a:lnTo>
                    <a:pt x="1395" y="2238"/>
                  </a:lnTo>
                  <a:lnTo>
                    <a:pt x="1390" y="2234"/>
                  </a:lnTo>
                  <a:lnTo>
                    <a:pt x="1385" y="2230"/>
                  </a:lnTo>
                  <a:lnTo>
                    <a:pt x="1376" y="2218"/>
                  </a:lnTo>
                  <a:lnTo>
                    <a:pt x="1372" y="2212"/>
                  </a:lnTo>
                  <a:lnTo>
                    <a:pt x="1368" y="2206"/>
                  </a:lnTo>
                  <a:lnTo>
                    <a:pt x="1364" y="2198"/>
                  </a:lnTo>
                  <a:lnTo>
                    <a:pt x="1360" y="2190"/>
                  </a:lnTo>
                  <a:lnTo>
                    <a:pt x="1353" y="2174"/>
                  </a:lnTo>
                  <a:lnTo>
                    <a:pt x="1346" y="2158"/>
                  </a:lnTo>
                  <a:lnTo>
                    <a:pt x="1340" y="2138"/>
                  </a:lnTo>
                  <a:lnTo>
                    <a:pt x="1338" y="2128"/>
                  </a:lnTo>
                  <a:lnTo>
                    <a:pt x="1335" y="2116"/>
                  </a:lnTo>
                  <a:lnTo>
                    <a:pt x="1323" y="2054"/>
                  </a:lnTo>
                  <a:lnTo>
                    <a:pt x="1307" y="1966"/>
                  </a:lnTo>
                  <a:lnTo>
                    <a:pt x="1297" y="1912"/>
                  </a:lnTo>
                  <a:lnTo>
                    <a:pt x="1284" y="1840"/>
                  </a:lnTo>
                  <a:lnTo>
                    <a:pt x="1281" y="1830"/>
                  </a:lnTo>
                  <a:lnTo>
                    <a:pt x="1279" y="1822"/>
                  </a:lnTo>
                  <a:lnTo>
                    <a:pt x="1276" y="1816"/>
                  </a:lnTo>
                  <a:lnTo>
                    <a:pt x="1273" y="1810"/>
                  </a:lnTo>
                  <a:lnTo>
                    <a:pt x="1270" y="1806"/>
                  </a:lnTo>
                  <a:lnTo>
                    <a:pt x="1267" y="1802"/>
                  </a:lnTo>
                  <a:lnTo>
                    <a:pt x="1261" y="1798"/>
                  </a:lnTo>
                  <a:lnTo>
                    <a:pt x="1255" y="1796"/>
                  </a:lnTo>
                  <a:lnTo>
                    <a:pt x="1251" y="1796"/>
                  </a:lnTo>
                  <a:lnTo>
                    <a:pt x="1247" y="1796"/>
                  </a:lnTo>
                  <a:lnTo>
                    <a:pt x="1246" y="1796"/>
                  </a:lnTo>
                  <a:lnTo>
                    <a:pt x="948" y="1796"/>
                  </a:lnTo>
                  <a:lnTo>
                    <a:pt x="940" y="1796"/>
                  </a:lnTo>
                  <a:lnTo>
                    <a:pt x="933" y="1798"/>
                  </a:lnTo>
                  <a:lnTo>
                    <a:pt x="926" y="1800"/>
                  </a:lnTo>
                  <a:lnTo>
                    <a:pt x="920" y="1802"/>
                  </a:lnTo>
                  <a:lnTo>
                    <a:pt x="915" y="1806"/>
                  </a:lnTo>
                  <a:lnTo>
                    <a:pt x="911" y="1810"/>
                  </a:lnTo>
                  <a:lnTo>
                    <a:pt x="903" y="1818"/>
                  </a:lnTo>
                  <a:lnTo>
                    <a:pt x="898" y="1826"/>
                  </a:lnTo>
                  <a:lnTo>
                    <a:pt x="895" y="1832"/>
                  </a:lnTo>
                  <a:lnTo>
                    <a:pt x="893" y="1838"/>
                  </a:lnTo>
                  <a:lnTo>
                    <a:pt x="893" y="1840"/>
                  </a:lnTo>
                  <a:lnTo>
                    <a:pt x="879" y="1912"/>
                  </a:lnTo>
                  <a:lnTo>
                    <a:pt x="874" y="1940"/>
                  </a:lnTo>
                  <a:lnTo>
                    <a:pt x="870" y="1966"/>
                  </a:lnTo>
                  <a:lnTo>
                    <a:pt x="862" y="2008"/>
                  </a:lnTo>
                  <a:lnTo>
                    <a:pt x="855" y="2046"/>
                  </a:lnTo>
                  <a:lnTo>
                    <a:pt x="841" y="2110"/>
                  </a:lnTo>
                  <a:lnTo>
                    <a:pt x="835" y="2136"/>
                  </a:lnTo>
                  <a:lnTo>
                    <a:pt x="827" y="2160"/>
                  </a:lnTo>
                  <a:lnTo>
                    <a:pt x="824" y="2172"/>
                  </a:lnTo>
                  <a:lnTo>
                    <a:pt x="820" y="2182"/>
                  </a:lnTo>
                  <a:lnTo>
                    <a:pt x="817" y="2190"/>
                  </a:lnTo>
                  <a:lnTo>
                    <a:pt x="813" y="2198"/>
                  </a:lnTo>
                  <a:lnTo>
                    <a:pt x="805" y="2214"/>
                  </a:lnTo>
                  <a:lnTo>
                    <a:pt x="802" y="2220"/>
                  </a:lnTo>
                  <a:lnTo>
                    <a:pt x="797" y="2226"/>
                  </a:lnTo>
                  <a:lnTo>
                    <a:pt x="793" y="2230"/>
                  </a:lnTo>
                  <a:lnTo>
                    <a:pt x="789" y="2236"/>
                  </a:lnTo>
                  <a:lnTo>
                    <a:pt x="785" y="2240"/>
                  </a:lnTo>
                  <a:lnTo>
                    <a:pt x="780" y="2242"/>
                  </a:lnTo>
                  <a:lnTo>
                    <a:pt x="770" y="2248"/>
                  </a:lnTo>
                  <a:lnTo>
                    <a:pt x="760" y="2252"/>
                  </a:lnTo>
                  <a:lnTo>
                    <a:pt x="749" y="2254"/>
                  </a:lnTo>
                  <a:lnTo>
                    <a:pt x="737" y="2254"/>
                  </a:lnTo>
                  <a:lnTo>
                    <a:pt x="726" y="2254"/>
                  </a:lnTo>
                  <a:lnTo>
                    <a:pt x="715" y="2250"/>
                  </a:lnTo>
                  <a:lnTo>
                    <a:pt x="710" y="2248"/>
                  </a:lnTo>
                  <a:lnTo>
                    <a:pt x="705" y="2246"/>
                  </a:lnTo>
                  <a:lnTo>
                    <a:pt x="695" y="2240"/>
                  </a:lnTo>
                  <a:lnTo>
                    <a:pt x="686" y="2232"/>
                  </a:lnTo>
                  <a:lnTo>
                    <a:pt x="681" y="2228"/>
                  </a:lnTo>
                  <a:lnTo>
                    <a:pt x="677" y="2222"/>
                  </a:lnTo>
                  <a:lnTo>
                    <a:pt x="669" y="2210"/>
                  </a:lnTo>
                  <a:lnTo>
                    <a:pt x="661" y="2198"/>
                  </a:lnTo>
                  <a:lnTo>
                    <a:pt x="654" y="2182"/>
                  </a:lnTo>
                  <a:lnTo>
                    <a:pt x="647" y="2168"/>
                  </a:lnTo>
                  <a:lnTo>
                    <a:pt x="642" y="2150"/>
                  </a:lnTo>
                  <a:lnTo>
                    <a:pt x="638" y="2134"/>
                  </a:lnTo>
                  <a:lnTo>
                    <a:pt x="636" y="2124"/>
                  </a:lnTo>
                  <a:lnTo>
                    <a:pt x="634" y="2116"/>
                  </a:lnTo>
                  <a:lnTo>
                    <a:pt x="632" y="2096"/>
                  </a:lnTo>
                  <a:lnTo>
                    <a:pt x="631" y="2076"/>
                  </a:lnTo>
                  <a:lnTo>
                    <a:pt x="630" y="2056"/>
                  </a:lnTo>
                  <a:lnTo>
                    <a:pt x="631" y="2036"/>
                  </a:lnTo>
                  <a:lnTo>
                    <a:pt x="632" y="2014"/>
                  </a:lnTo>
                  <a:lnTo>
                    <a:pt x="634" y="1988"/>
                  </a:lnTo>
                  <a:lnTo>
                    <a:pt x="638" y="1962"/>
                  </a:lnTo>
                  <a:lnTo>
                    <a:pt x="642" y="1934"/>
                  </a:lnTo>
                  <a:lnTo>
                    <a:pt x="647" y="1904"/>
                  </a:lnTo>
                  <a:lnTo>
                    <a:pt x="653" y="1872"/>
                  </a:lnTo>
                  <a:lnTo>
                    <a:pt x="659" y="1840"/>
                  </a:lnTo>
                  <a:lnTo>
                    <a:pt x="668" y="1804"/>
                  </a:lnTo>
                  <a:lnTo>
                    <a:pt x="674" y="1772"/>
                  </a:lnTo>
                  <a:lnTo>
                    <a:pt x="894" y="631"/>
                  </a:lnTo>
                  <a:lnTo>
                    <a:pt x="919" y="503"/>
                  </a:lnTo>
                  <a:lnTo>
                    <a:pt x="929" y="450"/>
                  </a:lnTo>
                  <a:lnTo>
                    <a:pt x="932" y="436"/>
                  </a:lnTo>
                  <a:lnTo>
                    <a:pt x="937" y="418"/>
                  </a:lnTo>
                  <a:lnTo>
                    <a:pt x="944" y="392"/>
                  </a:lnTo>
                  <a:lnTo>
                    <a:pt x="951" y="370"/>
                  </a:lnTo>
                  <a:lnTo>
                    <a:pt x="959" y="350"/>
                  </a:lnTo>
                  <a:lnTo>
                    <a:pt x="966" y="330"/>
                  </a:lnTo>
                  <a:lnTo>
                    <a:pt x="974" y="314"/>
                  </a:lnTo>
                  <a:lnTo>
                    <a:pt x="983" y="298"/>
                  </a:lnTo>
                  <a:lnTo>
                    <a:pt x="991" y="286"/>
                  </a:lnTo>
                  <a:lnTo>
                    <a:pt x="995" y="280"/>
                  </a:lnTo>
                  <a:lnTo>
                    <a:pt x="1000" y="274"/>
                  </a:lnTo>
                  <a:lnTo>
                    <a:pt x="1009" y="264"/>
                  </a:lnTo>
                  <a:lnTo>
                    <a:pt x="1019" y="256"/>
                  </a:lnTo>
                  <a:lnTo>
                    <a:pt x="1029" y="250"/>
                  </a:lnTo>
                  <a:lnTo>
                    <a:pt x="1041" y="244"/>
                  </a:lnTo>
                  <a:lnTo>
                    <a:pt x="1053" y="238"/>
                  </a:lnTo>
                  <a:lnTo>
                    <a:pt x="1065" y="236"/>
                  </a:lnTo>
                  <a:lnTo>
                    <a:pt x="1079" y="234"/>
                  </a:lnTo>
                  <a:lnTo>
                    <a:pt x="1093" y="234"/>
                  </a:lnTo>
                  <a:lnTo>
                    <a:pt x="1112" y="234"/>
                  </a:lnTo>
                  <a:lnTo>
                    <a:pt x="1130" y="238"/>
                  </a:lnTo>
                  <a:lnTo>
                    <a:pt x="1139" y="240"/>
                  </a:lnTo>
                  <a:lnTo>
                    <a:pt x="1147" y="244"/>
                  </a:lnTo>
                  <a:lnTo>
                    <a:pt x="1154" y="248"/>
                  </a:lnTo>
                  <a:lnTo>
                    <a:pt x="1162" y="252"/>
                  </a:lnTo>
                  <a:lnTo>
                    <a:pt x="1170" y="258"/>
                  </a:lnTo>
                  <a:lnTo>
                    <a:pt x="1177" y="262"/>
                  </a:lnTo>
                  <a:lnTo>
                    <a:pt x="1183" y="270"/>
                  </a:lnTo>
                  <a:lnTo>
                    <a:pt x="1189" y="276"/>
                  </a:lnTo>
                  <a:lnTo>
                    <a:pt x="1195" y="284"/>
                  </a:lnTo>
                  <a:lnTo>
                    <a:pt x="1200" y="292"/>
                  </a:lnTo>
                  <a:lnTo>
                    <a:pt x="1205" y="300"/>
                  </a:lnTo>
                  <a:lnTo>
                    <a:pt x="1210" y="310"/>
                  </a:lnTo>
                  <a:lnTo>
                    <a:pt x="1218" y="326"/>
                  </a:lnTo>
                  <a:lnTo>
                    <a:pt x="1226" y="344"/>
                  </a:lnTo>
                  <a:lnTo>
                    <a:pt x="1230" y="354"/>
                  </a:lnTo>
                  <a:lnTo>
                    <a:pt x="1233" y="364"/>
                  </a:lnTo>
                  <a:lnTo>
                    <a:pt x="1240" y="384"/>
                  </a:lnTo>
                  <a:lnTo>
                    <a:pt x="1246" y="406"/>
                  </a:lnTo>
                  <a:lnTo>
                    <a:pt x="1252" y="428"/>
                  </a:lnTo>
                  <a:lnTo>
                    <a:pt x="1257" y="451"/>
                  </a:lnTo>
                  <a:lnTo>
                    <a:pt x="1262" y="475"/>
                  </a:lnTo>
                  <a:lnTo>
                    <a:pt x="1271" y="527"/>
                  </a:lnTo>
                  <a:lnTo>
                    <a:pt x="1282" y="579"/>
                  </a:lnTo>
                  <a:lnTo>
                    <a:pt x="1293" y="631"/>
                  </a:lnTo>
                  <a:lnTo>
                    <a:pt x="1512" y="1772"/>
                  </a:lnTo>
                  <a:lnTo>
                    <a:pt x="1515" y="1786"/>
                  </a:lnTo>
                  <a:lnTo>
                    <a:pt x="1518" y="1800"/>
                  </a:lnTo>
                  <a:lnTo>
                    <a:pt x="1526" y="1840"/>
                  </a:lnTo>
                  <a:close/>
                  <a:moveTo>
                    <a:pt x="966" y="1428"/>
                  </a:moveTo>
                  <a:lnTo>
                    <a:pt x="1213" y="1428"/>
                  </a:lnTo>
                  <a:lnTo>
                    <a:pt x="1091" y="731"/>
                  </a:lnTo>
                  <a:lnTo>
                    <a:pt x="966" y="1428"/>
                  </a:lnTo>
                  <a:close/>
                  <a:moveTo>
                    <a:pt x="2643" y="1191"/>
                  </a:moveTo>
                  <a:lnTo>
                    <a:pt x="2644" y="1247"/>
                  </a:lnTo>
                  <a:lnTo>
                    <a:pt x="2645" y="1275"/>
                  </a:lnTo>
                  <a:lnTo>
                    <a:pt x="2646" y="1303"/>
                  </a:lnTo>
                  <a:lnTo>
                    <a:pt x="2649" y="1358"/>
                  </a:lnTo>
                  <a:lnTo>
                    <a:pt x="2653" y="1414"/>
                  </a:lnTo>
                  <a:lnTo>
                    <a:pt x="2658" y="1468"/>
                  </a:lnTo>
                  <a:lnTo>
                    <a:pt x="2665" y="1520"/>
                  </a:lnTo>
                  <a:lnTo>
                    <a:pt x="2672" y="1572"/>
                  </a:lnTo>
                  <a:lnTo>
                    <a:pt x="2677" y="1598"/>
                  </a:lnTo>
                  <a:lnTo>
                    <a:pt x="2681" y="1624"/>
                  </a:lnTo>
                  <a:lnTo>
                    <a:pt x="2686" y="1650"/>
                  </a:lnTo>
                  <a:lnTo>
                    <a:pt x="2691" y="1674"/>
                  </a:lnTo>
                  <a:lnTo>
                    <a:pt x="2701" y="1724"/>
                  </a:lnTo>
                  <a:lnTo>
                    <a:pt x="2713" y="1772"/>
                  </a:lnTo>
                  <a:lnTo>
                    <a:pt x="2719" y="1796"/>
                  </a:lnTo>
                  <a:lnTo>
                    <a:pt x="2726" y="1820"/>
                  </a:lnTo>
                  <a:lnTo>
                    <a:pt x="2739" y="1866"/>
                  </a:lnTo>
                  <a:lnTo>
                    <a:pt x="2754" y="1912"/>
                  </a:lnTo>
                  <a:lnTo>
                    <a:pt x="2769" y="1956"/>
                  </a:lnTo>
                  <a:lnTo>
                    <a:pt x="2786" y="1998"/>
                  </a:lnTo>
                  <a:lnTo>
                    <a:pt x="2786" y="2014"/>
                  </a:lnTo>
                  <a:lnTo>
                    <a:pt x="2786" y="2026"/>
                  </a:lnTo>
                  <a:lnTo>
                    <a:pt x="2786" y="2052"/>
                  </a:lnTo>
                  <a:lnTo>
                    <a:pt x="2785" y="2064"/>
                  </a:lnTo>
                  <a:lnTo>
                    <a:pt x="2784" y="2076"/>
                  </a:lnTo>
                  <a:lnTo>
                    <a:pt x="2783" y="2088"/>
                  </a:lnTo>
                  <a:lnTo>
                    <a:pt x="2782" y="2100"/>
                  </a:lnTo>
                  <a:lnTo>
                    <a:pt x="2779" y="2122"/>
                  </a:lnTo>
                  <a:lnTo>
                    <a:pt x="2775" y="2142"/>
                  </a:lnTo>
                  <a:lnTo>
                    <a:pt x="2772" y="2150"/>
                  </a:lnTo>
                  <a:lnTo>
                    <a:pt x="2769" y="2160"/>
                  </a:lnTo>
                  <a:lnTo>
                    <a:pt x="2767" y="2168"/>
                  </a:lnTo>
                  <a:lnTo>
                    <a:pt x="2763" y="2176"/>
                  </a:lnTo>
                  <a:lnTo>
                    <a:pt x="2756" y="2192"/>
                  </a:lnTo>
                  <a:lnTo>
                    <a:pt x="2753" y="2198"/>
                  </a:lnTo>
                  <a:lnTo>
                    <a:pt x="2749" y="2206"/>
                  </a:lnTo>
                  <a:lnTo>
                    <a:pt x="2740" y="2218"/>
                  </a:lnTo>
                  <a:lnTo>
                    <a:pt x="2731" y="2228"/>
                  </a:lnTo>
                  <a:lnTo>
                    <a:pt x="2726" y="2232"/>
                  </a:lnTo>
                  <a:lnTo>
                    <a:pt x="2721" y="2236"/>
                  </a:lnTo>
                  <a:lnTo>
                    <a:pt x="2710" y="2242"/>
                  </a:lnTo>
                  <a:lnTo>
                    <a:pt x="2704" y="2244"/>
                  </a:lnTo>
                  <a:lnTo>
                    <a:pt x="2698" y="2246"/>
                  </a:lnTo>
                  <a:lnTo>
                    <a:pt x="2686" y="2250"/>
                  </a:lnTo>
                  <a:lnTo>
                    <a:pt x="2673" y="2250"/>
                  </a:lnTo>
                  <a:lnTo>
                    <a:pt x="2658" y="2250"/>
                  </a:lnTo>
                  <a:lnTo>
                    <a:pt x="2651" y="2248"/>
                  </a:lnTo>
                  <a:lnTo>
                    <a:pt x="2645" y="2246"/>
                  </a:lnTo>
                  <a:lnTo>
                    <a:pt x="2632" y="2242"/>
                  </a:lnTo>
                  <a:lnTo>
                    <a:pt x="2621" y="2234"/>
                  </a:lnTo>
                  <a:lnTo>
                    <a:pt x="2616" y="2230"/>
                  </a:lnTo>
                  <a:lnTo>
                    <a:pt x="2611" y="2224"/>
                  </a:lnTo>
                  <a:lnTo>
                    <a:pt x="2606" y="2218"/>
                  </a:lnTo>
                  <a:lnTo>
                    <a:pt x="2601" y="2212"/>
                  </a:lnTo>
                  <a:lnTo>
                    <a:pt x="2597" y="2204"/>
                  </a:lnTo>
                  <a:lnTo>
                    <a:pt x="2592" y="2196"/>
                  </a:lnTo>
                  <a:lnTo>
                    <a:pt x="2588" y="2188"/>
                  </a:lnTo>
                  <a:lnTo>
                    <a:pt x="2584" y="2178"/>
                  </a:lnTo>
                  <a:lnTo>
                    <a:pt x="2581" y="2168"/>
                  </a:lnTo>
                  <a:lnTo>
                    <a:pt x="2577" y="2158"/>
                  </a:lnTo>
                  <a:lnTo>
                    <a:pt x="2570" y="2132"/>
                  </a:lnTo>
                  <a:lnTo>
                    <a:pt x="2565" y="2104"/>
                  </a:lnTo>
                  <a:lnTo>
                    <a:pt x="2562" y="2090"/>
                  </a:lnTo>
                  <a:lnTo>
                    <a:pt x="2559" y="2074"/>
                  </a:lnTo>
                  <a:lnTo>
                    <a:pt x="2554" y="2038"/>
                  </a:lnTo>
                  <a:lnTo>
                    <a:pt x="2549" y="2000"/>
                  </a:lnTo>
                  <a:lnTo>
                    <a:pt x="2545" y="1956"/>
                  </a:lnTo>
                  <a:lnTo>
                    <a:pt x="2540" y="1908"/>
                  </a:lnTo>
                  <a:lnTo>
                    <a:pt x="2469" y="1063"/>
                  </a:lnTo>
                  <a:lnTo>
                    <a:pt x="2322" y="1978"/>
                  </a:lnTo>
                  <a:lnTo>
                    <a:pt x="2315" y="2020"/>
                  </a:lnTo>
                  <a:lnTo>
                    <a:pt x="2308" y="2056"/>
                  </a:lnTo>
                  <a:lnTo>
                    <a:pt x="2302" y="2088"/>
                  </a:lnTo>
                  <a:lnTo>
                    <a:pt x="2295" y="2116"/>
                  </a:lnTo>
                  <a:lnTo>
                    <a:pt x="2288" y="2140"/>
                  </a:lnTo>
                  <a:lnTo>
                    <a:pt x="2285" y="2152"/>
                  </a:lnTo>
                  <a:lnTo>
                    <a:pt x="2281" y="2164"/>
                  </a:lnTo>
                  <a:lnTo>
                    <a:pt x="2277" y="2174"/>
                  </a:lnTo>
                  <a:lnTo>
                    <a:pt x="2274" y="2182"/>
                  </a:lnTo>
                  <a:lnTo>
                    <a:pt x="2270" y="2192"/>
                  </a:lnTo>
                  <a:lnTo>
                    <a:pt x="2265" y="2200"/>
                  </a:lnTo>
                  <a:lnTo>
                    <a:pt x="2261" y="2206"/>
                  </a:lnTo>
                  <a:lnTo>
                    <a:pt x="2257" y="2214"/>
                  </a:lnTo>
                  <a:lnTo>
                    <a:pt x="2254" y="2216"/>
                  </a:lnTo>
                  <a:lnTo>
                    <a:pt x="2252" y="2220"/>
                  </a:lnTo>
                  <a:lnTo>
                    <a:pt x="2247" y="2226"/>
                  </a:lnTo>
                  <a:lnTo>
                    <a:pt x="2242" y="2230"/>
                  </a:lnTo>
                  <a:lnTo>
                    <a:pt x="2237" y="2234"/>
                  </a:lnTo>
                  <a:lnTo>
                    <a:pt x="2231" y="2238"/>
                  </a:lnTo>
                  <a:lnTo>
                    <a:pt x="2226" y="2242"/>
                  </a:lnTo>
                  <a:lnTo>
                    <a:pt x="2214" y="2248"/>
                  </a:lnTo>
                  <a:lnTo>
                    <a:pt x="2200" y="2252"/>
                  </a:lnTo>
                  <a:lnTo>
                    <a:pt x="2186" y="2254"/>
                  </a:lnTo>
                  <a:lnTo>
                    <a:pt x="2171" y="2254"/>
                  </a:lnTo>
                  <a:lnTo>
                    <a:pt x="2157" y="2254"/>
                  </a:lnTo>
                  <a:lnTo>
                    <a:pt x="2150" y="2252"/>
                  </a:lnTo>
                  <a:lnTo>
                    <a:pt x="2144" y="2250"/>
                  </a:lnTo>
                  <a:lnTo>
                    <a:pt x="2133" y="2246"/>
                  </a:lnTo>
                  <a:lnTo>
                    <a:pt x="2122" y="2240"/>
                  </a:lnTo>
                  <a:lnTo>
                    <a:pt x="2112" y="2230"/>
                  </a:lnTo>
                  <a:lnTo>
                    <a:pt x="2108" y="2226"/>
                  </a:lnTo>
                  <a:lnTo>
                    <a:pt x="2103" y="2220"/>
                  </a:lnTo>
                  <a:lnTo>
                    <a:pt x="2095" y="2208"/>
                  </a:lnTo>
                  <a:lnTo>
                    <a:pt x="2087" y="2194"/>
                  </a:lnTo>
                  <a:lnTo>
                    <a:pt x="2080" y="2178"/>
                  </a:lnTo>
                  <a:lnTo>
                    <a:pt x="2073" y="2158"/>
                  </a:lnTo>
                  <a:lnTo>
                    <a:pt x="2066" y="2136"/>
                  </a:lnTo>
                  <a:lnTo>
                    <a:pt x="2059" y="2110"/>
                  </a:lnTo>
                  <a:lnTo>
                    <a:pt x="2053" y="2082"/>
                  </a:lnTo>
                  <a:lnTo>
                    <a:pt x="2046" y="2050"/>
                  </a:lnTo>
                  <a:lnTo>
                    <a:pt x="2040" y="2016"/>
                  </a:lnTo>
                  <a:lnTo>
                    <a:pt x="2033" y="1978"/>
                  </a:lnTo>
                  <a:lnTo>
                    <a:pt x="1888" y="1063"/>
                  </a:lnTo>
                  <a:lnTo>
                    <a:pt x="1817" y="1908"/>
                  </a:lnTo>
                  <a:lnTo>
                    <a:pt x="1812" y="1956"/>
                  </a:lnTo>
                  <a:lnTo>
                    <a:pt x="1808" y="2000"/>
                  </a:lnTo>
                  <a:lnTo>
                    <a:pt x="1803" y="2038"/>
                  </a:lnTo>
                  <a:lnTo>
                    <a:pt x="1798" y="2074"/>
                  </a:lnTo>
                  <a:lnTo>
                    <a:pt x="1793" y="2104"/>
                  </a:lnTo>
                  <a:lnTo>
                    <a:pt x="1787" y="2132"/>
                  </a:lnTo>
                  <a:lnTo>
                    <a:pt x="1783" y="2146"/>
                  </a:lnTo>
                  <a:lnTo>
                    <a:pt x="1780" y="2158"/>
                  </a:lnTo>
                  <a:lnTo>
                    <a:pt x="1773" y="2178"/>
                  </a:lnTo>
                  <a:lnTo>
                    <a:pt x="1769" y="2188"/>
                  </a:lnTo>
                  <a:lnTo>
                    <a:pt x="1765" y="2196"/>
                  </a:lnTo>
                  <a:lnTo>
                    <a:pt x="1756" y="2212"/>
                  </a:lnTo>
                  <a:lnTo>
                    <a:pt x="1751" y="2218"/>
                  </a:lnTo>
                  <a:lnTo>
                    <a:pt x="1746" y="2224"/>
                  </a:lnTo>
                  <a:lnTo>
                    <a:pt x="1741" y="2230"/>
                  </a:lnTo>
                  <a:lnTo>
                    <a:pt x="1736" y="2234"/>
                  </a:lnTo>
                  <a:lnTo>
                    <a:pt x="1725" y="2242"/>
                  </a:lnTo>
                  <a:lnTo>
                    <a:pt x="1712" y="2246"/>
                  </a:lnTo>
                  <a:lnTo>
                    <a:pt x="1706" y="2248"/>
                  </a:lnTo>
                  <a:lnTo>
                    <a:pt x="1699" y="2250"/>
                  </a:lnTo>
                  <a:lnTo>
                    <a:pt x="1684" y="2250"/>
                  </a:lnTo>
                  <a:lnTo>
                    <a:pt x="1671" y="2250"/>
                  </a:lnTo>
                  <a:lnTo>
                    <a:pt x="1658" y="2246"/>
                  </a:lnTo>
                  <a:lnTo>
                    <a:pt x="1646" y="2242"/>
                  </a:lnTo>
                  <a:lnTo>
                    <a:pt x="1640" y="2238"/>
                  </a:lnTo>
                  <a:lnTo>
                    <a:pt x="1635" y="2234"/>
                  </a:lnTo>
                  <a:lnTo>
                    <a:pt x="1630" y="2230"/>
                  </a:lnTo>
                  <a:lnTo>
                    <a:pt x="1625" y="2226"/>
                  </a:lnTo>
                  <a:lnTo>
                    <a:pt x="1615" y="2216"/>
                  </a:lnTo>
                  <a:lnTo>
                    <a:pt x="1606" y="2202"/>
                  </a:lnTo>
                  <a:lnTo>
                    <a:pt x="1598" y="2188"/>
                  </a:lnTo>
                  <a:lnTo>
                    <a:pt x="1595" y="2180"/>
                  </a:lnTo>
                  <a:lnTo>
                    <a:pt x="1591" y="2172"/>
                  </a:lnTo>
                  <a:lnTo>
                    <a:pt x="1588" y="2162"/>
                  </a:lnTo>
                  <a:lnTo>
                    <a:pt x="1585" y="2154"/>
                  </a:lnTo>
                  <a:lnTo>
                    <a:pt x="1580" y="2134"/>
                  </a:lnTo>
                  <a:lnTo>
                    <a:pt x="1576" y="2114"/>
                  </a:lnTo>
                  <a:lnTo>
                    <a:pt x="1573" y="2092"/>
                  </a:lnTo>
                  <a:lnTo>
                    <a:pt x="1572" y="2082"/>
                  </a:lnTo>
                  <a:lnTo>
                    <a:pt x="1571" y="2070"/>
                  </a:lnTo>
                  <a:lnTo>
                    <a:pt x="1571" y="2058"/>
                  </a:lnTo>
                  <a:lnTo>
                    <a:pt x="1570" y="2046"/>
                  </a:lnTo>
                  <a:lnTo>
                    <a:pt x="1571" y="2020"/>
                  </a:lnTo>
                  <a:lnTo>
                    <a:pt x="1575" y="1940"/>
                  </a:lnTo>
                  <a:lnTo>
                    <a:pt x="1579" y="1888"/>
                  </a:lnTo>
                  <a:lnTo>
                    <a:pt x="1583" y="1830"/>
                  </a:lnTo>
                  <a:lnTo>
                    <a:pt x="1586" y="1786"/>
                  </a:lnTo>
                  <a:lnTo>
                    <a:pt x="1591" y="1742"/>
                  </a:lnTo>
                  <a:lnTo>
                    <a:pt x="1594" y="1702"/>
                  </a:lnTo>
                  <a:lnTo>
                    <a:pt x="1696" y="555"/>
                  </a:lnTo>
                  <a:lnTo>
                    <a:pt x="1700" y="515"/>
                  </a:lnTo>
                  <a:lnTo>
                    <a:pt x="1704" y="479"/>
                  </a:lnTo>
                  <a:lnTo>
                    <a:pt x="1707" y="451"/>
                  </a:lnTo>
                  <a:lnTo>
                    <a:pt x="1709" y="440"/>
                  </a:lnTo>
                  <a:lnTo>
                    <a:pt x="1711" y="430"/>
                  </a:lnTo>
                  <a:lnTo>
                    <a:pt x="1715" y="412"/>
                  </a:lnTo>
                  <a:lnTo>
                    <a:pt x="1719" y="392"/>
                  </a:lnTo>
                  <a:lnTo>
                    <a:pt x="1725" y="374"/>
                  </a:lnTo>
                  <a:lnTo>
                    <a:pt x="1731" y="354"/>
                  </a:lnTo>
                  <a:lnTo>
                    <a:pt x="1737" y="342"/>
                  </a:lnTo>
                  <a:lnTo>
                    <a:pt x="1743" y="328"/>
                  </a:lnTo>
                  <a:lnTo>
                    <a:pt x="1749" y="316"/>
                  </a:lnTo>
                  <a:lnTo>
                    <a:pt x="1755" y="306"/>
                  </a:lnTo>
                  <a:lnTo>
                    <a:pt x="1762" y="296"/>
                  </a:lnTo>
                  <a:lnTo>
                    <a:pt x="1769" y="286"/>
                  </a:lnTo>
                  <a:lnTo>
                    <a:pt x="1777" y="278"/>
                  </a:lnTo>
                  <a:lnTo>
                    <a:pt x="1785" y="270"/>
                  </a:lnTo>
                  <a:lnTo>
                    <a:pt x="1793" y="264"/>
                  </a:lnTo>
                  <a:lnTo>
                    <a:pt x="1801" y="258"/>
                  </a:lnTo>
                  <a:lnTo>
                    <a:pt x="1810" y="252"/>
                  </a:lnTo>
                  <a:lnTo>
                    <a:pt x="1818" y="248"/>
                  </a:lnTo>
                  <a:lnTo>
                    <a:pt x="1827" y="244"/>
                  </a:lnTo>
                  <a:lnTo>
                    <a:pt x="1837" y="242"/>
                  </a:lnTo>
                  <a:lnTo>
                    <a:pt x="1846" y="242"/>
                  </a:lnTo>
                  <a:lnTo>
                    <a:pt x="1855" y="240"/>
                  </a:lnTo>
                  <a:lnTo>
                    <a:pt x="1869" y="242"/>
                  </a:lnTo>
                  <a:lnTo>
                    <a:pt x="1877" y="244"/>
                  </a:lnTo>
                  <a:lnTo>
                    <a:pt x="1884" y="246"/>
                  </a:lnTo>
                  <a:lnTo>
                    <a:pt x="1897" y="250"/>
                  </a:lnTo>
                  <a:lnTo>
                    <a:pt x="1904" y="254"/>
                  </a:lnTo>
                  <a:lnTo>
                    <a:pt x="1910" y="258"/>
                  </a:lnTo>
                  <a:lnTo>
                    <a:pt x="1916" y="262"/>
                  </a:lnTo>
                  <a:lnTo>
                    <a:pt x="1923" y="268"/>
                  </a:lnTo>
                  <a:lnTo>
                    <a:pt x="1928" y="274"/>
                  </a:lnTo>
                  <a:lnTo>
                    <a:pt x="1934" y="280"/>
                  </a:lnTo>
                  <a:lnTo>
                    <a:pt x="1945" y="294"/>
                  </a:lnTo>
                  <a:lnTo>
                    <a:pt x="1956" y="310"/>
                  </a:lnTo>
                  <a:lnTo>
                    <a:pt x="1966" y="328"/>
                  </a:lnTo>
                  <a:lnTo>
                    <a:pt x="1975" y="350"/>
                  </a:lnTo>
                  <a:lnTo>
                    <a:pt x="1984" y="372"/>
                  </a:lnTo>
                  <a:lnTo>
                    <a:pt x="1992" y="396"/>
                  </a:lnTo>
                  <a:lnTo>
                    <a:pt x="1999" y="424"/>
                  </a:lnTo>
                  <a:lnTo>
                    <a:pt x="2006" y="453"/>
                  </a:lnTo>
                  <a:lnTo>
                    <a:pt x="2013" y="483"/>
                  </a:lnTo>
                  <a:lnTo>
                    <a:pt x="2018" y="517"/>
                  </a:lnTo>
                  <a:lnTo>
                    <a:pt x="2180" y="1526"/>
                  </a:lnTo>
                  <a:lnTo>
                    <a:pt x="2339" y="517"/>
                  </a:lnTo>
                  <a:lnTo>
                    <a:pt x="2344" y="483"/>
                  </a:lnTo>
                  <a:lnTo>
                    <a:pt x="2351" y="453"/>
                  </a:lnTo>
                  <a:lnTo>
                    <a:pt x="2358" y="424"/>
                  </a:lnTo>
                  <a:lnTo>
                    <a:pt x="2365" y="396"/>
                  </a:lnTo>
                  <a:lnTo>
                    <a:pt x="2373" y="372"/>
                  </a:lnTo>
                  <a:lnTo>
                    <a:pt x="2382" y="350"/>
                  </a:lnTo>
                  <a:lnTo>
                    <a:pt x="2391" y="328"/>
                  </a:lnTo>
                  <a:lnTo>
                    <a:pt x="2401" y="310"/>
                  </a:lnTo>
                  <a:lnTo>
                    <a:pt x="2412" y="294"/>
                  </a:lnTo>
                  <a:lnTo>
                    <a:pt x="2417" y="286"/>
                  </a:lnTo>
                  <a:lnTo>
                    <a:pt x="2423" y="280"/>
                  </a:lnTo>
                  <a:lnTo>
                    <a:pt x="2429" y="274"/>
                  </a:lnTo>
                  <a:lnTo>
                    <a:pt x="2435" y="268"/>
                  </a:lnTo>
                  <a:lnTo>
                    <a:pt x="2447" y="258"/>
                  </a:lnTo>
                  <a:lnTo>
                    <a:pt x="2453" y="254"/>
                  </a:lnTo>
                  <a:lnTo>
                    <a:pt x="2460" y="250"/>
                  </a:lnTo>
                  <a:lnTo>
                    <a:pt x="2473" y="246"/>
                  </a:lnTo>
                  <a:lnTo>
                    <a:pt x="2488" y="242"/>
                  </a:lnTo>
                  <a:lnTo>
                    <a:pt x="2503" y="240"/>
                  </a:lnTo>
                  <a:lnTo>
                    <a:pt x="2512" y="242"/>
                  </a:lnTo>
                  <a:lnTo>
                    <a:pt x="2521" y="242"/>
                  </a:lnTo>
                  <a:lnTo>
                    <a:pt x="2530" y="244"/>
                  </a:lnTo>
                  <a:lnTo>
                    <a:pt x="2539" y="248"/>
                  </a:lnTo>
                  <a:lnTo>
                    <a:pt x="2547" y="252"/>
                  </a:lnTo>
                  <a:lnTo>
                    <a:pt x="2556" y="258"/>
                  </a:lnTo>
                  <a:lnTo>
                    <a:pt x="2564" y="264"/>
                  </a:lnTo>
                  <a:lnTo>
                    <a:pt x="2572" y="270"/>
                  </a:lnTo>
                  <a:lnTo>
                    <a:pt x="2580" y="278"/>
                  </a:lnTo>
                  <a:lnTo>
                    <a:pt x="2588" y="286"/>
                  </a:lnTo>
                  <a:lnTo>
                    <a:pt x="2595" y="296"/>
                  </a:lnTo>
                  <a:lnTo>
                    <a:pt x="2602" y="306"/>
                  </a:lnTo>
                  <a:lnTo>
                    <a:pt x="2608" y="316"/>
                  </a:lnTo>
                  <a:lnTo>
                    <a:pt x="2614" y="328"/>
                  </a:lnTo>
                  <a:lnTo>
                    <a:pt x="2620" y="342"/>
                  </a:lnTo>
                  <a:lnTo>
                    <a:pt x="2626" y="354"/>
                  </a:lnTo>
                  <a:lnTo>
                    <a:pt x="2632" y="374"/>
                  </a:lnTo>
                  <a:lnTo>
                    <a:pt x="2635" y="384"/>
                  </a:lnTo>
                  <a:lnTo>
                    <a:pt x="2638" y="392"/>
                  </a:lnTo>
                  <a:lnTo>
                    <a:pt x="2642" y="412"/>
                  </a:lnTo>
                  <a:lnTo>
                    <a:pt x="2646" y="430"/>
                  </a:lnTo>
                  <a:lnTo>
                    <a:pt x="2650" y="451"/>
                  </a:lnTo>
                  <a:lnTo>
                    <a:pt x="2652" y="465"/>
                  </a:lnTo>
                  <a:lnTo>
                    <a:pt x="2653" y="479"/>
                  </a:lnTo>
                  <a:lnTo>
                    <a:pt x="2657" y="515"/>
                  </a:lnTo>
                  <a:lnTo>
                    <a:pt x="2661" y="555"/>
                  </a:lnTo>
                  <a:lnTo>
                    <a:pt x="2680" y="765"/>
                  </a:lnTo>
                  <a:lnTo>
                    <a:pt x="2675" y="791"/>
                  </a:lnTo>
                  <a:lnTo>
                    <a:pt x="2671" y="815"/>
                  </a:lnTo>
                  <a:lnTo>
                    <a:pt x="2664" y="867"/>
                  </a:lnTo>
                  <a:lnTo>
                    <a:pt x="2658" y="919"/>
                  </a:lnTo>
                  <a:lnTo>
                    <a:pt x="2655" y="945"/>
                  </a:lnTo>
                  <a:lnTo>
                    <a:pt x="2653" y="973"/>
                  </a:lnTo>
                  <a:lnTo>
                    <a:pt x="2651" y="999"/>
                  </a:lnTo>
                  <a:lnTo>
                    <a:pt x="2649" y="1027"/>
                  </a:lnTo>
                  <a:lnTo>
                    <a:pt x="2647" y="1053"/>
                  </a:lnTo>
                  <a:lnTo>
                    <a:pt x="2646" y="1081"/>
                  </a:lnTo>
                  <a:lnTo>
                    <a:pt x="2645" y="1107"/>
                  </a:lnTo>
                  <a:lnTo>
                    <a:pt x="2644" y="1135"/>
                  </a:lnTo>
                  <a:lnTo>
                    <a:pt x="2643" y="1191"/>
                  </a:lnTo>
                  <a:close/>
                  <a:moveTo>
                    <a:pt x="4662" y="1920"/>
                  </a:moveTo>
                  <a:lnTo>
                    <a:pt x="4666" y="1934"/>
                  </a:lnTo>
                  <a:lnTo>
                    <a:pt x="4669" y="1946"/>
                  </a:lnTo>
                  <a:lnTo>
                    <a:pt x="4671" y="1960"/>
                  </a:lnTo>
                  <a:lnTo>
                    <a:pt x="4673" y="1972"/>
                  </a:lnTo>
                  <a:lnTo>
                    <a:pt x="4675" y="1986"/>
                  </a:lnTo>
                  <a:lnTo>
                    <a:pt x="4676" y="1998"/>
                  </a:lnTo>
                  <a:lnTo>
                    <a:pt x="4677" y="2012"/>
                  </a:lnTo>
                  <a:lnTo>
                    <a:pt x="4677" y="2024"/>
                  </a:lnTo>
                  <a:lnTo>
                    <a:pt x="4676" y="2048"/>
                  </a:lnTo>
                  <a:lnTo>
                    <a:pt x="4676" y="2060"/>
                  </a:lnTo>
                  <a:lnTo>
                    <a:pt x="4675" y="2072"/>
                  </a:lnTo>
                  <a:lnTo>
                    <a:pt x="4672" y="2094"/>
                  </a:lnTo>
                  <a:lnTo>
                    <a:pt x="4668" y="2114"/>
                  </a:lnTo>
                  <a:lnTo>
                    <a:pt x="4664" y="2134"/>
                  </a:lnTo>
                  <a:lnTo>
                    <a:pt x="4658" y="2152"/>
                  </a:lnTo>
                  <a:lnTo>
                    <a:pt x="4655" y="2162"/>
                  </a:lnTo>
                  <a:lnTo>
                    <a:pt x="4651" y="2170"/>
                  </a:lnTo>
                  <a:lnTo>
                    <a:pt x="4643" y="2186"/>
                  </a:lnTo>
                  <a:lnTo>
                    <a:pt x="4639" y="2194"/>
                  </a:lnTo>
                  <a:lnTo>
                    <a:pt x="4635" y="2202"/>
                  </a:lnTo>
                  <a:lnTo>
                    <a:pt x="4625" y="2214"/>
                  </a:lnTo>
                  <a:lnTo>
                    <a:pt x="4616" y="2226"/>
                  </a:lnTo>
                  <a:lnTo>
                    <a:pt x="4605" y="2234"/>
                  </a:lnTo>
                  <a:lnTo>
                    <a:pt x="4594" y="2242"/>
                  </a:lnTo>
                  <a:lnTo>
                    <a:pt x="4582" y="2246"/>
                  </a:lnTo>
                  <a:lnTo>
                    <a:pt x="4576" y="2248"/>
                  </a:lnTo>
                  <a:lnTo>
                    <a:pt x="4570" y="2250"/>
                  </a:lnTo>
                  <a:lnTo>
                    <a:pt x="4557" y="2250"/>
                  </a:lnTo>
                  <a:lnTo>
                    <a:pt x="4549" y="2250"/>
                  </a:lnTo>
                  <a:lnTo>
                    <a:pt x="4542" y="2248"/>
                  </a:lnTo>
                  <a:lnTo>
                    <a:pt x="4534" y="2246"/>
                  </a:lnTo>
                  <a:lnTo>
                    <a:pt x="4527" y="2242"/>
                  </a:lnTo>
                  <a:lnTo>
                    <a:pt x="4520" y="2236"/>
                  </a:lnTo>
                  <a:lnTo>
                    <a:pt x="4513" y="2230"/>
                  </a:lnTo>
                  <a:lnTo>
                    <a:pt x="4506" y="2222"/>
                  </a:lnTo>
                  <a:lnTo>
                    <a:pt x="4498" y="2214"/>
                  </a:lnTo>
                  <a:lnTo>
                    <a:pt x="4492" y="2204"/>
                  </a:lnTo>
                  <a:lnTo>
                    <a:pt x="4484" y="2192"/>
                  </a:lnTo>
                  <a:lnTo>
                    <a:pt x="4468" y="2162"/>
                  </a:lnTo>
                  <a:lnTo>
                    <a:pt x="4459" y="2144"/>
                  </a:lnTo>
                  <a:lnTo>
                    <a:pt x="4450" y="2122"/>
                  </a:lnTo>
                  <a:lnTo>
                    <a:pt x="4430" y="2074"/>
                  </a:lnTo>
                  <a:lnTo>
                    <a:pt x="4165" y="1432"/>
                  </a:lnTo>
                  <a:lnTo>
                    <a:pt x="4165" y="2008"/>
                  </a:lnTo>
                  <a:lnTo>
                    <a:pt x="4164" y="2036"/>
                  </a:lnTo>
                  <a:lnTo>
                    <a:pt x="4164" y="2050"/>
                  </a:lnTo>
                  <a:lnTo>
                    <a:pt x="4163" y="2064"/>
                  </a:lnTo>
                  <a:lnTo>
                    <a:pt x="4160" y="2088"/>
                  </a:lnTo>
                  <a:lnTo>
                    <a:pt x="4157" y="2112"/>
                  </a:lnTo>
                  <a:lnTo>
                    <a:pt x="4155" y="2124"/>
                  </a:lnTo>
                  <a:lnTo>
                    <a:pt x="4152" y="2134"/>
                  </a:lnTo>
                  <a:lnTo>
                    <a:pt x="4147" y="2154"/>
                  </a:lnTo>
                  <a:lnTo>
                    <a:pt x="4140" y="2174"/>
                  </a:lnTo>
                  <a:lnTo>
                    <a:pt x="4137" y="2182"/>
                  </a:lnTo>
                  <a:lnTo>
                    <a:pt x="4133" y="2190"/>
                  </a:lnTo>
                  <a:lnTo>
                    <a:pt x="4129" y="2198"/>
                  </a:lnTo>
                  <a:lnTo>
                    <a:pt x="4125" y="2206"/>
                  </a:lnTo>
                  <a:lnTo>
                    <a:pt x="4115" y="2218"/>
                  </a:lnTo>
                  <a:lnTo>
                    <a:pt x="4105" y="2230"/>
                  </a:lnTo>
                  <a:lnTo>
                    <a:pt x="4100" y="2234"/>
                  </a:lnTo>
                  <a:lnTo>
                    <a:pt x="4095" y="2238"/>
                  </a:lnTo>
                  <a:lnTo>
                    <a:pt x="4083" y="2246"/>
                  </a:lnTo>
                  <a:lnTo>
                    <a:pt x="4071" y="2250"/>
                  </a:lnTo>
                  <a:lnTo>
                    <a:pt x="4064" y="2252"/>
                  </a:lnTo>
                  <a:lnTo>
                    <a:pt x="4057" y="2254"/>
                  </a:lnTo>
                  <a:lnTo>
                    <a:pt x="4043" y="2254"/>
                  </a:lnTo>
                  <a:lnTo>
                    <a:pt x="4029" y="2254"/>
                  </a:lnTo>
                  <a:lnTo>
                    <a:pt x="4022" y="2252"/>
                  </a:lnTo>
                  <a:lnTo>
                    <a:pt x="4015" y="2250"/>
                  </a:lnTo>
                  <a:lnTo>
                    <a:pt x="4003" y="2246"/>
                  </a:lnTo>
                  <a:lnTo>
                    <a:pt x="3991" y="2238"/>
                  </a:lnTo>
                  <a:lnTo>
                    <a:pt x="3985" y="2234"/>
                  </a:lnTo>
                  <a:lnTo>
                    <a:pt x="3980" y="2230"/>
                  </a:lnTo>
                  <a:lnTo>
                    <a:pt x="3970" y="2218"/>
                  </a:lnTo>
                  <a:lnTo>
                    <a:pt x="3960" y="2206"/>
                  </a:lnTo>
                  <a:lnTo>
                    <a:pt x="3956" y="2198"/>
                  </a:lnTo>
                  <a:lnTo>
                    <a:pt x="3952" y="2190"/>
                  </a:lnTo>
                  <a:lnTo>
                    <a:pt x="3948" y="2182"/>
                  </a:lnTo>
                  <a:lnTo>
                    <a:pt x="3944" y="2174"/>
                  </a:lnTo>
                  <a:lnTo>
                    <a:pt x="3938" y="2154"/>
                  </a:lnTo>
                  <a:lnTo>
                    <a:pt x="3933" y="2134"/>
                  </a:lnTo>
                  <a:lnTo>
                    <a:pt x="3930" y="2124"/>
                  </a:lnTo>
                  <a:lnTo>
                    <a:pt x="3928" y="2112"/>
                  </a:lnTo>
                  <a:lnTo>
                    <a:pt x="3925" y="2088"/>
                  </a:lnTo>
                  <a:lnTo>
                    <a:pt x="3922" y="2064"/>
                  </a:lnTo>
                  <a:lnTo>
                    <a:pt x="3921" y="2036"/>
                  </a:lnTo>
                  <a:lnTo>
                    <a:pt x="3920" y="2008"/>
                  </a:lnTo>
                  <a:lnTo>
                    <a:pt x="3920" y="1842"/>
                  </a:lnTo>
                  <a:lnTo>
                    <a:pt x="3930" y="1804"/>
                  </a:lnTo>
                  <a:lnTo>
                    <a:pt x="3940" y="1768"/>
                  </a:lnTo>
                  <a:lnTo>
                    <a:pt x="3945" y="1748"/>
                  </a:lnTo>
                  <a:lnTo>
                    <a:pt x="3949" y="1730"/>
                  </a:lnTo>
                  <a:lnTo>
                    <a:pt x="3958" y="1692"/>
                  </a:lnTo>
                  <a:lnTo>
                    <a:pt x="3965" y="1652"/>
                  </a:lnTo>
                  <a:lnTo>
                    <a:pt x="3973" y="1612"/>
                  </a:lnTo>
                  <a:lnTo>
                    <a:pt x="3979" y="1572"/>
                  </a:lnTo>
                  <a:lnTo>
                    <a:pt x="3985" y="1532"/>
                  </a:lnTo>
                  <a:lnTo>
                    <a:pt x="3991" y="1490"/>
                  </a:lnTo>
                  <a:lnTo>
                    <a:pt x="3995" y="1450"/>
                  </a:lnTo>
                  <a:lnTo>
                    <a:pt x="3999" y="1408"/>
                  </a:lnTo>
                  <a:lnTo>
                    <a:pt x="4003" y="1364"/>
                  </a:lnTo>
                  <a:lnTo>
                    <a:pt x="4005" y="1323"/>
                  </a:lnTo>
                  <a:lnTo>
                    <a:pt x="4007" y="1279"/>
                  </a:lnTo>
                  <a:lnTo>
                    <a:pt x="4008" y="1235"/>
                  </a:lnTo>
                  <a:lnTo>
                    <a:pt x="4009" y="1191"/>
                  </a:lnTo>
                  <a:lnTo>
                    <a:pt x="4008" y="1147"/>
                  </a:lnTo>
                  <a:lnTo>
                    <a:pt x="4007" y="1103"/>
                  </a:lnTo>
                  <a:lnTo>
                    <a:pt x="4005" y="1059"/>
                  </a:lnTo>
                  <a:lnTo>
                    <a:pt x="4003" y="1017"/>
                  </a:lnTo>
                  <a:lnTo>
                    <a:pt x="3999" y="973"/>
                  </a:lnTo>
                  <a:lnTo>
                    <a:pt x="3995" y="931"/>
                  </a:lnTo>
                  <a:lnTo>
                    <a:pt x="3991" y="889"/>
                  </a:lnTo>
                  <a:lnTo>
                    <a:pt x="3985" y="849"/>
                  </a:lnTo>
                  <a:lnTo>
                    <a:pt x="3979" y="809"/>
                  </a:lnTo>
                  <a:lnTo>
                    <a:pt x="3976" y="787"/>
                  </a:lnTo>
                  <a:lnTo>
                    <a:pt x="3973" y="767"/>
                  </a:lnTo>
                  <a:lnTo>
                    <a:pt x="3965" y="729"/>
                  </a:lnTo>
                  <a:lnTo>
                    <a:pt x="3958" y="689"/>
                  </a:lnTo>
                  <a:lnTo>
                    <a:pt x="3949" y="651"/>
                  </a:lnTo>
                  <a:lnTo>
                    <a:pt x="3940" y="613"/>
                  </a:lnTo>
                  <a:lnTo>
                    <a:pt x="3935" y="595"/>
                  </a:lnTo>
                  <a:lnTo>
                    <a:pt x="3930" y="577"/>
                  </a:lnTo>
                  <a:lnTo>
                    <a:pt x="3920" y="539"/>
                  </a:lnTo>
                  <a:lnTo>
                    <a:pt x="3920" y="499"/>
                  </a:lnTo>
                  <a:lnTo>
                    <a:pt x="3921" y="467"/>
                  </a:lnTo>
                  <a:lnTo>
                    <a:pt x="3921" y="453"/>
                  </a:lnTo>
                  <a:lnTo>
                    <a:pt x="3922" y="440"/>
                  </a:lnTo>
                  <a:lnTo>
                    <a:pt x="3925" y="412"/>
                  </a:lnTo>
                  <a:lnTo>
                    <a:pt x="3926" y="400"/>
                  </a:lnTo>
                  <a:lnTo>
                    <a:pt x="3928" y="388"/>
                  </a:lnTo>
                  <a:lnTo>
                    <a:pt x="3933" y="364"/>
                  </a:lnTo>
                  <a:lnTo>
                    <a:pt x="3939" y="344"/>
                  </a:lnTo>
                  <a:lnTo>
                    <a:pt x="3942" y="334"/>
                  </a:lnTo>
                  <a:lnTo>
                    <a:pt x="3946" y="324"/>
                  </a:lnTo>
                  <a:lnTo>
                    <a:pt x="3953" y="308"/>
                  </a:lnTo>
                  <a:lnTo>
                    <a:pt x="3958" y="300"/>
                  </a:lnTo>
                  <a:lnTo>
                    <a:pt x="3962" y="292"/>
                  </a:lnTo>
                  <a:lnTo>
                    <a:pt x="3972" y="280"/>
                  </a:lnTo>
                  <a:lnTo>
                    <a:pt x="3983" y="268"/>
                  </a:lnTo>
                  <a:lnTo>
                    <a:pt x="3989" y="264"/>
                  </a:lnTo>
                  <a:lnTo>
                    <a:pt x="3995" y="260"/>
                  </a:lnTo>
                  <a:lnTo>
                    <a:pt x="4008" y="254"/>
                  </a:lnTo>
                  <a:lnTo>
                    <a:pt x="4023" y="248"/>
                  </a:lnTo>
                  <a:lnTo>
                    <a:pt x="4030" y="246"/>
                  </a:lnTo>
                  <a:lnTo>
                    <a:pt x="4038" y="246"/>
                  </a:lnTo>
                  <a:lnTo>
                    <a:pt x="4054" y="244"/>
                  </a:lnTo>
                  <a:lnTo>
                    <a:pt x="4257" y="244"/>
                  </a:lnTo>
                  <a:lnTo>
                    <a:pt x="4280" y="244"/>
                  </a:lnTo>
                  <a:lnTo>
                    <a:pt x="4302" y="246"/>
                  </a:lnTo>
                  <a:lnTo>
                    <a:pt x="4323" y="246"/>
                  </a:lnTo>
                  <a:lnTo>
                    <a:pt x="4342" y="250"/>
                  </a:lnTo>
                  <a:lnTo>
                    <a:pt x="4361" y="252"/>
                  </a:lnTo>
                  <a:lnTo>
                    <a:pt x="4379" y="256"/>
                  </a:lnTo>
                  <a:lnTo>
                    <a:pt x="4395" y="260"/>
                  </a:lnTo>
                  <a:lnTo>
                    <a:pt x="4411" y="264"/>
                  </a:lnTo>
                  <a:lnTo>
                    <a:pt x="4425" y="270"/>
                  </a:lnTo>
                  <a:lnTo>
                    <a:pt x="4440" y="278"/>
                  </a:lnTo>
                  <a:lnTo>
                    <a:pt x="4453" y="284"/>
                  </a:lnTo>
                  <a:lnTo>
                    <a:pt x="4466" y="294"/>
                  </a:lnTo>
                  <a:lnTo>
                    <a:pt x="4479" y="302"/>
                  </a:lnTo>
                  <a:lnTo>
                    <a:pt x="4491" y="312"/>
                  </a:lnTo>
                  <a:lnTo>
                    <a:pt x="4504" y="324"/>
                  </a:lnTo>
                  <a:lnTo>
                    <a:pt x="4515" y="336"/>
                  </a:lnTo>
                  <a:lnTo>
                    <a:pt x="4524" y="346"/>
                  </a:lnTo>
                  <a:lnTo>
                    <a:pt x="4533" y="358"/>
                  </a:lnTo>
                  <a:lnTo>
                    <a:pt x="4549" y="380"/>
                  </a:lnTo>
                  <a:lnTo>
                    <a:pt x="4564" y="404"/>
                  </a:lnTo>
                  <a:lnTo>
                    <a:pt x="4579" y="430"/>
                  </a:lnTo>
                  <a:lnTo>
                    <a:pt x="4586" y="444"/>
                  </a:lnTo>
                  <a:lnTo>
                    <a:pt x="4592" y="457"/>
                  </a:lnTo>
                  <a:lnTo>
                    <a:pt x="4605" y="487"/>
                  </a:lnTo>
                  <a:lnTo>
                    <a:pt x="4610" y="503"/>
                  </a:lnTo>
                  <a:lnTo>
                    <a:pt x="4616" y="519"/>
                  </a:lnTo>
                  <a:lnTo>
                    <a:pt x="4621" y="535"/>
                  </a:lnTo>
                  <a:lnTo>
                    <a:pt x="4626" y="551"/>
                  </a:lnTo>
                  <a:lnTo>
                    <a:pt x="4631" y="569"/>
                  </a:lnTo>
                  <a:lnTo>
                    <a:pt x="4636" y="585"/>
                  </a:lnTo>
                  <a:lnTo>
                    <a:pt x="4640" y="603"/>
                  </a:lnTo>
                  <a:lnTo>
                    <a:pt x="4644" y="621"/>
                  </a:lnTo>
                  <a:lnTo>
                    <a:pt x="4647" y="639"/>
                  </a:lnTo>
                  <a:lnTo>
                    <a:pt x="4651" y="657"/>
                  </a:lnTo>
                  <a:lnTo>
                    <a:pt x="4654" y="675"/>
                  </a:lnTo>
                  <a:lnTo>
                    <a:pt x="4656" y="695"/>
                  </a:lnTo>
                  <a:lnTo>
                    <a:pt x="4659" y="713"/>
                  </a:lnTo>
                  <a:lnTo>
                    <a:pt x="4661" y="733"/>
                  </a:lnTo>
                  <a:lnTo>
                    <a:pt x="4664" y="771"/>
                  </a:lnTo>
                  <a:lnTo>
                    <a:pt x="4665" y="791"/>
                  </a:lnTo>
                  <a:lnTo>
                    <a:pt x="4666" y="813"/>
                  </a:lnTo>
                  <a:lnTo>
                    <a:pt x="4666" y="833"/>
                  </a:lnTo>
                  <a:lnTo>
                    <a:pt x="4666" y="853"/>
                  </a:lnTo>
                  <a:lnTo>
                    <a:pt x="4666" y="881"/>
                  </a:lnTo>
                  <a:lnTo>
                    <a:pt x="4665" y="909"/>
                  </a:lnTo>
                  <a:lnTo>
                    <a:pt x="4664" y="935"/>
                  </a:lnTo>
                  <a:lnTo>
                    <a:pt x="4663" y="961"/>
                  </a:lnTo>
                  <a:lnTo>
                    <a:pt x="4661" y="987"/>
                  </a:lnTo>
                  <a:lnTo>
                    <a:pt x="4658" y="1011"/>
                  </a:lnTo>
                  <a:lnTo>
                    <a:pt x="4655" y="1035"/>
                  </a:lnTo>
                  <a:lnTo>
                    <a:pt x="4652" y="1059"/>
                  </a:lnTo>
                  <a:lnTo>
                    <a:pt x="4648" y="1081"/>
                  </a:lnTo>
                  <a:lnTo>
                    <a:pt x="4644" y="1101"/>
                  </a:lnTo>
                  <a:lnTo>
                    <a:pt x="4640" y="1123"/>
                  </a:lnTo>
                  <a:lnTo>
                    <a:pt x="4635" y="1143"/>
                  </a:lnTo>
                  <a:lnTo>
                    <a:pt x="4629" y="1161"/>
                  </a:lnTo>
                  <a:lnTo>
                    <a:pt x="4623" y="1181"/>
                  </a:lnTo>
                  <a:lnTo>
                    <a:pt x="4617" y="1197"/>
                  </a:lnTo>
                  <a:lnTo>
                    <a:pt x="4610" y="1215"/>
                  </a:lnTo>
                  <a:lnTo>
                    <a:pt x="4603" y="1231"/>
                  </a:lnTo>
                  <a:lnTo>
                    <a:pt x="4595" y="1247"/>
                  </a:lnTo>
                  <a:lnTo>
                    <a:pt x="4587" y="1261"/>
                  </a:lnTo>
                  <a:lnTo>
                    <a:pt x="4578" y="1275"/>
                  </a:lnTo>
                  <a:lnTo>
                    <a:pt x="4569" y="1289"/>
                  </a:lnTo>
                  <a:lnTo>
                    <a:pt x="4560" y="1303"/>
                  </a:lnTo>
                  <a:lnTo>
                    <a:pt x="4549" y="1315"/>
                  </a:lnTo>
                  <a:lnTo>
                    <a:pt x="4539" y="1327"/>
                  </a:lnTo>
                  <a:lnTo>
                    <a:pt x="4528" y="1337"/>
                  </a:lnTo>
                  <a:lnTo>
                    <a:pt x="4516" y="1349"/>
                  </a:lnTo>
                  <a:lnTo>
                    <a:pt x="4504" y="1358"/>
                  </a:lnTo>
                  <a:lnTo>
                    <a:pt x="4491" y="1366"/>
                  </a:lnTo>
                  <a:lnTo>
                    <a:pt x="4478" y="1374"/>
                  </a:lnTo>
                  <a:lnTo>
                    <a:pt x="4465" y="1382"/>
                  </a:lnTo>
                  <a:lnTo>
                    <a:pt x="4436" y="1396"/>
                  </a:lnTo>
                  <a:lnTo>
                    <a:pt x="4571" y="1700"/>
                  </a:lnTo>
                  <a:lnTo>
                    <a:pt x="4579" y="1722"/>
                  </a:lnTo>
                  <a:lnTo>
                    <a:pt x="4589" y="1744"/>
                  </a:lnTo>
                  <a:lnTo>
                    <a:pt x="4612" y="1792"/>
                  </a:lnTo>
                  <a:lnTo>
                    <a:pt x="4628" y="1828"/>
                  </a:lnTo>
                  <a:lnTo>
                    <a:pt x="4642" y="1862"/>
                  </a:lnTo>
                  <a:lnTo>
                    <a:pt x="4648" y="1878"/>
                  </a:lnTo>
                  <a:lnTo>
                    <a:pt x="4653" y="1892"/>
                  </a:lnTo>
                  <a:lnTo>
                    <a:pt x="4662" y="1920"/>
                  </a:lnTo>
                  <a:close/>
                  <a:moveTo>
                    <a:pt x="4276" y="1091"/>
                  </a:moveTo>
                  <a:lnTo>
                    <a:pt x="4294" y="1089"/>
                  </a:lnTo>
                  <a:lnTo>
                    <a:pt x="4311" y="1087"/>
                  </a:lnTo>
                  <a:lnTo>
                    <a:pt x="4320" y="1085"/>
                  </a:lnTo>
                  <a:lnTo>
                    <a:pt x="4327" y="1081"/>
                  </a:lnTo>
                  <a:lnTo>
                    <a:pt x="4342" y="1075"/>
                  </a:lnTo>
                  <a:lnTo>
                    <a:pt x="4356" y="1067"/>
                  </a:lnTo>
                  <a:lnTo>
                    <a:pt x="4368" y="1057"/>
                  </a:lnTo>
                  <a:lnTo>
                    <a:pt x="4374" y="1051"/>
                  </a:lnTo>
                  <a:lnTo>
                    <a:pt x="4379" y="1045"/>
                  </a:lnTo>
                  <a:lnTo>
                    <a:pt x="4384" y="1039"/>
                  </a:lnTo>
                  <a:lnTo>
                    <a:pt x="4389" y="1033"/>
                  </a:lnTo>
                  <a:lnTo>
                    <a:pt x="4394" y="1025"/>
                  </a:lnTo>
                  <a:lnTo>
                    <a:pt x="4398" y="1017"/>
                  </a:lnTo>
                  <a:lnTo>
                    <a:pt x="4406" y="999"/>
                  </a:lnTo>
                  <a:lnTo>
                    <a:pt x="4412" y="981"/>
                  </a:lnTo>
                  <a:lnTo>
                    <a:pt x="4415" y="971"/>
                  </a:lnTo>
                  <a:lnTo>
                    <a:pt x="4417" y="959"/>
                  </a:lnTo>
                  <a:lnTo>
                    <a:pt x="4420" y="949"/>
                  </a:lnTo>
                  <a:lnTo>
                    <a:pt x="4421" y="937"/>
                  </a:lnTo>
                  <a:lnTo>
                    <a:pt x="4423" y="925"/>
                  </a:lnTo>
                  <a:lnTo>
                    <a:pt x="4424" y="913"/>
                  </a:lnTo>
                  <a:lnTo>
                    <a:pt x="4426" y="887"/>
                  </a:lnTo>
                  <a:lnTo>
                    <a:pt x="4427" y="873"/>
                  </a:lnTo>
                  <a:lnTo>
                    <a:pt x="4427" y="859"/>
                  </a:lnTo>
                  <a:lnTo>
                    <a:pt x="4426" y="835"/>
                  </a:lnTo>
                  <a:lnTo>
                    <a:pt x="4424" y="813"/>
                  </a:lnTo>
                  <a:lnTo>
                    <a:pt x="4422" y="791"/>
                  </a:lnTo>
                  <a:lnTo>
                    <a:pt x="4418" y="773"/>
                  </a:lnTo>
                  <a:lnTo>
                    <a:pt x="4413" y="755"/>
                  </a:lnTo>
                  <a:lnTo>
                    <a:pt x="4406" y="739"/>
                  </a:lnTo>
                  <a:lnTo>
                    <a:pt x="4399" y="723"/>
                  </a:lnTo>
                  <a:lnTo>
                    <a:pt x="4391" y="711"/>
                  </a:lnTo>
                  <a:lnTo>
                    <a:pt x="4381" y="699"/>
                  </a:lnTo>
                  <a:lnTo>
                    <a:pt x="4370" y="689"/>
                  </a:lnTo>
                  <a:lnTo>
                    <a:pt x="4358" y="681"/>
                  </a:lnTo>
                  <a:lnTo>
                    <a:pt x="4346" y="673"/>
                  </a:lnTo>
                  <a:lnTo>
                    <a:pt x="4331" y="669"/>
                  </a:lnTo>
                  <a:lnTo>
                    <a:pt x="4316" y="665"/>
                  </a:lnTo>
                  <a:lnTo>
                    <a:pt x="4300" y="663"/>
                  </a:lnTo>
                  <a:lnTo>
                    <a:pt x="4282" y="661"/>
                  </a:lnTo>
                  <a:lnTo>
                    <a:pt x="4165" y="661"/>
                  </a:lnTo>
                  <a:lnTo>
                    <a:pt x="4165" y="1091"/>
                  </a:lnTo>
                  <a:lnTo>
                    <a:pt x="4276" y="10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00"/>
            </a:p>
          </p:txBody>
        </p:sp>
      </p:grp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C2813E5-55F5-8A94-3DE1-71D49DDAE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B49FCC-92F2-4B67-BAF6-72DCD5B38B73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D8B47C5-11B1-0904-E798-3D21F88B9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393BD64-6D58-4343-D3B4-7FB7BB2348C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655153" y="0"/>
            <a:ext cx="4488848" cy="6858000"/>
          </a:xfrm>
          <a:custGeom>
            <a:avLst/>
            <a:gdLst>
              <a:gd name="connsiteX0" fmla="*/ 0 w 5985131"/>
              <a:gd name="connsiteY0" fmla="*/ 0 h 6858000"/>
              <a:gd name="connsiteX1" fmla="*/ 5985131 w 5985131"/>
              <a:gd name="connsiteY1" fmla="*/ 0 h 6858000"/>
              <a:gd name="connsiteX2" fmla="*/ 5985131 w 5985131"/>
              <a:gd name="connsiteY2" fmla="*/ 6858000 h 6858000"/>
              <a:gd name="connsiteX3" fmla="*/ 3519977 w 5985131"/>
              <a:gd name="connsiteY3" fmla="*/ 6858000 h 6858000"/>
              <a:gd name="connsiteX4" fmla="*/ 3079682 w 5985131"/>
              <a:gd name="connsiteY4" fmla="*/ 5999657 h 6858000"/>
              <a:gd name="connsiteX5" fmla="*/ 2639387 w 5985131"/>
              <a:gd name="connsiteY5" fmla="*/ 5142904 h 6858000"/>
              <a:gd name="connsiteX6" fmla="*/ 2199091 w 5985131"/>
              <a:gd name="connsiteY6" fmla="*/ 4286151 h 6858000"/>
              <a:gd name="connsiteX7" fmla="*/ 1759591 w 5985131"/>
              <a:gd name="connsiteY7" fmla="*/ 3428603 h 6858000"/>
              <a:gd name="connsiteX8" fmla="*/ 1319296 w 5985131"/>
              <a:gd name="connsiteY8" fmla="*/ 2570260 h 6858000"/>
              <a:gd name="connsiteX9" fmla="*/ 879001 w 5985131"/>
              <a:gd name="connsiteY9" fmla="*/ 1713507 h 6858000"/>
              <a:gd name="connsiteX10" fmla="*/ 438705 w 5985131"/>
              <a:gd name="connsiteY10" fmla="*/ 85675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985131" h="6858000">
                <a:moveTo>
                  <a:pt x="0" y="0"/>
                </a:moveTo>
                <a:lnTo>
                  <a:pt x="5985131" y="0"/>
                </a:lnTo>
                <a:lnTo>
                  <a:pt x="5985131" y="6858000"/>
                </a:lnTo>
                <a:lnTo>
                  <a:pt x="3519977" y="6858000"/>
                </a:lnTo>
                <a:lnTo>
                  <a:pt x="3079682" y="5999657"/>
                </a:lnTo>
                <a:lnTo>
                  <a:pt x="2639387" y="5142904"/>
                </a:lnTo>
                <a:lnTo>
                  <a:pt x="2199091" y="4286151"/>
                </a:lnTo>
                <a:lnTo>
                  <a:pt x="1759591" y="3428603"/>
                </a:lnTo>
                <a:lnTo>
                  <a:pt x="1319296" y="2570260"/>
                </a:lnTo>
                <a:lnTo>
                  <a:pt x="879001" y="1713507"/>
                </a:lnTo>
                <a:lnTo>
                  <a:pt x="438705" y="856753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 anchorCtr="0">
            <a:noAutofit/>
          </a:bodyPr>
          <a:lstStyle>
            <a:lvl1pPr algn="ctr"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AB1B99F8-BED3-40BA-BF01-99CD9175A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305991" y="6381328"/>
            <a:ext cx="269565" cy="143296"/>
          </a:xfrm>
        </p:spPr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551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Picture Light Blu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919D8-4647-F6A6-4F8F-664F998F80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991" y="1412876"/>
            <a:ext cx="4157997" cy="3024238"/>
          </a:xfrm>
        </p:spPr>
        <p:txBody>
          <a:bodyPr anchor="t" anchorCtr="0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thank you message.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2A9CFB3-2DB2-039B-17A5-C50A5777B96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5991" y="4581128"/>
            <a:ext cx="4157997" cy="144026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50"/>
              </a:spcBef>
              <a:buNone/>
              <a:defRPr sz="135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Contact details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5294374-980A-7525-7E71-40EF6F0AF9B3}"/>
              </a:ext>
            </a:extLst>
          </p:cNvPr>
          <p:cNvGrpSpPr>
            <a:grpSpLocks noChangeAspect="1"/>
          </p:cNvGrpSpPr>
          <p:nvPr/>
        </p:nvGrpSpPr>
        <p:grpSpPr>
          <a:xfrm>
            <a:off x="305991" y="576001"/>
            <a:ext cx="847800" cy="437949"/>
            <a:chOff x="2389188" y="1992313"/>
            <a:chExt cx="7424738" cy="2876551"/>
          </a:xfrm>
          <a:solidFill>
            <a:schemeClr val="bg1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C0324067-CF15-5490-4558-F90AFFF0CB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24113" y="4270376"/>
              <a:ext cx="7361238" cy="598488"/>
            </a:xfrm>
            <a:custGeom>
              <a:avLst/>
              <a:gdLst>
                <a:gd name="T0" fmla="*/ 4474 w 4637"/>
                <a:gd name="T1" fmla="*/ 613 h 753"/>
                <a:gd name="T2" fmla="*/ 4500 w 4637"/>
                <a:gd name="T3" fmla="*/ 735 h 753"/>
                <a:gd name="T4" fmla="*/ 4506 w 4637"/>
                <a:gd name="T5" fmla="*/ 214 h 753"/>
                <a:gd name="T6" fmla="*/ 61 w 4637"/>
                <a:gd name="T7" fmla="*/ 747 h 753"/>
                <a:gd name="T8" fmla="*/ 22 w 4637"/>
                <a:gd name="T9" fmla="*/ 20 h 753"/>
                <a:gd name="T10" fmla="*/ 263 w 4637"/>
                <a:gd name="T11" fmla="*/ 487 h 753"/>
                <a:gd name="T12" fmla="*/ 437 w 4637"/>
                <a:gd name="T13" fmla="*/ 699 h 753"/>
                <a:gd name="T14" fmla="*/ 246 w 4637"/>
                <a:gd name="T15" fmla="*/ 601 h 753"/>
                <a:gd name="T16" fmla="*/ 378 w 4637"/>
                <a:gd name="T17" fmla="*/ 212 h 753"/>
                <a:gd name="T18" fmla="*/ 409 w 4637"/>
                <a:gd name="T19" fmla="*/ 315 h 753"/>
                <a:gd name="T20" fmla="*/ 264 w 4637"/>
                <a:gd name="T21" fmla="*/ 399 h 753"/>
                <a:gd name="T22" fmla="*/ 506 w 4637"/>
                <a:gd name="T23" fmla="*/ 232 h 753"/>
                <a:gd name="T24" fmla="*/ 657 w 4637"/>
                <a:gd name="T25" fmla="*/ 220 h 753"/>
                <a:gd name="T26" fmla="*/ 657 w 4637"/>
                <a:gd name="T27" fmla="*/ 737 h 753"/>
                <a:gd name="T28" fmla="*/ 768 w 4637"/>
                <a:gd name="T29" fmla="*/ 14 h 753"/>
                <a:gd name="T30" fmla="*/ 918 w 4637"/>
                <a:gd name="T31" fmla="*/ 711 h 753"/>
                <a:gd name="T32" fmla="*/ 837 w 4637"/>
                <a:gd name="T33" fmla="*/ 415 h 753"/>
                <a:gd name="T34" fmla="*/ 973 w 4637"/>
                <a:gd name="T35" fmla="*/ 216 h 753"/>
                <a:gd name="T36" fmla="*/ 838 w 4637"/>
                <a:gd name="T37" fmla="*/ 325 h 753"/>
                <a:gd name="T38" fmla="*/ 982 w 4637"/>
                <a:gd name="T39" fmla="*/ 659 h 753"/>
                <a:gd name="T40" fmla="*/ 1245 w 4637"/>
                <a:gd name="T41" fmla="*/ 729 h 753"/>
                <a:gd name="T42" fmla="*/ 1265 w 4637"/>
                <a:gd name="T43" fmla="*/ 210 h 753"/>
                <a:gd name="T44" fmla="*/ 1267 w 4637"/>
                <a:gd name="T45" fmla="*/ 250 h 753"/>
                <a:gd name="T46" fmla="*/ 1276 w 4637"/>
                <a:gd name="T47" fmla="*/ 711 h 753"/>
                <a:gd name="T48" fmla="*/ 1456 w 4637"/>
                <a:gd name="T49" fmla="*/ 6 h 753"/>
                <a:gd name="T50" fmla="*/ 1617 w 4637"/>
                <a:gd name="T51" fmla="*/ 675 h 753"/>
                <a:gd name="T52" fmla="*/ 1700 w 4637"/>
                <a:gd name="T53" fmla="*/ 751 h 753"/>
                <a:gd name="T54" fmla="*/ 1581 w 4637"/>
                <a:gd name="T55" fmla="*/ 315 h 753"/>
                <a:gd name="T56" fmla="*/ 1767 w 4637"/>
                <a:gd name="T57" fmla="*/ 365 h 753"/>
                <a:gd name="T58" fmla="*/ 1681 w 4637"/>
                <a:gd name="T59" fmla="*/ 242 h 753"/>
                <a:gd name="T60" fmla="*/ 2012 w 4637"/>
                <a:gd name="T61" fmla="*/ 731 h 753"/>
                <a:gd name="T62" fmla="*/ 1849 w 4637"/>
                <a:gd name="T63" fmla="*/ 591 h 753"/>
                <a:gd name="T64" fmla="*/ 1999 w 4637"/>
                <a:gd name="T65" fmla="*/ 276 h 753"/>
                <a:gd name="T66" fmla="*/ 1926 w 4637"/>
                <a:gd name="T67" fmla="*/ 204 h 753"/>
                <a:gd name="T68" fmla="*/ 2031 w 4637"/>
                <a:gd name="T69" fmla="*/ 741 h 753"/>
                <a:gd name="T70" fmla="*/ 1881 w 4637"/>
                <a:gd name="T71" fmla="*/ 671 h 753"/>
                <a:gd name="T72" fmla="*/ 2299 w 4637"/>
                <a:gd name="T73" fmla="*/ 355 h 753"/>
                <a:gd name="T74" fmla="*/ 2139 w 4637"/>
                <a:gd name="T75" fmla="*/ 747 h 753"/>
                <a:gd name="T76" fmla="*/ 2224 w 4637"/>
                <a:gd name="T77" fmla="*/ 204 h 753"/>
                <a:gd name="T78" fmla="*/ 2652 w 4637"/>
                <a:gd name="T79" fmla="*/ 753 h 753"/>
                <a:gd name="T80" fmla="*/ 2541 w 4637"/>
                <a:gd name="T81" fmla="*/ 208 h 753"/>
                <a:gd name="T82" fmla="*/ 2681 w 4637"/>
                <a:gd name="T83" fmla="*/ 248 h 753"/>
                <a:gd name="T84" fmla="*/ 2937 w 4637"/>
                <a:gd name="T85" fmla="*/ 751 h 753"/>
                <a:gd name="T86" fmla="*/ 2789 w 4637"/>
                <a:gd name="T87" fmla="*/ 737 h 753"/>
                <a:gd name="T88" fmla="*/ 2882 w 4637"/>
                <a:gd name="T89" fmla="*/ 206 h 753"/>
                <a:gd name="T90" fmla="*/ 3232 w 4637"/>
                <a:gd name="T91" fmla="*/ 487 h 753"/>
                <a:gd name="T92" fmla="*/ 3235 w 4637"/>
                <a:gd name="T93" fmla="*/ 697 h 753"/>
                <a:gd name="T94" fmla="*/ 3046 w 4637"/>
                <a:gd name="T95" fmla="*/ 615 h 753"/>
                <a:gd name="T96" fmla="*/ 3166 w 4637"/>
                <a:gd name="T97" fmla="*/ 206 h 753"/>
                <a:gd name="T98" fmla="*/ 3210 w 4637"/>
                <a:gd name="T99" fmla="*/ 321 h 753"/>
                <a:gd name="T100" fmla="*/ 3064 w 4637"/>
                <a:gd name="T101" fmla="*/ 379 h 753"/>
                <a:gd name="T102" fmla="*/ 3618 w 4637"/>
                <a:gd name="T103" fmla="*/ 305 h 753"/>
                <a:gd name="T104" fmla="*/ 3458 w 4637"/>
                <a:gd name="T105" fmla="*/ 208 h 753"/>
                <a:gd name="T106" fmla="*/ 3634 w 4637"/>
                <a:gd name="T107" fmla="*/ 282 h 753"/>
                <a:gd name="T108" fmla="*/ 3781 w 4637"/>
                <a:gd name="T109" fmla="*/ 232 h 753"/>
                <a:gd name="T110" fmla="*/ 3859 w 4637"/>
                <a:gd name="T111" fmla="*/ 319 h 753"/>
                <a:gd name="T112" fmla="*/ 4039 w 4637"/>
                <a:gd name="T113" fmla="*/ 290 h 753"/>
                <a:gd name="T114" fmla="*/ 3965 w 4637"/>
                <a:gd name="T115" fmla="*/ 753 h 753"/>
                <a:gd name="T116" fmla="*/ 3901 w 4637"/>
                <a:gd name="T117" fmla="*/ 272 h 753"/>
                <a:gd name="T118" fmla="*/ 3919 w 4637"/>
                <a:gd name="T119" fmla="*/ 703 h 753"/>
                <a:gd name="T120" fmla="*/ 4206 w 4637"/>
                <a:gd name="T121" fmla="*/ 250 h 753"/>
                <a:gd name="T122" fmla="*/ 4166 w 4637"/>
                <a:gd name="T123" fmla="*/ 216 h 753"/>
                <a:gd name="T124" fmla="*/ 4339 w 4637"/>
                <a:gd name="T125" fmla="*/ 753 h 7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37" h="753">
                  <a:moveTo>
                    <a:pt x="4615" y="254"/>
                  </a:moveTo>
                  <a:lnTo>
                    <a:pt x="4599" y="250"/>
                  </a:lnTo>
                  <a:lnTo>
                    <a:pt x="4580" y="246"/>
                  </a:lnTo>
                  <a:lnTo>
                    <a:pt x="4561" y="242"/>
                  </a:lnTo>
                  <a:lnTo>
                    <a:pt x="4545" y="242"/>
                  </a:lnTo>
                  <a:lnTo>
                    <a:pt x="4535" y="242"/>
                  </a:lnTo>
                  <a:lnTo>
                    <a:pt x="4526" y="244"/>
                  </a:lnTo>
                  <a:lnTo>
                    <a:pt x="4517" y="248"/>
                  </a:lnTo>
                  <a:lnTo>
                    <a:pt x="4509" y="254"/>
                  </a:lnTo>
                  <a:lnTo>
                    <a:pt x="4503" y="262"/>
                  </a:lnTo>
                  <a:lnTo>
                    <a:pt x="4496" y="270"/>
                  </a:lnTo>
                  <a:lnTo>
                    <a:pt x="4493" y="276"/>
                  </a:lnTo>
                  <a:lnTo>
                    <a:pt x="4491" y="280"/>
                  </a:lnTo>
                  <a:lnTo>
                    <a:pt x="4488" y="286"/>
                  </a:lnTo>
                  <a:lnTo>
                    <a:pt x="4486" y="292"/>
                  </a:lnTo>
                  <a:lnTo>
                    <a:pt x="4482" y="305"/>
                  </a:lnTo>
                  <a:lnTo>
                    <a:pt x="4477" y="319"/>
                  </a:lnTo>
                  <a:lnTo>
                    <a:pt x="4474" y="337"/>
                  </a:lnTo>
                  <a:lnTo>
                    <a:pt x="4471" y="355"/>
                  </a:lnTo>
                  <a:lnTo>
                    <a:pt x="4470" y="375"/>
                  </a:lnTo>
                  <a:lnTo>
                    <a:pt x="4468" y="395"/>
                  </a:lnTo>
                  <a:lnTo>
                    <a:pt x="4468" y="417"/>
                  </a:lnTo>
                  <a:lnTo>
                    <a:pt x="4467" y="443"/>
                  </a:lnTo>
                  <a:lnTo>
                    <a:pt x="4467" y="509"/>
                  </a:lnTo>
                  <a:lnTo>
                    <a:pt x="4468" y="533"/>
                  </a:lnTo>
                  <a:lnTo>
                    <a:pt x="4468" y="555"/>
                  </a:lnTo>
                  <a:lnTo>
                    <a:pt x="4470" y="575"/>
                  </a:lnTo>
                  <a:lnTo>
                    <a:pt x="4471" y="595"/>
                  </a:lnTo>
                  <a:lnTo>
                    <a:pt x="4474" y="613"/>
                  </a:lnTo>
                  <a:lnTo>
                    <a:pt x="4477" y="631"/>
                  </a:lnTo>
                  <a:lnTo>
                    <a:pt x="4480" y="647"/>
                  </a:lnTo>
                  <a:lnTo>
                    <a:pt x="4485" y="659"/>
                  </a:lnTo>
                  <a:lnTo>
                    <a:pt x="4490" y="673"/>
                  </a:lnTo>
                  <a:lnTo>
                    <a:pt x="4496" y="683"/>
                  </a:lnTo>
                  <a:lnTo>
                    <a:pt x="4502" y="693"/>
                  </a:lnTo>
                  <a:lnTo>
                    <a:pt x="4505" y="697"/>
                  </a:lnTo>
                  <a:lnTo>
                    <a:pt x="4509" y="701"/>
                  </a:lnTo>
                  <a:lnTo>
                    <a:pt x="4513" y="703"/>
                  </a:lnTo>
                  <a:lnTo>
                    <a:pt x="4517" y="707"/>
                  </a:lnTo>
                  <a:lnTo>
                    <a:pt x="4525" y="711"/>
                  </a:lnTo>
                  <a:lnTo>
                    <a:pt x="4535" y="713"/>
                  </a:lnTo>
                  <a:lnTo>
                    <a:pt x="4545" y="713"/>
                  </a:lnTo>
                  <a:lnTo>
                    <a:pt x="4563" y="713"/>
                  </a:lnTo>
                  <a:lnTo>
                    <a:pt x="4582" y="709"/>
                  </a:lnTo>
                  <a:lnTo>
                    <a:pt x="4600" y="705"/>
                  </a:lnTo>
                  <a:lnTo>
                    <a:pt x="4615" y="701"/>
                  </a:lnTo>
                  <a:lnTo>
                    <a:pt x="4615" y="254"/>
                  </a:lnTo>
                  <a:close/>
                  <a:moveTo>
                    <a:pt x="4629" y="735"/>
                  </a:moveTo>
                  <a:lnTo>
                    <a:pt x="4611" y="741"/>
                  </a:lnTo>
                  <a:lnTo>
                    <a:pt x="4600" y="745"/>
                  </a:lnTo>
                  <a:lnTo>
                    <a:pt x="4590" y="747"/>
                  </a:lnTo>
                  <a:lnTo>
                    <a:pt x="4567" y="751"/>
                  </a:lnTo>
                  <a:lnTo>
                    <a:pt x="4545" y="753"/>
                  </a:lnTo>
                  <a:lnTo>
                    <a:pt x="4532" y="753"/>
                  </a:lnTo>
                  <a:lnTo>
                    <a:pt x="4521" y="749"/>
                  </a:lnTo>
                  <a:lnTo>
                    <a:pt x="4510" y="743"/>
                  </a:lnTo>
                  <a:lnTo>
                    <a:pt x="4505" y="739"/>
                  </a:lnTo>
                  <a:lnTo>
                    <a:pt x="4500" y="735"/>
                  </a:lnTo>
                  <a:lnTo>
                    <a:pt x="4491" y="725"/>
                  </a:lnTo>
                  <a:lnTo>
                    <a:pt x="4483" y="715"/>
                  </a:lnTo>
                  <a:lnTo>
                    <a:pt x="4478" y="707"/>
                  </a:lnTo>
                  <a:lnTo>
                    <a:pt x="4475" y="701"/>
                  </a:lnTo>
                  <a:lnTo>
                    <a:pt x="4468" y="685"/>
                  </a:lnTo>
                  <a:lnTo>
                    <a:pt x="4463" y="669"/>
                  </a:lnTo>
                  <a:lnTo>
                    <a:pt x="4458" y="649"/>
                  </a:lnTo>
                  <a:lnTo>
                    <a:pt x="4454" y="629"/>
                  </a:lnTo>
                  <a:lnTo>
                    <a:pt x="4451" y="607"/>
                  </a:lnTo>
                  <a:lnTo>
                    <a:pt x="4448" y="585"/>
                  </a:lnTo>
                  <a:lnTo>
                    <a:pt x="4447" y="561"/>
                  </a:lnTo>
                  <a:lnTo>
                    <a:pt x="4445" y="535"/>
                  </a:lnTo>
                  <a:lnTo>
                    <a:pt x="4445" y="509"/>
                  </a:lnTo>
                  <a:lnTo>
                    <a:pt x="4445" y="443"/>
                  </a:lnTo>
                  <a:lnTo>
                    <a:pt x="4446" y="413"/>
                  </a:lnTo>
                  <a:lnTo>
                    <a:pt x="4447" y="387"/>
                  </a:lnTo>
                  <a:lnTo>
                    <a:pt x="4449" y="361"/>
                  </a:lnTo>
                  <a:lnTo>
                    <a:pt x="4451" y="337"/>
                  </a:lnTo>
                  <a:lnTo>
                    <a:pt x="4455" y="315"/>
                  </a:lnTo>
                  <a:lnTo>
                    <a:pt x="4459" y="298"/>
                  </a:lnTo>
                  <a:lnTo>
                    <a:pt x="4464" y="280"/>
                  </a:lnTo>
                  <a:lnTo>
                    <a:pt x="4470" y="264"/>
                  </a:lnTo>
                  <a:lnTo>
                    <a:pt x="4473" y="256"/>
                  </a:lnTo>
                  <a:lnTo>
                    <a:pt x="4476" y="248"/>
                  </a:lnTo>
                  <a:lnTo>
                    <a:pt x="4485" y="236"/>
                  </a:lnTo>
                  <a:lnTo>
                    <a:pt x="4489" y="232"/>
                  </a:lnTo>
                  <a:lnTo>
                    <a:pt x="4493" y="226"/>
                  </a:lnTo>
                  <a:lnTo>
                    <a:pt x="4502" y="218"/>
                  </a:lnTo>
                  <a:lnTo>
                    <a:pt x="4506" y="214"/>
                  </a:lnTo>
                  <a:lnTo>
                    <a:pt x="4511" y="212"/>
                  </a:lnTo>
                  <a:lnTo>
                    <a:pt x="4522" y="206"/>
                  </a:lnTo>
                  <a:lnTo>
                    <a:pt x="4527" y="204"/>
                  </a:lnTo>
                  <a:lnTo>
                    <a:pt x="4533" y="204"/>
                  </a:lnTo>
                  <a:lnTo>
                    <a:pt x="4545" y="202"/>
                  </a:lnTo>
                  <a:lnTo>
                    <a:pt x="4561" y="204"/>
                  </a:lnTo>
                  <a:lnTo>
                    <a:pt x="4580" y="206"/>
                  </a:lnTo>
                  <a:lnTo>
                    <a:pt x="4598" y="212"/>
                  </a:lnTo>
                  <a:lnTo>
                    <a:pt x="4615" y="218"/>
                  </a:lnTo>
                  <a:lnTo>
                    <a:pt x="4615" y="20"/>
                  </a:lnTo>
                  <a:lnTo>
                    <a:pt x="4615" y="16"/>
                  </a:lnTo>
                  <a:lnTo>
                    <a:pt x="4615" y="12"/>
                  </a:lnTo>
                  <a:lnTo>
                    <a:pt x="4617" y="6"/>
                  </a:lnTo>
                  <a:lnTo>
                    <a:pt x="4618" y="4"/>
                  </a:lnTo>
                  <a:lnTo>
                    <a:pt x="4620" y="2"/>
                  </a:lnTo>
                  <a:lnTo>
                    <a:pt x="4623" y="0"/>
                  </a:lnTo>
                  <a:lnTo>
                    <a:pt x="4628" y="0"/>
                  </a:lnTo>
                  <a:lnTo>
                    <a:pt x="4632" y="2"/>
                  </a:lnTo>
                  <a:lnTo>
                    <a:pt x="4635" y="6"/>
                  </a:lnTo>
                  <a:lnTo>
                    <a:pt x="4636" y="12"/>
                  </a:lnTo>
                  <a:lnTo>
                    <a:pt x="4637" y="20"/>
                  </a:lnTo>
                  <a:lnTo>
                    <a:pt x="4637" y="715"/>
                  </a:lnTo>
                  <a:lnTo>
                    <a:pt x="4637" y="723"/>
                  </a:lnTo>
                  <a:lnTo>
                    <a:pt x="4636" y="725"/>
                  </a:lnTo>
                  <a:lnTo>
                    <a:pt x="4635" y="727"/>
                  </a:lnTo>
                  <a:lnTo>
                    <a:pt x="4633" y="731"/>
                  </a:lnTo>
                  <a:lnTo>
                    <a:pt x="4629" y="735"/>
                  </a:lnTo>
                  <a:close/>
                  <a:moveTo>
                    <a:pt x="177" y="747"/>
                  </a:moveTo>
                  <a:lnTo>
                    <a:pt x="61" y="747"/>
                  </a:lnTo>
                  <a:lnTo>
                    <a:pt x="54" y="747"/>
                  </a:lnTo>
                  <a:lnTo>
                    <a:pt x="48" y="745"/>
                  </a:lnTo>
                  <a:lnTo>
                    <a:pt x="41" y="745"/>
                  </a:lnTo>
                  <a:lnTo>
                    <a:pt x="36" y="741"/>
                  </a:lnTo>
                  <a:lnTo>
                    <a:pt x="30" y="739"/>
                  </a:lnTo>
                  <a:lnTo>
                    <a:pt x="28" y="737"/>
                  </a:lnTo>
                  <a:lnTo>
                    <a:pt x="25" y="733"/>
                  </a:lnTo>
                  <a:lnTo>
                    <a:pt x="21" y="729"/>
                  </a:lnTo>
                  <a:lnTo>
                    <a:pt x="16" y="723"/>
                  </a:lnTo>
                  <a:lnTo>
                    <a:pt x="13" y="715"/>
                  </a:lnTo>
                  <a:lnTo>
                    <a:pt x="9" y="707"/>
                  </a:lnTo>
                  <a:lnTo>
                    <a:pt x="7" y="699"/>
                  </a:lnTo>
                  <a:lnTo>
                    <a:pt x="4" y="687"/>
                  </a:lnTo>
                  <a:lnTo>
                    <a:pt x="3" y="677"/>
                  </a:lnTo>
                  <a:lnTo>
                    <a:pt x="1" y="663"/>
                  </a:lnTo>
                  <a:lnTo>
                    <a:pt x="1" y="649"/>
                  </a:lnTo>
                  <a:lnTo>
                    <a:pt x="0" y="635"/>
                  </a:lnTo>
                  <a:lnTo>
                    <a:pt x="0" y="20"/>
                  </a:lnTo>
                  <a:lnTo>
                    <a:pt x="0" y="16"/>
                  </a:lnTo>
                  <a:lnTo>
                    <a:pt x="1" y="12"/>
                  </a:lnTo>
                  <a:lnTo>
                    <a:pt x="3" y="6"/>
                  </a:lnTo>
                  <a:lnTo>
                    <a:pt x="4" y="4"/>
                  </a:lnTo>
                  <a:lnTo>
                    <a:pt x="5" y="2"/>
                  </a:lnTo>
                  <a:lnTo>
                    <a:pt x="9" y="0"/>
                  </a:lnTo>
                  <a:lnTo>
                    <a:pt x="14" y="0"/>
                  </a:lnTo>
                  <a:lnTo>
                    <a:pt x="17" y="2"/>
                  </a:lnTo>
                  <a:lnTo>
                    <a:pt x="20" y="6"/>
                  </a:lnTo>
                  <a:lnTo>
                    <a:pt x="22" y="12"/>
                  </a:lnTo>
                  <a:lnTo>
                    <a:pt x="22" y="20"/>
                  </a:lnTo>
                  <a:lnTo>
                    <a:pt x="22" y="635"/>
                  </a:lnTo>
                  <a:lnTo>
                    <a:pt x="23" y="645"/>
                  </a:lnTo>
                  <a:lnTo>
                    <a:pt x="23" y="655"/>
                  </a:lnTo>
                  <a:lnTo>
                    <a:pt x="24" y="665"/>
                  </a:lnTo>
                  <a:lnTo>
                    <a:pt x="25" y="671"/>
                  </a:lnTo>
                  <a:lnTo>
                    <a:pt x="27" y="679"/>
                  </a:lnTo>
                  <a:lnTo>
                    <a:pt x="28" y="685"/>
                  </a:lnTo>
                  <a:lnTo>
                    <a:pt x="30" y="689"/>
                  </a:lnTo>
                  <a:lnTo>
                    <a:pt x="33" y="693"/>
                  </a:lnTo>
                  <a:lnTo>
                    <a:pt x="35" y="697"/>
                  </a:lnTo>
                  <a:lnTo>
                    <a:pt x="38" y="699"/>
                  </a:lnTo>
                  <a:lnTo>
                    <a:pt x="45" y="703"/>
                  </a:lnTo>
                  <a:lnTo>
                    <a:pt x="53" y="705"/>
                  </a:lnTo>
                  <a:lnTo>
                    <a:pt x="61" y="705"/>
                  </a:lnTo>
                  <a:lnTo>
                    <a:pt x="177" y="705"/>
                  </a:lnTo>
                  <a:lnTo>
                    <a:pt x="181" y="707"/>
                  </a:lnTo>
                  <a:lnTo>
                    <a:pt x="182" y="709"/>
                  </a:lnTo>
                  <a:lnTo>
                    <a:pt x="184" y="711"/>
                  </a:lnTo>
                  <a:lnTo>
                    <a:pt x="186" y="715"/>
                  </a:lnTo>
                  <a:lnTo>
                    <a:pt x="186" y="719"/>
                  </a:lnTo>
                  <a:lnTo>
                    <a:pt x="187" y="723"/>
                  </a:lnTo>
                  <a:lnTo>
                    <a:pt x="187" y="731"/>
                  </a:lnTo>
                  <a:lnTo>
                    <a:pt x="186" y="733"/>
                  </a:lnTo>
                  <a:lnTo>
                    <a:pt x="186" y="737"/>
                  </a:lnTo>
                  <a:lnTo>
                    <a:pt x="184" y="743"/>
                  </a:lnTo>
                  <a:lnTo>
                    <a:pt x="181" y="745"/>
                  </a:lnTo>
                  <a:lnTo>
                    <a:pt x="177" y="747"/>
                  </a:lnTo>
                  <a:close/>
                  <a:moveTo>
                    <a:pt x="433" y="487"/>
                  </a:moveTo>
                  <a:lnTo>
                    <a:pt x="263" y="487"/>
                  </a:lnTo>
                  <a:lnTo>
                    <a:pt x="263" y="509"/>
                  </a:lnTo>
                  <a:lnTo>
                    <a:pt x="263" y="539"/>
                  </a:lnTo>
                  <a:lnTo>
                    <a:pt x="264" y="553"/>
                  </a:lnTo>
                  <a:lnTo>
                    <a:pt x="265" y="565"/>
                  </a:lnTo>
                  <a:lnTo>
                    <a:pt x="266" y="579"/>
                  </a:lnTo>
                  <a:lnTo>
                    <a:pt x="267" y="591"/>
                  </a:lnTo>
                  <a:lnTo>
                    <a:pt x="270" y="613"/>
                  </a:lnTo>
                  <a:lnTo>
                    <a:pt x="274" y="631"/>
                  </a:lnTo>
                  <a:lnTo>
                    <a:pt x="279" y="647"/>
                  </a:lnTo>
                  <a:lnTo>
                    <a:pt x="284" y="663"/>
                  </a:lnTo>
                  <a:lnTo>
                    <a:pt x="287" y="669"/>
                  </a:lnTo>
                  <a:lnTo>
                    <a:pt x="290" y="675"/>
                  </a:lnTo>
                  <a:lnTo>
                    <a:pt x="293" y="681"/>
                  </a:lnTo>
                  <a:lnTo>
                    <a:pt x="296" y="685"/>
                  </a:lnTo>
                  <a:lnTo>
                    <a:pt x="303" y="693"/>
                  </a:lnTo>
                  <a:lnTo>
                    <a:pt x="311" y="701"/>
                  </a:lnTo>
                  <a:lnTo>
                    <a:pt x="319" y="705"/>
                  </a:lnTo>
                  <a:lnTo>
                    <a:pt x="327" y="709"/>
                  </a:lnTo>
                  <a:lnTo>
                    <a:pt x="336" y="713"/>
                  </a:lnTo>
                  <a:lnTo>
                    <a:pt x="345" y="713"/>
                  </a:lnTo>
                  <a:lnTo>
                    <a:pt x="354" y="713"/>
                  </a:lnTo>
                  <a:lnTo>
                    <a:pt x="372" y="713"/>
                  </a:lnTo>
                  <a:lnTo>
                    <a:pt x="390" y="709"/>
                  </a:lnTo>
                  <a:lnTo>
                    <a:pt x="410" y="703"/>
                  </a:lnTo>
                  <a:lnTo>
                    <a:pt x="429" y="697"/>
                  </a:lnTo>
                  <a:lnTo>
                    <a:pt x="431" y="697"/>
                  </a:lnTo>
                  <a:lnTo>
                    <a:pt x="432" y="697"/>
                  </a:lnTo>
                  <a:lnTo>
                    <a:pt x="436" y="697"/>
                  </a:lnTo>
                  <a:lnTo>
                    <a:pt x="437" y="699"/>
                  </a:lnTo>
                  <a:lnTo>
                    <a:pt x="438" y="703"/>
                  </a:lnTo>
                  <a:lnTo>
                    <a:pt x="439" y="705"/>
                  </a:lnTo>
                  <a:lnTo>
                    <a:pt x="439" y="709"/>
                  </a:lnTo>
                  <a:lnTo>
                    <a:pt x="439" y="721"/>
                  </a:lnTo>
                  <a:lnTo>
                    <a:pt x="438" y="725"/>
                  </a:lnTo>
                  <a:lnTo>
                    <a:pt x="437" y="729"/>
                  </a:lnTo>
                  <a:lnTo>
                    <a:pt x="436" y="731"/>
                  </a:lnTo>
                  <a:lnTo>
                    <a:pt x="434" y="733"/>
                  </a:lnTo>
                  <a:lnTo>
                    <a:pt x="430" y="737"/>
                  </a:lnTo>
                  <a:lnTo>
                    <a:pt x="411" y="743"/>
                  </a:lnTo>
                  <a:lnTo>
                    <a:pt x="391" y="749"/>
                  </a:lnTo>
                  <a:lnTo>
                    <a:pt x="372" y="751"/>
                  </a:lnTo>
                  <a:lnTo>
                    <a:pt x="354" y="753"/>
                  </a:lnTo>
                  <a:lnTo>
                    <a:pt x="343" y="753"/>
                  </a:lnTo>
                  <a:lnTo>
                    <a:pt x="331" y="751"/>
                  </a:lnTo>
                  <a:lnTo>
                    <a:pt x="320" y="747"/>
                  </a:lnTo>
                  <a:lnTo>
                    <a:pt x="310" y="741"/>
                  </a:lnTo>
                  <a:lnTo>
                    <a:pt x="300" y="735"/>
                  </a:lnTo>
                  <a:lnTo>
                    <a:pt x="295" y="731"/>
                  </a:lnTo>
                  <a:lnTo>
                    <a:pt x="291" y="727"/>
                  </a:lnTo>
                  <a:lnTo>
                    <a:pt x="282" y="715"/>
                  </a:lnTo>
                  <a:lnTo>
                    <a:pt x="274" y="703"/>
                  </a:lnTo>
                  <a:lnTo>
                    <a:pt x="270" y="695"/>
                  </a:lnTo>
                  <a:lnTo>
                    <a:pt x="267" y="687"/>
                  </a:lnTo>
                  <a:lnTo>
                    <a:pt x="260" y="669"/>
                  </a:lnTo>
                  <a:lnTo>
                    <a:pt x="255" y="649"/>
                  </a:lnTo>
                  <a:lnTo>
                    <a:pt x="250" y="627"/>
                  </a:lnTo>
                  <a:lnTo>
                    <a:pt x="248" y="615"/>
                  </a:lnTo>
                  <a:lnTo>
                    <a:pt x="246" y="601"/>
                  </a:lnTo>
                  <a:lnTo>
                    <a:pt x="243" y="573"/>
                  </a:lnTo>
                  <a:lnTo>
                    <a:pt x="241" y="543"/>
                  </a:lnTo>
                  <a:lnTo>
                    <a:pt x="241" y="527"/>
                  </a:lnTo>
                  <a:lnTo>
                    <a:pt x="241" y="509"/>
                  </a:lnTo>
                  <a:lnTo>
                    <a:pt x="241" y="443"/>
                  </a:lnTo>
                  <a:lnTo>
                    <a:pt x="241" y="417"/>
                  </a:lnTo>
                  <a:lnTo>
                    <a:pt x="242" y="391"/>
                  </a:lnTo>
                  <a:lnTo>
                    <a:pt x="245" y="369"/>
                  </a:lnTo>
                  <a:lnTo>
                    <a:pt x="247" y="345"/>
                  </a:lnTo>
                  <a:lnTo>
                    <a:pt x="249" y="335"/>
                  </a:lnTo>
                  <a:lnTo>
                    <a:pt x="251" y="325"/>
                  </a:lnTo>
                  <a:lnTo>
                    <a:pt x="253" y="315"/>
                  </a:lnTo>
                  <a:lnTo>
                    <a:pt x="255" y="305"/>
                  </a:lnTo>
                  <a:lnTo>
                    <a:pt x="258" y="296"/>
                  </a:lnTo>
                  <a:lnTo>
                    <a:pt x="261" y="288"/>
                  </a:lnTo>
                  <a:lnTo>
                    <a:pt x="267" y="270"/>
                  </a:lnTo>
                  <a:lnTo>
                    <a:pt x="274" y="256"/>
                  </a:lnTo>
                  <a:lnTo>
                    <a:pt x="281" y="242"/>
                  </a:lnTo>
                  <a:lnTo>
                    <a:pt x="289" y="230"/>
                  </a:lnTo>
                  <a:lnTo>
                    <a:pt x="299" y="220"/>
                  </a:lnTo>
                  <a:lnTo>
                    <a:pt x="308" y="212"/>
                  </a:lnTo>
                  <a:lnTo>
                    <a:pt x="319" y="208"/>
                  </a:lnTo>
                  <a:lnTo>
                    <a:pt x="330" y="204"/>
                  </a:lnTo>
                  <a:lnTo>
                    <a:pt x="336" y="202"/>
                  </a:lnTo>
                  <a:lnTo>
                    <a:pt x="343" y="202"/>
                  </a:lnTo>
                  <a:lnTo>
                    <a:pt x="355" y="204"/>
                  </a:lnTo>
                  <a:lnTo>
                    <a:pt x="361" y="204"/>
                  </a:lnTo>
                  <a:lnTo>
                    <a:pt x="367" y="206"/>
                  </a:lnTo>
                  <a:lnTo>
                    <a:pt x="378" y="212"/>
                  </a:lnTo>
                  <a:lnTo>
                    <a:pt x="383" y="216"/>
                  </a:lnTo>
                  <a:lnTo>
                    <a:pt x="387" y="220"/>
                  </a:lnTo>
                  <a:lnTo>
                    <a:pt x="397" y="230"/>
                  </a:lnTo>
                  <a:lnTo>
                    <a:pt x="405" y="240"/>
                  </a:lnTo>
                  <a:lnTo>
                    <a:pt x="412" y="254"/>
                  </a:lnTo>
                  <a:lnTo>
                    <a:pt x="416" y="260"/>
                  </a:lnTo>
                  <a:lnTo>
                    <a:pt x="419" y="268"/>
                  </a:lnTo>
                  <a:lnTo>
                    <a:pt x="424" y="286"/>
                  </a:lnTo>
                  <a:lnTo>
                    <a:pt x="429" y="303"/>
                  </a:lnTo>
                  <a:lnTo>
                    <a:pt x="433" y="323"/>
                  </a:lnTo>
                  <a:lnTo>
                    <a:pt x="437" y="343"/>
                  </a:lnTo>
                  <a:lnTo>
                    <a:pt x="439" y="365"/>
                  </a:lnTo>
                  <a:lnTo>
                    <a:pt x="441" y="389"/>
                  </a:lnTo>
                  <a:lnTo>
                    <a:pt x="442" y="415"/>
                  </a:lnTo>
                  <a:lnTo>
                    <a:pt x="443" y="441"/>
                  </a:lnTo>
                  <a:lnTo>
                    <a:pt x="443" y="469"/>
                  </a:lnTo>
                  <a:lnTo>
                    <a:pt x="443" y="473"/>
                  </a:lnTo>
                  <a:lnTo>
                    <a:pt x="442" y="475"/>
                  </a:lnTo>
                  <a:lnTo>
                    <a:pt x="440" y="483"/>
                  </a:lnTo>
                  <a:lnTo>
                    <a:pt x="437" y="487"/>
                  </a:lnTo>
                  <a:lnTo>
                    <a:pt x="433" y="487"/>
                  </a:lnTo>
                  <a:close/>
                  <a:moveTo>
                    <a:pt x="421" y="441"/>
                  </a:moveTo>
                  <a:lnTo>
                    <a:pt x="420" y="417"/>
                  </a:lnTo>
                  <a:lnTo>
                    <a:pt x="420" y="397"/>
                  </a:lnTo>
                  <a:lnTo>
                    <a:pt x="418" y="375"/>
                  </a:lnTo>
                  <a:lnTo>
                    <a:pt x="416" y="357"/>
                  </a:lnTo>
                  <a:lnTo>
                    <a:pt x="414" y="339"/>
                  </a:lnTo>
                  <a:lnTo>
                    <a:pt x="411" y="321"/>
                  </a:lnTo>
                  <a:lnTo>
                    <a:pt x="409" y="315"/>
                  </a:lnTo>
                  <a:lnTo>
                    <a:pt x="407" y="307"/>
                  </a:lnTo>
                  <a:lnTo>
                    <a:pt x="403" y="294"/>
                  </a:lnTo>
                  <a:lnTo>
                    <a:pt x="400" y="288"/>
                  </a:lnTo>
                  <a:lnTo>
                    <a:pt x="398" y="282"/>
                  </a:lnTo>
                  <a:lnTo>
                    <a:pt x="395" y="276"/>
                  </a:lnTo>
                  <a:lnTo>
                    <a:pt x="392" y="272"/>
                  </a:lnTo>
                  <a:lnTo>
                    <a:pt x="389" y="266"/>
                  </a:lnTo>
                  <a:lnTo>
                    <a:pt x="386" y="262"/>
                  </a:lnTo>
                  <a:lnTo>
                    <a:pt x="379" y="256"/>
                  </a:lnTo>
                  <a:lnTo>
                    <a:pt x="371" y="250"/>
                  </a:lnTo>
                  <a:lnTo>
                    <a:pt x="362" y="246"/>
                  </a:lnTo>
                  <a:lnTo>
                    <a:pt x="353" y="242"/>
                  </a:lnTo>
                  <a:lnTo>
                    <a:pt x="343" y="242"/>
                  </a:lnTo>
                  <a:lnTo>
                    <a:pt x="332" y="242"/>
                  </a:lnTo>
                  <a:lnTo>
                    <a:pt x="328" y="244"/>
                  </a:lnTo>
                  <a:lnTo>
                    <a:pt x="323" y="246"/>
                  </a:lnTo>
                  <a:lnTo>
                    <a:pt x="314" y="250"/>
                  </a:lnTo>
                  <a:lnTo>
                    <a:pt x="307" y="256"/>
                  </a:lnTo>
                  <a:lnTo>
                    <a:pt x="299" y="264"/>
                  </a:lnTo>
                  <a:lnTo>
                    <a:pt x="293" y="274"/>
                  </a:lnTo>
                  <a:lnTo>
                    <a:pt x="287" y="284"/>
                  </a:lnTo>
                  <a:lnTo>
                    <a:pt x="282" y="298"/>
                  </a:lnTo>
                  <a:lnTo>
                    <a:pt x="277" y="311"/>
                  </a:lnTo>
                  <a:lnTo>
                    <a:pt x="275" y="317"/>
                  </a:lnTo>
                  <a:lnTo>
                    <a:pt x="273" y="325"/>
                  </a:lnTo>
                  <a:lnTo>
                    <a:pt x="270" y="343"/>
                  </a:lnTo>
                  <a:lnTo>
                    <a:pt x="268" y="361"/>
                  </a:lnTo>
                  <a:lnTo>
                    <a:pt x="266" y="379"/>
                  </a:lnTo>
                  <a:lnTo>
                    <a:pt x="264" y="399"/>
                  </a:lnTo>
                  <a:lnTo>
                    <a:pt x="263" y="421"/>
                  </a:lnTo>
                  <a:lnTo>
                    <a:pt x="263" y="443"/>
                  </a:lnTo>
                  <a:lnTo>
                    <a:pt x="421" y="447"/>
                  </a:lnTo>
                  <a:lnTo>
                    <a:pt x="421" y="441"/>
                  </a:lnTo>
                  <a:close/>
                  <a:moveTo>
                    <a:pt x="649" y="751"/>
                  </a:moveTo>
                  <a:lnTo>
                    <a:pt x="636" y="753"/>
                  </a:lnTo>
                  <a:lnTo>
                    <a:pt x="622" y="753"/>
                  </a:lnTo>
                  <a:lnTo>
                    <a:pt x="610" y="753"/>
                  </a:lnTo>
                  <a:lnTo>
                    <a:pt x="598" y="749"/>
                  </a:lnTo>
                  <a:lnTo>
                    <a:pt x="593" y="745"/>
                  </a:lnTo>
                  <a:lnTo>
                    <a:pt x="589" y="741"/>
                  </a:lnTo>
                  <a:lnTo>
                    <a:pt x="584" y="737"/>
                  </a:lnTo>
                  <a:lnTo>
                    <a:pt x="581" y="731"/>
                  </a:lnTo>
                  <a:lnTo>
                    <a:pt x="577" y="725"/>
                  </a:lnTo>
                  <a:lnTo>
                    <a:pt x="574" y="717"/>
                  </a:lnTo>
                  <a:lnTo>
                    <a:pt x="571" y="709"/>
                  </a:lnTo>
                  <a:lnTo>
                    <a:pt x="569" y="699"/>
                  </a:lnTo>
                  <a:lnTo>
                    <a:pt x="568" y="687"/>
                  </a:lnTo>
                  <a:lnTo>
                    <a:pt x="566" y="675"/>
                  </a:lnTo>
                  <a:lnTo>
                    <a:pt x="566" y="659"/>
                  </a:lnTo>
                  <a:lnTo>
                    <a:pt x="565" y="645"/>
                  </a:lnTo>
                  <a:lnTo>
                    <a:pt x="565" y="248"/>
                  </a:lnTo>
                  <a:lnTo>
                    <a:pt x="516" y="248"/>
                  </a:lnTo>
                  <a:lnTo>
                    <a:pt x="512" y="248"/>
                  </a:lnTo>
                  <a:lnTo>
                    <a:pt x="510" y="246"/>
                  </a:lnTo>
                  <a:lnTo>
                    <a:pt x="509" y="244"/>
                  </a:lnTo>
                  <a:lnTo>
                    <a:pt x="507" y="240"/>
                  </a:lnTo>
                  <a:lnTo>
                    <a:pt x="506" y="236"/>
                  </a:lnTo>
                  <a:lnTo>
                    <a:pt x="506" y="232"/>
                  </a:lnTo>
                  <a:lnTo>
                    <a:pt x="506" y="222"/>
                  </a:lnTo>
                  <a:lnTo>
                    <a:pt x="506" y="220"/>
                  </a:lnTo>
                  <a:lnTo>
                    <a:pt x="507" y="216"/>
                  </a:lnTo>
                  <a:lnTo>
                    <a:pt x="508" y="214"/>
                  </a:lnTo>
                  <a:lnTo>
                    <a:pt x="509" y="212"/>
                  </a:lnTo>
                  <a:lnTo>
                    <a:pt x="510" y="210"/>
                  </a:lnTo>
                  <a:lnTo>
                    <a:pt x="512" y="208"/>
                  </a:lnTo>
                  <a:lnTo>
                    <a:pt x="516" y="208"/>
                  </a:lnTo>
                  <a:lnTo>
                    <a:pt x="565" y="208"/>
                  </a:lnTo>
                  <a:lnTo>
                    <a:pt x="565" y="104"/>
                  </a:lnTo>
                  <a:lnTo>
                    <a:pt x="566" y="96"/>
                  </a:lnTo>
                  <a:lnTo>
                    <a:pt x="567" y="94"/>
                  </a:lnTo>
                  <a:lnTo>
                    <a:pt x="568" y="90"/>
                  </a:lnTo>
                  <a:lnTo>
                    <a:pt x="569" y="88"/>
                  </a:lnTo>
                  <a:lnTo>
                    <a:pt x="570" y="86"/>
                  </a:lnTo>
                  <a:lnTo>
                    <a:pt x="572" y="86"/>
                  </a:lnTo>
                  <a:lnTo>
                    <a:pt x="574" y="84"/>
                  </a:lnTo>
                  <a:lnTo>
                    <a:pt x="580" y="84"/>
                  </a:lnTo>
                  <a:lnTo>
                    <a:pt x="583" y="86"/>
                  </a:lnTo>
                  <a:lnTo>
                    <a:pt x="585" y="90"/>
                  </a:lnTo>
                  <a:lnTo>
                    <a:pt x="587" y="96"/>
                  </a:lnTo>
                  <a:lnTo>
                    <a:pt x="588" y="104"/>
                  </a:lnTo>
                  <a:lnTo>
                    <a:pt x="588" y="208"/>
                  </a:lnTo>
                  <a:lnTo>
                    <a:pt x="648" y="208"/>
                  </a:lnTo>
                  <a:lnTo>
                    <a:pt x="651" y="208"/>
                  </a:lnTo>
                  <a:lnTo>
                    <a:pt x="653" y="210"/>
                  </a:lnTo>
                  <a:lnTo>
                    <a:pt x="654" y="212"/>
                  </a:lnTo>
                  <a:lnTo>
                    <a:pt x="656" y="216"/>
                  </a:lnTo>
                  <a:lnTo>
                    <a:pt x="657" y="220"/>
                  </a:lnTo>
                  <a:lnTo>
                    <a:pt x="657" y="222"/>
                  </a:lnTo>
                  <a:lnTo>
                    <a:pt x="657" y="232"/>
                  </a:lnTo>
                  <a:lnTo>
                    <a:pt x="657" y="236"/>
                  </a:lnTo>
                  <a:lnTo>
                    <a:pt x="656" y="240"/>
                  </a:lnTo>
                  <a:lnTo>
                    <a:pt x="654" y="244"/>
                  </a:lnTo>
                  <a:lnTo>
                    <a:pt x="653" y="246"/>
                  </a:lnTo>
                  <a:lnTo>
                    <a:pt x="651" y="248"/>
                  </a:lnTo>
                  <a:lnTo>
                    <a:pt x="648" y="248"/>
                  </a:lnTo>
                  <a:lnTo>
                    <a:pt x="588" y="248"/>
                  </a:lnTo>
                  <a:lnTo>
                    <a:pt x="588" y="645"/>
                  </a:lnTo>
                  <a:lnTo>
                    <a:pt x="588" y="665"/>
                  </a:lnTo>
                  <a:lnTo>
                    <a:pt x="590" y="681"/>
                  </a:lnTo>
                  <a:lnTo>
                    <a:pt x="593" y="693"/>
                  </a:lnTo>
                  <a:lnTo>
                    <a:pt x="595" y="697"/>
                  </a:lnTo>
                  <a:lnTo>
                    <a:pt x="597" y="701"/>
                  </a:lnTo>
                  <a:lnTo>
                    <a:pt x="599" y="705"/>
                  </a:lnTo>
                  <a:lnTo>
                    <a:pt x="602" y="707"/>
                  </a:lnTo>
                  <a:lnTo>
                    <a:pt x="605" y="711"/>
                  </a:lnTo>
                  <a:lnTo>
                    <a:pt x="608" y="711"/>
                  </a:lnTo>
                  <a:lnTo>
                    <a:pt x="615" y="713"/>
                  </a:lnTo>
                  <a:lnTo>
                    <a:pt x="622" y="713"/>
                  </a:lnTo>
                  <a:lnTo>
                    <a:pt x="647" y="713"/>
                  </a:lnTo>
                  <a:lnTo>
                    <a:pt x="651" y="715"/>
                  </a:lnTo>
                  <a:lnTo>
                    <a:pt x="655" y="717"/>
                  </a:lnTo>
                  <a:lnTo>
                    <a:pt x="656" y="719"/>
                  </a:lnTo>
                  <a:lnTo>
                    <a:pt x="657" y="723"/>
                  </a:lnTo>
                  <a:lnTo>
                    <a:pt x="657" y="725"/>
                  </a:lnTo>
                  <a:lnTo>
                    <a:pt x="657" y="729"/>
                  </a:lnTo>
                  <a:lnTo>
                    <a:pt x="657" y="737"/>
                  </a:lnTo>
                  <a:lnTo>
                    <a:pt x="655" y="743"/>
                  </a:lnTo>
                  <a:lnTo>
                    <a:pt x="654" y="747"/>
                  </a:lnTo>
                  <a:lnTo>
                    <a:pt x="653" y="747"/>
                  </a:lnTo>
                  <a:lnTo>
                    <a:pt x="649" y="751"/>
                  </a:lnTo>
                  <a:close/>
                  <a:moveTo>
                    <a:pt x="767" y="20"/>
                  </a:moveTo>
                  <a:lnTo>
                    <a:pt x="743" y="192"/>
                  </a:lnTo>
                  <a:lnTo>
                    <a:pt x="742" y="202"/>
                  </a:lnTo>
                  <a:lnTo>
                    <a:pt x="740" y="208"/>
                  </a:lnTo>
                  <a:lnTo>
                    <a:pt x="737" y="210"/>
                  </a:lnTo>
                  <a:lnTo>
                    <a:pt x="734" y="212"/>
                  </a:lnTo>
                  <a:lnTo>
                    <a:pt x="726" y="212"/>
                  </a:lnTo>
                  <a:lnTo>
                    <a:pt x="724" y="210"/>
                  </a:lnTo>
                  <a:lnTo>
                    <a:pt x="722" y="208"/>
                  </a:lnTo>
                  <a:lnTo>
                    <a:pt x="722" y="206"/>
                  </a:lnTo>
                  <a:lnTo>
                    <a:pt x="722" y="202"/>
                  </a:lnTo>
                  <a:lnTo>
                    <a:pt x="722" y="198"/>
                  </a:lnTo>
                  <a:lnTo>
                    <a:pt x="722" y="192"/>
                  </a:lnTo>
                  <a:lnTo>
                    <a:pt x="743" y="20"/>
                  </a:lnTo>
                  <a:lnTo>
                    <a:pt x="744" y="10"/>
                  </a:lnTo>
                  <a:lnTo>
                    <a:pt x="745" y="6"/>
                  </a:lnTo>
                  <a:lnTo>
                    <a:pt x="746" y="4"/>
                  </a:lnTo>
                  <a:lnTo>
                    <a:pt x="749" y="2"/>
                  </a:lnTo>
                  <a:lnTo>
                    <a:pt x="753" y="0"/>
                  </a:lnTo>
                  <a:lnTo>
                    <a:pt x="762" y="0"/>
                  </a:lnTo>
                  <a:lnTo>
                    <a:pt x="765" y="0"/>
                  </a:lnTo>
                  <a:lnTo>
                    <a:pt x="767" y="2"/>
                  </a:lnTo>
                  <a:lnTo>
                    <a:pt x="768" y="6"/>
                  </a:lnTo>
                  <a:lnTo>
                    <a:pt x="768" y="12"/>
                  </a:lnTo>
                  <a:lnTo>
                    <a:pt x="768" y="14"/>
                  </a:lnTo>
                  <a:lnTo>
                    <a:pt x="767" y="20"/>
                  </a:lnTo>
                  <a:close/>
                  <a:moveTo>
                    <a:pt x="898" y="753"/>
                  </a:moveTo>
                  <a:lnTo>
                    <a:pt x="879" y="753"/>
                  </a:lnTo>
                  <a:lnTo>
                    <a:pt x="859" y="749"/>
                  </a:lnTo>
                  <a:lnTo>
                    <a:pt x="841" y="745"/>
                  </a:lnTo>
                  <a:lnTo>
                    <a:pt x="825" y="739"/>
                  </a:lnTo>
                  <a:lnTo>
                    <a:pt x="820" y="737"/>
                  </a:lnTo>
                  <a:lnTo>
                    <a:pt x="818" y="735"/>
                  </a:lnTo>
                  <a:lnTo>
                    <a:pt x="817" y="735"/>
                  </a:lnTo>
                  <a:lnTo>
                    <a:pt x="815" y="733"/>
                  </a:lnTo>
                  <a:lnTo>
                    <a:pt x="814" y="729"/>
                  </a:lnTo>
                  <a:lnTo>
                    <a:pt x="814" y="727"/>
                  </a:lnTo>
                  <a:lnTo>
                    <a:pt x="814" y="723"/>
                  </a:lnTo>
                  <a:lnTo>
                    <a:pt x="814" y="711"/>
                  </a:lnTo>
                  <a:lnTo>
                    <a:pt x="814" y="707"/>
                  </a:lnTo>
                  <a:lnTo>
                    <a:pt x="814" y="705"/>
                  </a:lnTo>
                  <a:lnTo>
                    <a:pt x="816" y="701"/>
                  </a:lnTo>
                  <a:lnTo>
                    <a:pt x="817" y="699"/>
                  </a:lnTo>
                  <a:lnTo>
                    <a:pt x="819" y="699"/>
                  </a:lnTo>
                  <a:lnTo>
                    <a:pt x="820" y="697"/>
                  </a:lnTo>
                  <a:lnTo>
                    <a:pt x="822" y="697"/>
                  </a:lnTo>
                  <a:lnTo>
                    <a:pt x="825" y="697"/>
                  </a:lnTo>
                  <a:lnTo>
                    <a:pt x="844" y="703"/>
                  </a:lnTo>
                  <a:lnTo>
                    <a:pt x="863" y="709"/>
                  </a:lnTo>
                  <a:lnTo>
                    <a:pt x="873" y="711"/>
                  </a:lnTo>
                  <a:lnTo>
                    <a:pt x="882" y="713"/>
                  </a:lnTo>
                  <a:lnTo>
                    <a:pt x="899" y="713"/>
                  </a:lnTo>
                  <a:lnTo>
                    <a:pt x="912" y="713"/>
                  </a:lnTo>
                  <a:lnTo>
                    <a:pt x="918" y="711"/>
                  </a:lnTo>
                  <a:lnTo>
                    <a:pt x="924" y="709"/>
                  </a:lnTo>
                  <a:lnTo>
                    <a:pt x="930" y="707"/>
                  </a:lnTo>
                  <a:lnTo>
                    <a:pt x="935" y="703"/>
                  </a:lnTo>
                  <a:lnTo>
                    <a:pt x="940" y="699"/>
                  </a:lnTo>
                  <a:lnTo>
                    <a:pt x="944" y="695"/>
                  </a:lnTo>
                  <a:lnTo>
                    <a:pt x="948" y="689"/>
                  </a:lnTo>
                  <a:lnTo>
                    <a:pt x="952" y="681"/>
                  </a:lnTo>
                  <a:lnTo>
                    <a:pt x="955" y="673"/>
                  </a:lnTo>
                  <a:lnTo>
                    <a:pt x="958" y="663"/>
                  </a:lnTo>
                  <a:lnTo>
                    <a:pt x="960" y="653"/>
                  </a:lnTo>
                  <a:lnTo>
                    <a:pt x="961" y="641"/>
                  </a:lnTo>
                  <a:lnTo>
                    <a:pt x="962" y="627"/>
                  </a:lnTo>
                  <a:lnTo>
                    <a:pt x="963" y="613"/>
                  </a:lnTo>
                  <a:lnTo>
                    <a:pt x="962" y="599"/>
                  </a:lnTo>
                  <a:lnTo>
                    <a:pt x="960" y="585"/>
                  </a:lnTo>
                  <a:lnTo>
                    <a:pt x="959" y="579"/>
                  </a:lnTo>
                  <a:lnTo>
                    <a:pt x="957" y="573"/>
                  </a:lnTo>
                  <a:lnTo>
                    <a:pt x="952" y="561"/>
                  </a:lnTo>
                  <a:lnTo>
                    <a:pt x="949" y="555"/>
                  </a:lnTo>
                  <a:lnTo>
                    <a:pt x="945" y="547"/>
                  </a:lnTo>
                  <a:lnTo>
                    <a:pt x="935" y="535"/>
                  </a:lnTo>
                  <a:lnTo>
                    <a:pt x="924" y="519"/>
                  </a:lnTo>
                  <a:lnTo>
                    <a:pt x="909" y="503"/>
                  </a:lnTo>
                  <a:lnTo>
                    <a:pt x="877" y="469"/>
                  </a:lnTo>
                  <a:lnTo>
                    <a:pt x="864" y="453"/>
                  </a:lnTo>
                  <a:lnTo>
                    <a:pt x="852" y="439"/>
                  </a:lnTo>
                  <a:lnTo>
                    <a:pt x="841" y="423"/>
                  </a:lnTo>
                  <a:lnTo>
                    <a:pt x="839" y="419"/>
                  </a:lnTo>
                  <a:lnTo>
                    <a:pt x="837" y="415"/>
                  </a:lnTo>
                  <a:lnTo>
                    <a:pt x="832" y="407"/>
                  </a:lnTo>
                  <a:lnTo>
                    <a:pt x="829" y="399"/>
                  </a:lnTo>
                  <a:lnTo>
                    <a:pt x="825" y="389"/>
                  </a:lnTo>
                  <a:lnTo>
                    <a:pt x="823" y="381"/>
                  </a:lnTo>
                  <a:lnTo>
                    <a:pt x="820" y="371"/>
                  </a:lnTo>
                  <a:lnTo>
                    <a:pt x="819" y="361"/>
                  </a:lnTo>
                  <a:lnTo>
                    <a:pt x="817" y="349"/>
                  </a:lnTo>
                  <a:lnTo>
                    <a:pt x="816" y="337"/>
                  </a:lnTo>
                  <a:lnTo>
                    <a:pt x="816" y="325"/>
                  </a:lnTo>
                  <a:lnTo>
                    <a:pt x="817" y="309"/>
                  </a:lnTo>
                  <a:lnTo>
                    <a:pt x="818" y="294"/>
                  </a:lnTo>
                  <a:lnTo>
                    <a:pt x="820" y="280"/>
                  </a:lnTo>
                  <a:lnTo>
                    <a:pt x="823" y="268"/>
                  </a:lnTo>
                  <a:lnTo>
                    <a:pt x="826" y="256"/>
                  </a:lnTo>
                  <a:lnTo>
                    <a:pt x="830" y="246"/>
                  </a:lnTo>
                  <a:lnTo>
                    <a:pt x="835" y="238"/>
                  </a:lnTo>
                  <a:lnTo>
                    <a:pt x="840" y="230"/>
                  </a:lnTo>
                  <a:lnTo>
                    <a:pt x="845" y="222"/>
                  </a:lnTo>
                  <a:lnTo>
                    <a:pt x="851" y="216"/>
                  </a:lnTo>
                  <a:lnTo>
                    <a:pt x="858" y="212"/>
                  </a:lnTo>
                  <a:lnTo>
                    <a:pt x="864" y="208"/>
                  </a:lnTo>
                  <a:lnTo>
                    <a:pt x="871" y="206"/>
                  </a:lnTo>
                  <a:lnTo>
                    <a:pt x="878" y="204"/>
                  </a:lnTo>
                  <a:lnTo>
                    <a:pt x="893" y="202"/>
                  </a:lnTo>
                  <a:lnTo>
                    <a:pt x="917" y="204"/>
                  </a:lnTo>
                  <a:lnTo>
                    <a:pt x="936" y="206"/>
                  </a:lnTo>
                  <a:lnTo>
                    <a:pt x="965" y="212"/>
                  </a:lnTo>
                  <a:lnTo>
                    <a:pt x="970" y="214"/>
                  </a:lnTo>
                  <a:lnTo>
                    <a:pt x="973" y="216"/>
                  </a:lnTo>
                  <a:lnTo>
                    <a:pt x="974" y="218"/>
                  </a:lnTo>
                  <a:lnTo>
                    <a:pt x="975" y="220"/>
                  </a:lnTo>
                  <a:lnTo>
                    <a:pt x="976" y="224"/>
                  </a:lnTo>
                  <a:lnTo>
                    <a:pt x="976" y="228"/>
                  </a:lnTo>
                  <a:lnTo>
                    <a:pt x="976" y="236"/>
                  </a:lnTo>
                  <a:lnTo>
                    <a:pt x="975" y="246"/>
                  </a:lnTo>
                  <a:lnTo>
                    <a:pt x="973" y="252"/>
                  </a:lnTo>
                  <a:lnTo>
                    <a:pt x="970" y="254"/>
                  </a:lnTo>
                  <a:lnTo>
                    <a:pt x="965" y="252"/>
                  </a:lnTo>
                  <a:lnTo>
                    <a:pt x="953" y="250"/>
                  </a:lnTo>
                  <a:lnTo>
                    <a:pt x="936" y="246"/>
                  </a:lnTo>
                  <a:lnTo>
                    <a:pt x="926" y="244"/>
                  </a:lnTo>
                  <a:lnTo>
                    <a:pt x="916" y="244"/>
                  </a:lnTo>
                  <a:lnTo>
                    <a:pt x="895" y="242"/>
                  </a:lnTo>
                  <a:lnTo>
                    <a:pt x="883" y="242"/>
                  </a:lnTo>
                  <a:lnTo>
                    <a:pt x="873" y="244"/>
                  </a:lnTo>
                  <a:lnTo>
                    <a:pt x="868" y="246"/>
                  </a:lnTo>
                  <a:lnTo>
                    <a:pt x="863" y="250"/>
                  </a:lnTo>
                  <a:lnTo>
                    <a:pt x="859" y="254"/>
                  </a:lnTo>
                  <a:lnTo>
                    <a:pt x="855" y="258"/>
                  </a:lnTo>
                  <a:lnTo>
                    <a:pt x="851" y="262"/>
                  </a:lnTo>
                  <a:lnTo>
                    <a:pt x="848" y="268"/>
                  </a:lnTo>
                  <a:lnTo>
                    <a:pt x="845" y="276"/>
                  </a:lnTo>
                  <a:lnTo>
                    <a:pt x="844" y="278"/>
                  </a:lnTo>
                  <a:lnTo>
                    <a:pt x="843" y="282"/>
                  </a:lnTo>
                  <a:lnTo>
                    <a:pt x="841" y="292"/>
                  </a:lnTo>
                  <a:lnTo>
                    <a:pt x="839" y="301"/>
                  </a:lnTo>
                  <a:lnTo>
                    <a:pt x="839" y="313"/>
                  </a:lnTo>
                  <a:lnTo>
                    <a:pt x="838" y="325"/>
                  </a:lnTo>
                  <a:lnTo>
                    <a:pt x="838" y="333"/>
                  </a:lnTo>
                  <a:lnTo>
                    <a:pt x="839" y="341"/>
                  </a:lnTo>
                  <a:lnTo>
                    <a:pt x="840" y="349"/>
                  </a:lnTo>
                  <a:lnTo>
                    <a:pt x="842" y="355"/>
                  </a:lnTo>
                  <a:lnTo>
                    <a:pt x="843" y="363"/>
                  </a:lnTo>
                  <a:lnTo>
                    <a:pt x="846" y="369"/>
                  </a:lnTo>
                  <a:lnTo>
                    <a:pt x="848" y="375"/>
                  </a:lnTo>
                  <a:lnTo>
                    <a:pt x="851" y="381"/>
                  </a:lnTo>
                  <a:lnTo>
                    <a:pt x="858" y="393"/>
                  </a:lnTo>
                  <a:lnTo>
                    <a:pt x="867" y="405"/>
                  </a:lnTo>
                  <a:lnTo>
                    <a:pt x="876" y="417"/>
                  </a:lnTo>
                  <a:lnTo>
                    <a:pt x="887" y="431"/>
                  </a:lnTo>
                  <a:lnTo>
                    <a:pt x="921" y="467"/>
                  </a:lnTo>
                  <a:lnTo>
                    <a:pt x="936" y="485"/>
                  </a:lnTo>
                  <a:lnTo>
                    <a:pt x="948" y="501"/>
                  </a:lnTo>
                  <a:lnTo>
                    <a:pt x="954" y="509"/>
                  </a:lnTo>
                  <a:lnTo>
                    <a:pt x="959" y="517"/>
                  </a:lnTo>
                  <a:lnTo>
                    <a:pt x="968" y="533"/>
                  </a:lnTo>
                  <a:lnTo>
                    <a:pt x="972" y="541"/>
                  </a:lnTo>
                  <a:lnTo>
                    <a:pt x="976" y="551"/>
                  </a:lnTo>
                  <a:lnTo>
                    <a:pt x="978" y="559"/>
                  </a:lnTo>
                  <a:lnTo>
                    <a:pt x="981" y="569"/>
                  </a:lnTo>
                  <a:lnTo>
                    <a:pt x="982" y="579"/>
                  </a:lnTo>
                  <a:lnTo>
                    <a:pt x="984" y="589"/>
                  </a:lnTo>
                  <a:lnTo>
                    <a:pt x="985" y="601"/>
                  </a:lnTo>
                  <a:lnTo>
                    <a:pt x="985" y="613"/>
                  </a:lnTo>
                  <a:lnTo>
                    <a:pt x="984" y="633"/>
                  </a:lnTo>
                  <a:lnTo>
                    <a:pt x="983" y="651"/>
                  </a:lnTo>
                  <a:lnTo>
                    <a:pt x="982" y="659"/>
                  </a:lnTo>
                  <a:lnTo>
                    <a:pt x="981" y="667"/>
                  </a:lnTo>
                  <a:lnTo>
                    <a:pt x="979" y="673"/>
                  </a:lnTo>
                  <a:lnTo>
                    <a:pt x="978" y="681"/>
                  </a:lnTo>
                  <a:lnTo>
                    <a:pt x="974" y="693"/>
                  </a:lnTo>
                  <a:lnTo>
                    <a:pt x="972" y="699"/>
                  </a:lnTo>
                  <a:lnTo>
                    <a:pt x="970" y="705"/>
                  </a:lnTo>
                  <a:lnTo>
                    <a:pt x="964" y="715"/>
                  </a:lnTo>
                  <a:lnTo>
                    <a:pt x="959" y="723"/>
                  </a:lnTo>
                  <a:lnTo>
                    <a:pt x="953" y="731"/>
                  </a:lnTo>
                  <a:lnTo>
                    <a:pt x="946" y="737"/>
                  </a:lnTo>
                  <a:lnTo>
                    <a:pt x="939" y="743"/>
                  </a:lnTo>
                  <a:lnTo>
                    <a:pt x="931" y="747"/>
                  </a:lnTo>
                  <a:lnTo>
                    <a:pt x="923" y="749"/>
                  </a:lnTo>
                  <a:lnTo>
                    <a:pt x="915" y="751"/>
                  </a:lnTo>
                  <a:lnTo>
                    <a:pt x="906" y="753"/>
                  </a:lnTo>
                  <a:lnTo>
                    <a:pt x="898" y="753"/>
                  </a:lnTo>
                  <a:close/>
                  <a:moveTo>
                    <a:pt x="1357" y="745"/>
                  </a:moveTo>
                  <a:lnTo>
                    <a:pt x="1341" y="747"/>
                  </a:lnTo>
                  <a:lnTo>
                    <a:pt x="1324" y="751"/>
                  </a:lnTo>
                  <a:lnTo>
                    <a:pt x="1309" y="753"/>
                  </a:lnTo>
                  <a:lnTo>
                    <a:pt x="1296" y="753"/>
                  </a:lnTo>
                  <a:lnTo>
                    <a:pt x="1283" y="751"/>
                  </a:lnTo>
                  <a:lnTo>
                    <a:pt x="1277" y="751"/>
                  </a:lnTo>
                  <a:lnTo>
                    <a:pt x="1271" y="749"/>
                  </a:lnTo>
                  <a:lnTo>
                    <a:pt x="1265" y="745"/>
                  </a:lnTo>
                  <a:lnTo>
                    <a:pt x="1260" y="743"/>
                  </a:lnTo>
                  <a:lnTo>
                    <a:pt x="1255" y="739"/>
                  </a:lnTo>
                  <a:lnTo>
                    <a:pt x="1250" y="733"/>
                  </a:lnTo>
                  <a:lnTo>
                    <a:pt x="1245" y="729"/>
                  </a:lnTo>
                  <a:lnTo>
                    <a:pt x="1241" y="723"/>
                  </a:lnTo>
                  <a:lnTo>
                    <a:pt x="1233" y="711"/>
                  </a:lnTo>
                  <a:lnTo>
                    <a:pt x="1225" y="697"/>
                  </a:lnTo>
                  <a:lnTo>
                    <a:pt x="1219" y="681"/>
                  </a:lnTo>
                  <a:lnTo>
                    <a:pt x="1213" y="663"/>
                  </a:lnTo>
                  <a:lnTo>
                    <a:pt x="1209" y="645"/>
                  </a:lnTo>
                  <a:lnTo>
                    <a:pt x="1205" y="625"/>
                  </a:lnTo>
                  <a:lnTo>
                    <a:pt x="1202" y="603"/>
                  </a:lnTo>
                  <a:lnTo>
                    <a:pt x="1199" y="581"/>
                  </a:lnTo>
                  <a:lnTo>
                    <a:pt x="1197" y="557"/>
                  </a:lnTo>
                  <a:lnTo>
                    <a:pt x="1196" y="535"/>
                  </a:lnTo>
                  <a:lnTo>
                    <a:pt x="1196" y="509"/>
                  </a:lnTo>
                  <a:lnTo>
                    <a:pt x="1196" y="443"/>
                  </a:lnTo>
                  <a:lnTo>
                    <a:pt x="1196" y="417"/>
                  </a:lnTo>
                  <a:lnTo>
                    <a:pt x="1197" y="393"/>
                  </a:lnTo>
                  <a:lnTo>
                    <a:pt x="1199" y="371"/>
                  </a:lnTo>
                  <a:lnTo>
                    <a:pt x="1202" y="349"/>
                  </a:lnTo>
                  <a:lnTo>
                    <a:pt x="1205" y="327"/>
                  </a:lnTo>
                  <a:lnTo>
                    <a:pt x="1209" y="307"/>
                  </a:lnTo>
                  <a:lnTo>
                    <a:pt x="1213" y="290"/>
                  </a:lnTo>
                  <a:lnTo>
                    <a:pt x="1219" y="272"/>
                  </a:lnTo>
                  <a:lnTo>
                    <a:pt x="1222" y="264"/>
                  </a:lnTo>
                  <a:lnTo>
                    <a:pt x="1225" y="258"/>
                  </a:lnTo>
                  <a:lnTo>
                    <a:pt x="1233" y="244"/>
                  </a:lnTo>
                  <a:lnTo>
                    <a:pt x="1237" y="238"/>
                  </a:lnTo>
                  <a:lnTo>
                    <a:pt x="1241" y="232"/>
                  </a:lnTo>
                  <a:lnTo>
                    <a:pt x="1250" y="222"/>
                  </a:lnTo>
                  <a:lnTo>
                    <a:pt x="1260" y="214"/>
                  </a:lnTo>
                  <a:lnTo>
                    <a:pt x="1265" y="210"/>
                  </a:lnTo>
                  <a:lnTo>
                    <a:pt x="1271" y="208"/>
                  </a:lnTo>
                  <a:lnTo>
                    <a:pt x="1277" y="206"/>
                  </a:lnTo>
                  <a:lnTo>
                    <a:pt x="1283" y="204"/>
                  </a:lnTo>
                  <a:lnTo>
                    <a:pt x="1289" y="202"/>
                  </a:lnTo>
                  <a:lnTo>
                    <a:pt x="1296" y="202"/>
                  </a:lnTo>
                  <a:lnTo>
                    <a:pt x="1309" y="204"/>
                  </a:lnTo>
                  <a:lnTo>
                    <a:pt x="1324" y="206"/>
                  </a:lnTo>
                  <a:lnTo>
                    <a:pt x="1341" y="208"/>
                  </a:lnTo>
                  <a:lnTo>
                    <a:pt x="1357" y="212"/>
                  </a:lnTo>
                  <a:lnTo>
                    <a:pt x="1361" y="214"/>
                  </a:lnTo>
                  <a:lnTo>
                    <a:pt x="1364" y="218"/>
                  </a:lnTo>
                  <a:lnTo>
                    <a:pt x="1365" y="220"/>
                  </a:lnTo>
                  <a:lnTo>
                    <a:pt x="1366" y="222"/>
                  </a:lnTo>
                  <a:lnTo>
                    <a:pt x="1366" y="230"/>
                  </a:lnTo>
                  <a:lnTo>
                    <a:pt x="1366" y="236"/>
                  </a:lnTo>
                  <a:lnTo>
                    <a:pt x="1365" y="240"/>
                  </a:lnTo>
                  <a:lnTo>
                    <a:pt x="1365" y="244"/>
                  </a:lnTo>
                  <a:lnTo>
                    <a:pt x="1363" y="248"/>
                  </a:lnTo>
                  <a:lnTo>
                    <a:pt x="1362" y="250"/>
                  </a:lnTo>
                  <a:lnTo>
                    <a:pt x="1360" y="250"/>
                  </a:lnTo>
                  <a:lnTo>
                    <a:pt x="1356" y="250"/>
                  </a:lnTo>
                  <a:lnTo>
                    <a:pt x="1339" y="246"/>
                  </a:lnTo>
                  <a:lnTo>
                    <a:pt x="1323" y="244"/>
                  </a:lnTo>
                  <a:lnTo>
                    <a:pt x="1309" y="242"/>
                  </a:lnTo>
                  <a:lnTo>
                    <a:pt x="1296" y="242"/>
                  </a:lnTo>
                  <a:lnTo>
                    <a:pt x="1285" y="242"/>
                  </a:lnTo>
                  <a:lnTo>
                    <a:pt x="1276" y="246"/>
                  </a:lnTo>
                  <a:lnTo>
                    <a:pt x="1272" y="248"/>
                  </a:lnTo>
                  <a:lnTo>
                    <a:pt x="1267" y="250"/>
                  </a:lnTo>
                  <a:lnTo>
                    <a:pt x="1259" y="256"/>
                  </a:lnTo>
                  <a:lnTo>
                    <a:pt x="1252" y="264"/>
                  </a:lnTo>
                  <a:lnTo>
                    <a:pt x="1246" y="274"/>
                  </a:lnTo>
                  <a:lnTo>
                    <a:pt x="1240" y="284"/>
                  </a:lnTo>
                  <a:lnTo>
                    <a:pt x="1236" y="296"/>
                  </a:lnTo>
                  <a:lnTo>
                    <a:pt x="1231" y="309"/>
                  </a:lnTo>
                  <a:lnTo>
                    <a:pt x="1228" y="325"/>
                  </a:lnTo>
                  <a:lnTo>
                    <a:pt x="1225" y="341"/>
                  </a:lnTo>
                  <a:lnTo>
                    <a:pt x="1222" y="359"/>
                  </a:lnTo>
                  <a:lnTo>
                    <a:pt x="1221" y="379"/>
                  </a:lnTo>
                  <a:lnTo>
                    <a:pt x="1219" y="399"/>
                  </a:lnTo>
                  <a:lnTo>
                    <a:pt x="1219" y="419"/>
                  </a:lnTo>
                  <a:lnTo>
                    <a:pt x="1218" y="443"/>
                  </a:lnTo>
                  <a:lnTo>
                    <a:pt x="1218" y="509"/>
                  </a:lnTo>
                  <a:lnTo>
                    <a:pt x="1219" y="531"/>
                  </a:lnTo>
                  <a:lnTo>
                    <a:pt x="1219" y="553"/>
                  </a:lnTo>
                  <a:lnTo>
                    <a:pt x="1221" y="573"/>
                  </a:lnTo>
                  <a:lnTo>
                    <a:pt x="1222" y="593"/>
                  </a:lnTo>
                  <a:lnTo>
                    <a:pt x="1225" y="611"/>
                  </a:lnTo>
                  <a:lnTo>
                    <a:pt x="1228" y="627"/>
                  </a:lnTo>
                  <a:lnTo>
                    <a:pt x="1231" y="643"/>
                  </a:lnTo>
                  <a:lnTo>
                    <a:pt x="1236" y="657"/>
                  </a:lnTo>
                  <a:lnTo>
                    <a:pt x="1240" y="671"/>
                  </a:lnTo>
                  <a:lnTo>
                    <a:pt x="1246" y="681"/>
                  </a:lnTo>
                  <a:lnTo>
                    <a:pt x="1252" y="691"/>
                  </a:lnTo>
                  <a:lnTo>
                    <a:pt x="1259" y="699"/>
                  </a:lnTo>
                  <a:lnTo>
                    <a:pt x="1267" y="705"/>
                  </a:lnTo>
                  <a:lnTo>
                    <a:pt x="1272" y="709"/>
                  </a:lnTo>
                  <a:lnTo>
                    <a:pt x="1276" y="711"/>
                  </a:lnTo>
                  <a:lnTo>
                    <a:pt x="1285" y="713"/>
                  </a:lnTo>
                  <a:lnTo>
                    <a:pt x="1296" y="713"/>
                  </a:lnTo>
                  <a:lnTo>
                    <a:pt x="1309" y="713"/>
                  </a:lnTo>
                  <a:lnTo>
                    <a:pt x="1323" y="711"/>
                  </a:lnTo>
                  <a:lnTo>
                    <a:pt x="1339" y="709"/>
                  </a:lnTo>
                  <a:lnTo>
                    <a:pt x="1356" y="705"/>
                  </a:lnTo>
                  <a:lnTo>
                    <a:pt x="1360" y="705"/>
                  </a:lnTo>
                  <a:lnTo>
                    <a:pt x="1362" y="705"/>
                  </a:lnTo>
                  <a:lnTo>
                    <a:pt x="1363" y="707"/>
                  </a:lnTo>
                  <a:lnTo>
                    <a:pt x="1365" y="709"/>
                  </a:lnTo>
                  <a:lnTo>
                    <a:pt x="1365" y="711"/>
                  </a:lnTo>
                  <a:lnTo>
                    <a:pt x="1366" y="715"/>
                  </a:lnTo>
                  <a:lnTo>
                    <a:pt x="1366" y="719"/>
                  </a:lnTo>
                  <a:lnTo>
                    <a:pt x="1366" y="731"/>
                  </a:lnTo>
                  <a:lnTo>
                    <a:pt x="1365" y="735"/>
                  </a:lnTo>
                  <a:lnTo>
                    <a:pt x="1364" y="737"/>
                  </a:lnTo>
                  <a:lnTo>
                    <a:pt x="1363" y="741"/>
                  </a:lnTo>
                  <a:lnTo>
                    <a:pt x="1361" y="741"/>
                  </a:lnTo>
                  <a:lnTo>
                    <a:pt x="1357" y="745"/>
                  </a:lnTo>
                  <a:close/>
                  <a:moveTo>
                    <a:pt x="1467" y="753"/>
                  </a:moveTo>
                  <a:lnTo>
                    <a:pt x="1462" y="753"/>
                  </a:lnTo>
                  <a:lnTo>
                    <a:pt x="1458" y="751"/>
                  </a:lnTo>
                  <a:lnTo>
                    <a:pt x="1456" y="747"/>
                  </a:lnTo>
                  <a:lnTo>
                    <a:pt x="1454" y="741"/>
                  </a:lnTo>
                  <a:lnTo>
                    <a:pt x="1453" y="735"/>
                  </a:lnTo>
                  <a:lnTo>
                    <a:pt x="1453" y="20"/>
                  </a:lnTo>
                  <a:lnTo>
                    <a:pt x="1454" y="16"/>
                  </a:lnTo>
                  <a:lnTo>
                    <a:pt x="1454" y="12"/>
                  </a:lnTo>
                  <a:lnTo>
                    <a:pt x="1456" y="6"/>
                  </a:lnTo>
                  <a:lnTo>
                    <a:pt x="1457" y="4"/>
                  </a:lnTo>
                  <a:lnTo>
                    <a:pt x="1458" y="2"/>
                  </a:lnTo>
                  <a:lnTo>
                    <a:pt x="1462" y="0"/>
                  </a:lnTo>
                  <a:lnTo>
                    <a:pt x="1467" y="0"/>
                  </a:lnTo>
                  <a:lnTo>
                    <a:pt x="1470" y="2"/>
                  </a:lnTo>
                  <a:lnTo>
                    <a:pt x="1473" y="6"/>
                  </a:lnTo>
                  <a:lnTo>
                    <a:pt x="1475" y="12"/>
                  </a:lnTo>
                  <a:lnTo>
                    <a:pt x="1476" y="20"/>
                  </a:lnTo>
                  <a:lnTo>
                    <a:pt x="1476" y="735"/>
                  </a:lnTo>
                  <a:lnTo>
                    <a:pt x="1475" y="737"/>
                  </a:lnTo>
                  <a:lnTo>
                    <a:pt x="1475" y="741"/>
                  </a:lnTo>
                  <a:lnTo>
                    <a:pt x="1473" y="747"/>
                  </a:lnTo>
                  <a:lnTo>
                    <a:pt x="1472" y="749"/>
                  </a:lnTo>
                  <a:lnTo>
                    <a:pt x="1470" y="751"/>
                  </a:lnTo>
                  <a:lnTo>
                    <a:pt x="1467" y="753"/>
                  </a:lnTo>
                  <a:close/>
                  <a:moveTo>
                    <a:pt x="1761" y="487"/>
                  </a:moveTo>
                  <a:lnTo>
                    <a:pt x="1591" y="487"/>
                  </a:lnTo>
                  <a:lnTo>
                    <a:pt x="1591" y="509"/>
                  </a:lnTo>
                  <a:lnTo>
                    <a:pt x="1591" y="539"/>
                  </a:lnTo>
                  <a:lnTo>
                    <a:pt x="1592" y="553"/>
                  </a:lnTo>
                  <a:lnTo>
                    <a:pt x="1593" y="565"/>
                  </a:lnTo>
                  <a:lnTo>
                    <a:pt x="1594" y="579"/>
                  </a:lnTo>
                  <a:lnTo>
                    <a:pt x="1595" y="591"/>
                  </a:lnTo>
                  <a:lnTo>
                    <a:pt x="1598" y="613"/>
                  </a:lnTo>
                  <a:lnTo>
                    <a:pt x="1602" y="631"/>
                  </a:lnTo>
                  <a:lnTo>
                    <a:pt x="1606" y="647"/>
                  </a:lnTo>
                  <a:lnTo>
                    <a:pt x="1612" y="663"/>
                  </a:lnTo>
                  <a:lnTo>
                    <a:pt x="1614" y="669"/>
                  </a:lnTo>
                  <a:lnTo>
                    <a:pt x="1617" y="675"/>
                  </a:lnTo>
                  <a:lnTo>
                    <a:pt x="1621" y="681"/>
                  </a:lnTo>
                  <a:lnTo>
                    <a:pt x="1624" y="685"/>
                  </a:lnTo>
                  <a:lnTo>
                    <a:pt x="1631" y="693"/>
                  </a:lnTo>
                  <a:lnTo>
                    <a:pt x="1638" y="701"/>
                  </a:lnTo>
                  <a:lnTo>
                    <a:pt x="1646" y="705"/>
                  </a:lnTo>
                  <a:lnTo>
                    <a:pt x="1655" y="709"/>
                  </a:lnTo>
                  <a:lnTo>
                    <a:pt x="1664" y="713"/>
                  </a:lnTo>
                  <a:lnTo>
                    <a:pt x="1673" y="713"/>
                  </a:lnTo>
                  <a:lnTo>
                    <a:pt x="1682" y="713"/>
                  </a:lnTo>
                  <a:lnTo>
                    <a:pt x="1699" y="713"/>
                  </a:lnTo>
                  <a:lnTo>
                    <a:pt x="1718" y="709"/>
                  </a:lnTo>
                  <a:lnTo>
                    <a:pt x="1737" y="703"/>
                  </a:lnTo>
                  <a:lnTo>
                    <a:pt x="1756" y="697"/>
                  </a:lnTo>
                  <a:lnTo>
                    <a:pt x="1758" y="697"/>
                  </a:lnTo>
                  <a:lnTo>
                    <a:pt x="1760" y="697"/>
                  </a:lnTo>
                  <a:lnTo>
                    <a:pt x="1764" y="697"/>
                  </a:lnTo>
                  <a:lnTo>
                    <a:pt x="1765" y="699"/>
                  </a:lnTo>
                  <a:lnTo>
                    <a:pt x="1766" y="703"/>
                  </a:lnTo>
                  <a:lnTo>
                    <a:pt x="1767" y="705"/>
                  </a:lnTo>
                  <a:lnTo>
                    <a:pt x="1767" y="709"/>
                  </a:lnTo>
                  <a:lnTo>
                    <a:pt x="1767" y="721"/>
                  </a:lnTo>
                  <a:lnTo>
                    <a:pt x="1766" y="725"/>
                  </a:lnTo>
                  <a:lnTo>
                    <a:pt x="1765" y="729"/>
                  </a:lnTo>
                  <a:lnTo>
                    <a:pt x="1764" y="731"/>
                  </a:lnTo>
                  <a:lnTo>
                    <a:pt x="1762" y="733"/>
                  </a:lnTo>
                  <a:lnTo>
                    <a:pt x="1757" y="737"/>
                  </a:lnTo>
                  <a:lnTo>
                    <a:pt x="1739" y="743"/>
                  </a:lnTo>
                  <a:lnTo>
                    <a:pt x="1719" y="749"/>
                  </a:lnTo>
                  <a:lnTo>
                    <a:pt x="1700" y="751"/>
                  </a:lnTo>
                  <a:lnTo>
                    <a:pt x="1682" y="753"/>
                  </a:lnTo>
                  <a:lnTo>
                    <a:pt x="1670" y="753"/>
                  </a:lnTo>
                  <a:lnTo>
                    <a:pt x="1659" y="751"/>
                  </a:lnTo>
                  <a:lnTo>
                    <a:pt x="1648" y="747"/>
                  </a:lnTo>
                  <a:lnTo>
                    <a:pt x="1638" y="741"/>
                  </a:lnTo>
                  <a:lnTo>
                    <a:pt x="1628" y="735"/>
                  </a:lnTo>
                  <a:lnTo>
                    <a:pt x="1623" y="731"/>
                  </a:lnTo>
                  <a:lnTo>
                    <a:pt x="1619" y="727"/>
                  </a:lnTo>
                  <a:lnTo>
                    <a:pt x="1610" y="715"/>
                  </a:lnTo>
                  <a:lnTo>
                    <a:pt x="1602" y="703"/>
                  </a:lnTo>
                  <a:lnTo>
                    <a:pt x="1598" y="695"/>
                  </a:lnTo>
                  <a:lnTo>
                    <a:pt x="1595" y="687"/>
                  </a:lnTo>
                  <a:lnTo>
                    <a:pt x="1588" y="669"/>
                  </a:lnTo>
                  <a:lnTo>
                    <a:pt x="1582" y="649"/>
                  </a:lnTo>
                  <a:lnTo>
                    <a:pt x="1578" y="627"/>
                  </a:lnTo>
                  <a:lnTo>
                    <a:pt x="1575" y="615"/>
                  </a:lnTo>
                  <a:lnTo>
                    <a:pt x="1574" y="601"/>
                  </a:lnTo>
                  <a:lnTo>
                    <a:pt x="1571" y="573"/>
                  </a:lnTo>
                  <a:lnTo>
                    <a:pt x="1569" y="543"/>
                  </a:lnTo>
                  <a:lnTo>
                    <a:pt x="1569" y="527"/>
                  </a:lnTo>
                  <a:lnTo>
                    <a:pt x="1569" y="509"/>
                  </a:lnTo>
                  <a:lnTo>
                    <a:pt x="1569" y="443"/>
                  </a:lnTo>
                  <a:lnTo>
                    <a:pt x="1569" y="417"/>
                  </a:lnTo>
                  <a:lnTo>
                    <a:pt x="1570" y="391"/>
                  </a:lnTo>
                  <a:lnTo>
                    <a:pt x="1572" y="369"/>
                  </a:lnTo>
                  <a:lnTo>
                    <a:pt x="1575" y="345"/>
                  </a:lnTo>
                  <a:lnTo>
                    <a:pt x="1577" y="335"/>
                  </a:lnTo>
                  <a:lnTo>
                    <a:pt x="1579" y="325"/>
                  </a:lnTo>
                  <a:lnTo>
                    <a:pt x="1581" y="315"/>
                  </a:lnTo>
                  <a:lnTo>
                    <a:pt x="1583" y="305"/>
                  </a:lnTo>
                  <a:lnTo>
                    <a:pt x="1586" y="296"/>
                  </a:lnTo>
                  <a:lnTo>
                    <a:pt x="1589" y="288"/>
                  </a:lnTo>
                  <a:lnTo>
                    <a:pt x="1595" y="270"/>
                  </a:lnTo>
                  <a:lnTo>
                    <a:pt x="1601" y="256"/>
                  </a:lnTo>
                  <a:lnTo>
                    <a:pt x="1609" y="242"/>
                  </a:lnTo>
                  <a:lnTo>
                    <a:pt x="1617" y="230"/>
                  </a:lnTo>
                  <a:lnTo>
                    <a:pt x="1626" y="220"/>
                  </a:lnTo>
                  <a:lnTo>
                    <a:pt x="1636" y="212"/>
                  </a:lnTo>
                  <a:lnTo>
                    <a:pt x="1647" y="208"/>
                  </a:lnTo>
                  <a:lnTo>
                    <a:pt x="1658" y="204"/>
                  </a:lnTo>
                  <a:lnTo>
                    <a:pt x="1664" y="202"/>
                  </a:lnTo>
                  <a:lnTo>
                    <a:pt x="1670" y="202"/>
                  </a:lnTo>
                  <a:lnTo>
                    <a:pt x="1683" y="204"/>
                  </a:lnTo>
                  <a:lnTo>
                    <a:pt x="1689" y="204"/>
                  </a:lnTo>
                  <a:lnTo>
                    <a:pt x="1695" y="206"/>
                  </a:lnTo>
                  <a:lnTo>
                    <a:pt x="1705" y="212"/>
                  </a:lnTo>
                  <a:lnTo>
                    <a:pt x="1710" y="216"/>
                  </a:lnTo>
                  <a:lnTo>
                    <a:pt x="1715" y="220"/>
                  </a:lnTo>
                  <a:lnTo>
                    <a:pt x="1724" y="230"/>
                  </a:lnTo>
                  <a:lnTo>
                    <a:pt x="1733" y="240"/>
                  </a:lnTo>
                  <a:lnTo>
                    <a:pt x="1740" y="254"/>
                  </a:lnTo>
                  <a:lnTo>
                    <a:pt x="1743" y="260"/>
                  </a:lnTo>
                  <a:lnTo>
                    <a:pt x="1746" y="268"/>
                  </a:lnTo>
                  <a:lnTo>
                    <a:pt x="1752" y="286"/>
                  </a:lnTo>
                  <a:lnTo>
                    <a:pt x="1757" y="303"/>
                  </a:lnTo>
                  <a:lnTo>
                    <a:pt x="1761" y="323"/>
                  </a:lnTo>
                  <a:lnTo>
                    <a:pt x="1765" y="343"/>
                  </a:lnTo>
                  <a:lnTo>
                    <a:pt x="1767" y="365"/>
                  </a:lnTo>
                  <a:lnTo>
                    <a:pt x="1769" y="389"/>
                  </a:lnTo>
                  <a:lnTo>
                    <a:pt x="1770" y="415"/>
                  </a:lnTo>
                  <a:lnTo>
                    <a:pt x="1770" y="441"/>
                  </a:lnTo>
                  <a:lnTo>
                    <a:pt x="1770" y="469"/>
                  </a:lnTo>
                  <a:lnTo>
                    <a:pt x="1770" y="473"/>
                  </a:lnTo>
                  <a:lnTo>
                    <a:pt x="1770" y="475"/>
                  </a:lnTo>
                  <a:lnTo>
                    <a:pt x="1768" y="483"/>
                  </a:lnTo>
                  <a:lnTo>
                    <a:pt x="1765" y="487"/>
                  </a:lnTo>
                  <a:lnTo>
                    <a:pt x="1761" y="487"/>
                  </a:lnTo>
                  <a:close/>
                  <a:moveTo>
                    <a:pt x="1748" y="441"/>
                  </a:moveTo>
                  <a:lnTo>
                    <a:pt x="1748" y="417"/>
                  </a:lnTo>
                  <a:lnTo>
                    <a:pt x="1747" y="397"/>
                  </a:lnTo>
                  <a:lnTo>
                    <a:pt x="1746" y="375"/>
                  </a:lnTo>
                  <a:lnTo>
                    <a:pt x="1744" y="357"/>
                  </a:lnTo>
                  <a:lnTo>
                    <a:pt x="1742" y="339"/>
                  </a:lnTo>
                  <a:lnTo>
                    <a:pt x="1739" y="321"/>
                  </a:lnTo>
                  <a:lnTo>
                    <a:pt x="1737" y="315"/>
                  </a:lnTo>
                  <a:lnTo>
                    <a:pt x="1735" y="307"/>
                  </a:lnTo>
                  <a:lnTo>
                    <a:pt x="1731" y="294"/>
                  </a:lnTo>
                  <a:lnTo>
                    <a:pt x="1728" y="288"/>
                  </a:lnTo>
                  <a:lnTo>
                    <a:pt x="1726" y="282"/>
                  </a:lnTo>
                  <a:lnTo>
                    <a:pt x="1723" y="276"/>
                  </a:lnTo>
                  <a:lnTo>
                    <a:pt x="1720" y="272"/>
                  </a:lnTo>
                  <a:lnTo>
                    <a:pt x="1717" y="266"/>
                  </a:lnTo>
                  <a:lnTo>
                    <a:pt x="1714" y="262"/>
                  </a:lnTo>
                  <a:lnTo>
                    <a:pt x="1706" y="256"/>
                  </a:lnTo>
                  <a:lnTo>
                    <a:pt x="1699" y="250"/>
                  </a:lnTo>
                  <a:lnTo>
                    <a:pt x="1690" y="246"/>
                  </a:lnTo>
                  <a:lnTo>
                    <a:pt x="1681" y="242"/>
                  </a:lnTo>
                  <a:lnTo>
                    <a:pt x="1670" y="242"/>
                  </a:lnTo>
                  <a:lnTo>
                    <a:pt x="1660" y="242"/>
                  </a:lnTo>
                  <a:lnTo>
                    <a:pt x="1655" y="244"/>
                  </a:lnTo>
                  <a:lnTo>
                    <a:pt x="1651" y="246"/>
                  </a:lnTo>
                  <a:lnTo>
                    <a:pt x="1642" y="250"/>
                  </a:lnTo>
                  <a:lnTo>
                    <a:pt x="1634" y="256"/>
                  </a:lnTo>
                  <a:lnTo>
                    <a:pt x="1627" y="264"/>
                  </a:lnTo>
                  <a:lnTo>
                    <a:pt x="1621" y="274"/>
                  </a:lnTo>
                  <a:lnTo>
                    <a:pt x="1615" y="284"/>
                  </a:lnTo>
                  <a:lnTo>
                    <a:pt x="1610" y="298"/>
                  </a:lnTo>
                  <a:lnTo>
                    <a:pt x="1605" y="311"/>
                  </a:lnTo>
                  <a:lnTo>
                    <a:pt x="1603" y="317"/>
                  </a:lnTo>
                  <a:lnTo>
                    <a:pt x="1601" y="325"/>
                  </a:lnTo>
                  <a:lnTo>
                    <a:pt x="1598" y="343"/>
                  </a:lnTo>
                  <a:lnTo>
                    <a:pt x="1595" y="361"/>
                  </a:lnTo>
                  <a:lnTo>
                    <a:pt x="1593" y="379"/>
                  </a:lnTo>
                  <a:lnTo>
                    <a:pt x="1592" y="399"/>
                  </a:lnTo>
                  <a:lnTo>
                    <a:pt x="1591" y="421"/>
                  </a:lnTo>
                  <a:lnTo>
                    <a:pt x="1591" y="443"/>
                  </a:lnTo>
                  <a:lnTo>
                    <a:pt x="1748" y="447"/>
                  </a:lnTo>
                  <a:lnTo>
                    <a:pt x="1748" y="441"/>
                  </a:lnTo>
                  <a:close/>
                  <a:moveTo>
                    <a:pt x="2024" y="747"/>
                  </a:moveTo>
                  <a:lnTo>
                    <a:pt x="2021" y="747"/>
                  </a:lnTo>
                  <a:lnTo>
                    <a:pt x="2019" y="745"/>
                  </a:lnTo>
                  <a:lnTo>
                    <a:pt x="2017" y="743"/>
                  </a:lnTo>
                  <a:lnTo>
                    <a:pt x="2015" y="741"/>
                  </a:lnTo>
                  <a:lnTo>
                    <a:pt x="2013" y="739"/>
                  </a:lnTo>
                  <a:lnTo>
                    <a:pt x="2012" y="735"/>
                  </a:lnTo>
                  <a:lnTo>
                    <a:pt x="2012" y="731"/>
                  </a:lnTo>
                  <a:lnTo>
                    <a:pt x="2012" y="727"/>
                  </a:lnTo>
                  <a:lnTo>
                    <a:pt x="2012" y="701"/>
                  </a:lnTo>
                  <a:lnTo>
                    <a:pt x="2002" y="711"/>
                  </a:lnTo>
                  <a:lnTo>
                    <a:pt x="1992" y="721"/>
                  </a:lnTo>
                  <a:lnTo>
                    <a:pt x="1982" y="731"/>
                  </a:lnTo>
                  <a:lnTo>
                    <a:pt x="1977" y="735"/>
                  </a:lnTo>
                  <a:lnTo>
                    <a:pt x="1971" y="737"/>
                  </a:lnTo>
                  <a:lnTo>
                    <a:pt x="1960" y="745"/>
                  </a:lnTo>
                  <a:lnTo>
                    <a:pt x="1949" y="749"/>
                  </a:lnTo>
                  <a:lnTo>
                    <a:pt x="1943" y="751"/>
                  </a:lnTo>
                  <a:lnTo>
                    <a:pt x="1938" y="753"/>
                  </a:lnTo>
                  <a:lnTo>
                    <a:pt x="1926" y="753"/>
                  </a:lnTo>
                  <a:lnTo>
                    <a:pt x="1919" y="753"/>
                  </a:lnTo>
                  <a:lnTo>
                    <a:pt x="1912" y="751"/>
                  </a:lnTo>
                  <a:lnTo>
                    <a:pt x="1905" y="749"/>
                  </a:lnTo>
                  <a:lnTo>
                    <a:pt x="1898" y="745"/>
                  </a:lnTo>
                  <a:lnTo>
                    <a:pt x="1891" y="741"/>
                  </a:lnTo>
                  <a:lnTo>
                    <a:pt x="1888" y="739"/>
                  </a:lnTo>
                  <a:lnTo>
                    <a:pt x="1885" y="735"/>
                  </a:lnTo>
                  <a:lnTo>
                    <a:pt x="1879" y="727"/>
                  </a:lnTo>
                  <a:lnTo>
                    <a:pt x="1873" y="719"/>
                  </a:lnTo>
                  <a:lnTo>
                    <a:pt x="1868" y="709"/>
                  </a:lnTo>
                  <a:lnTo>
                    <a:pt x="1863" y="697"/>
                  </a:lnTo>
                  <a:lnTo>
                    <a:pt x="1859" y="685"/>
                  </a:lnTo>
                  <a:lnTo>
                    <a:pt x="1856" y="669"/>
                  </a:lnTo>
                  <a:lnTo>
                    <a:pt x="1853" y="653"/>
                  </a:lnTo>
                  <a:lnTo>
                    <a:pt x="1851" y="635"/>
                  </a:lnTo>
                  <a:lnTo>
                    <a:pt x="1849" y="613"/>
                  </a:lnTo>
                  <a:lnTo>
                    <a:pt x="1849" y="591"/>
                  </a:lnTo>
                  <a:lnTo>
                    <a:pt x="1849" y="579"/>
                  </a:lnTo>
                  <a:lnTo>
                    <a:pt x="1849" y="559"/>
                  </a:lnTo>
                  <a:lnTo>
                    <a:pt x="1851" y="541"/>
                  </a:lnTo>
                  <a:lnTo>
                    <a:pt x="1853" y="525"/>
                  </a:lnTo>
                  <a:lnTo>
                    <a:pt x="1854" y="517"/>
                  </a:lnTo>
                  <a:lnTo>
                    <a:pt x="1855" y="511"/>
                  </a:lnTo>
                  <a:lnTo>
                    <a:pt x="1859" y="497"/>
                  </a:lnTo>
                  <a:lnTo>
                    <a:pt x="1864" y="483"/>
                  </a:lnTo>
                  <a:lnTo>
                    <a:pt x="1870" y="471"/>
                  </a:lnTo>
                  <a:lnTo>
                    <a:pt x="1877" y="461"/>
                  </a:lnTo>
                  <a:lnTo>
                    <a:pt x="1885" y="453"/>
                  </a:lnTo>
                  <a:lnTo>
                    <a:pt x="1894" y="445"/>
                  </a:lnTo>
                  <a:lnTo>
                    <a:pt x="1904" y="439"/>
                  </a:lnTo>
                  <a:lnTo>
                    <a:pt x="1915" y="433"/>
                  </a:lnTo>
                  <a:lnTo>
                    <a:pt x="1928" y="429"/>
                  </a:lnTo>
                  <a:lnTo>
                    <a:pt x="1942" y="425"/>
                  </a:lnTo>
                  <a:lnTo>
                    <a:pt x="1957" y="423"/>
                  </a:lnTo>
                  <a:lnTo>
                    <a:pt x="1973" y="423"/>
                  </a:lnTo>
                  <a:lnTo>
                    <a:pt x="2012" y="423"/>
                  </a:lnTo>
                  <a:lnTo>
                    <a:pt x="2012" y="387"/>
                  </a:lnTo>
                  <a:lnTo>
                    <a:pt x="2012" y="367"/>
                  </a:lnTo>
                  <a:lnTo>
                    <a:pt x="2011" y="351"/>
                  </a:lnTo>
                  <a:lnTo>
                    <a:pt x="2010" y="335"/>
                  </a:lnTo>
                  <a:lnTo>
                    <a:pt x="2010" y="327"/>
                  </a:lnTo>
                  <a:lnTo>
                    <a:pt x="2009" y="319"/>
                  </a:lnTo>
                  <a:lnTo>
                    <a:pt x="2007" y="307"/>
                  </a:lnTo>
                  <a:lnTo>
                    <a:pt x="2005" y="296"/>
                  </a:lnTo>
                  <a:lnTo>
                    <a:pt x="2002" y="284"/>
                  </a:lnTo>
                  <a:lnTo>
                    <a:pt x="1999" y="276"/>
                  </a:lnTo>
                  <a:lnTo>
                    <a:pt x="1995" y="268"/>
                  </a:lnTo>
                  <a:lnTo>
                    <a:pt x="1990" y="260"/>
                  </a:lnTo>
                  <a:lnTo>
                    <a:pt x="1985" y="254"/>
                  </a:lnTo>
                  <a:lnTo>
                    <a:pt x="1979" y="250"/>
                  </a:lnTo>
                  <a:lnTo>
                    <a:pt x="1973" y="246"/>
                  </a:lnTo>
                  <a:lnTo>
                    <a:pt x="1965" y="244"/>
                  </a:lnTo>
                  <a:lnTo>
                    <a:pt x="1957" y="242"/>
                  </a:lnTo>
                  <a:lnTo>
                    <a:pt x="1949" y="242"/>
                  </a:lnTo>
                  <a:lnTo>
                    <a:pt x="1927" y="242"/>
                  </a:lnTo>
                  <a:lnTo>
                    <a:pt x="1909" y="244"/>
                  </a:lnTo>
                  <a:lnTo>
                    <a:pt x="1894" y="248"/>
                  </a:lnTo>
                  <a:lnTo>
                    <a:pt x="1877" y="250"/>
                  </a:lnTo>
                  <a:lnTo>
                    <a:pt x="1873" y="250"/>
                  </a:lnTo>
                  <a:lnTo>
                    <a:pt x="1869" y="250"/>
                  </a:lnTo>
                  <a:lnTo>
                    <a:pt x="1868" y="248"/>
                  </a:lnTo>
                  <a:lnTo>
                    <a:pt x="1867" y="246"/>
                  </a:lnTo>
                  <a:lnTo>
                    <a:pt x="1867" y="244"/>
                  </a:lnTo>
                  <a:lnTo>
                    <a:pt x="1866" y="240"/>
                  </a:lnTo>
                  <a:lnTo>
                    <a:pt x="1866" y="236"/>
                  </a:lnTo>
                  <a:lnTo>
                    <a:pt x="1866" y="230"/>
                  </a:lnTo>
                  <a:lnTo>
                    <a:pt x="1866" y="224"/>
                  </a:lnTo>
                  <a:lnTo>
                    <a:pt x="1867" y="220"/>
                  </a:lnTo>
                  <a:lnTo>
                    <a:pt x="1869" y="218"/>
                  </a:lnTo>
                  <a:lnTo>
                    <a:pt x="1870" y="216"/>
                  </a:lnTo>
                  <a:lnTo>
                    <a:pt x="1872" y="214"/>
                  </a:lnTo>
                  <a:lnTo>
                    <a:pt x="1877" y="212"/>
                  </a:lnTo>
                  <a:lnTo>
                    <a:pt x="1893" y="208"/>
                  </a:lnTo>
                  <a:lnTo>
                    <a:pt x="1908" y="206"/>
                  </a:lnTo>
                  <a:lnTo>
                    <a:pt x="1926" y="204"/>
                  </a:lnTo>
                  <a:lnTo>
                    <a:pt x="1949" y="202"/>
                  </a:lnTo>
                  <a:lnTo>
                    <a:pt x="1961" y="204"/>
                  </a:lnTo>
                  <a:lnTo>
                    <a:pt x="1972" y="206"/>
                  </a:lnTo>
                  <a:lnTo>
                    <a:pt x="1977" y="208"/>
                  </a:lnTo>
                  <a:lnTo>
                    <a:pt x="1982" y="210"/>
                  </a:lnTo>
                  <a:lnTo>
                    <a:pt x="1986" y="212"/>
                  </a:lnTo>
                  <a:lnTo>
                    <a:pt x="1991" y="216"/>
                  </a:lnTo>
                  <a:lnTo>
                    <a:pt x="1995" y="220"/>
                  </a:lnTo>
                  <a:lnTo>
                    <a:pt x="1999" y="224"/>
                  </a:lnTo>
                  <a:lnTo>
                    <a:pt x="2002" y="228"/>
                  </a:lnTo>
                  <a:lnTo>
                    <a:pt x="2006" y="232"/>
                  </a:lnTo>
                  <a:lnTo>
                    <a:pt x="2009" y="238"/>
                  </a:lnTo>
                  <a:lnTo>
                    <a:pt x="2012" y="242"/>
                  </a:lnTo>
                  <a:lnTo>
                    <a:pt x="2014" y="248"/>
                  </a:lnTo>
                  <a:lnTo>
                    <a:pt x="2017" y="254"/>
                  </a:lnTo>
                  <a:lnTo>
                    <a:pt x="2021" y="268"/>
                  </a:lnTo>
                  <a:lnTo>
                    <a:pt x="2025" y="282"/>
                  </a:lnTo>
                  <a:lnTo>
                    <a:pt x="2028" y="296"/>
                  </a:lnTo>
                  <a:lnTo>
                    <a:pt x="2029" y="303"/>
                  </a:lnTo>
                  <a:lnTo>
                    <a:pt x="2030" y="311"/>
                  </a:lnTo>
                  <a:lnTo>
                    <a:pt x="2032" y="329"/>
                  </a:lnTo>
                  <a:lnTo>
                    <a:pt x="2033" y="347"/>
                  </a:lnTo>
                  <a:lnTo>
                    <a:pt x="2034" y="367"/>
                  </a:lnTo>
                  <a:lnTo>
                    <a:pt x="2034" y="387"/>
                  </a:lnTo>
                  <a:lnTo>
                    <a:pt x="2034" y="727"/>
                  </a:lnTo>
                  <a:lnTo>
                    <a:pt x="2034" y="731"/>
                  </a:lnTo>
                  <a:lnTo>
                    <a:pt x="2033" y="735"/>
                  </a:lnTo>
                  <a:lnTo>
                    <a:pt x="2032" y="739"/>
                  </a:lnTo>
                  <a:lnTo>
                    <a:pt x="2031" y="741"/>
                  </a:lnTo>
                  <a:lnTo>
                    <a:pt x="2030" y="743"/>
                  </a:lnTo>
                  <a:lnTo>
                    <a:pt x="2028" y="745"/>
                  </a:lnTo>
                  <a:lnTo>
                    <a:pt x="2024" y="747"/>
                  </a:lnTo>
                  <a:close/>
                  <a:moveTo>
                    <a:pt x="2012" y="463"/>
                  </a:moveTo>
                  <a:lnTo>
                    <a:pt x="1973" y="463"/>
                  </a:lnTo>
                  <a:lnTo>
                    <a:pt x="1960" y="463"/>
                  </a:lnTo>
                  <a:lnTo>
                    <a:pt x="1947" y="463"/>
                  </a:lnTo>
                  <a:lnTo>
                    <a:pt x="1936" y="465"/>
                  </a:lnTo>
                  <a:lnTo>
                    <a:pt x="1925" y="469"/>
                  </a:lnTo>
                  <a:lnTo>
                    <a:pt x="1916" y="471"/>
                  </a:lnTo>
                  <a:lnTo>
                    <a:pt x="1908" y="477"/>
                  </a:lnTo>
                  <a:lnTo>
                    <a:pt x="1900" y="481"/>
                  </a:lnTo>
                  <a:lnTo>
                    <a:pt x="1894" y="489"/>
                  </a:lnTo>
                  <a:lnTo>
                    <a:pt x="1888" y="495"/>
                  </a:lnTo>
                  <a:lnTo>
                    <a:pt x="1883" y="503"/>
                  </a:lnTo>
                  <a:lnTo>
                    <a:pt x="1879" y="513"/>
                  </a:lnTo>
                  <a:lnTo>
                    <a:pt x="1876" y="523"/>
                  </a:lnTo>
                  <a:lnTo>
                    <a:pt x="1875" y="529"/>
                  </a:lnTo>
                  <a:lnTo>
                    <a:pt x="1874" y="535"/>
                  </a:lnTo>
                  <a:lnTo>
                    <a:pt x="1872" y="549"/>
                  </a:lnTo>
                  <a:lnTo>
                    <a:pt x="1871" y="563"/>
                  </a:lnTo>
                  <a:lnTo>
                    <a:pt x="1871" y="579"/>
                  </a:lnTo>
                  <a:lnTo>
                    <a:pt x="1871" y="591"/>
                  </a:lnTo>
                  <a:lnTo>
                    <a:pt x="1871" y="607"/>
                  </a:lnTo>
                  <a:lnTo>
                    <a:pt x="1872" y="623"/>
                  </a:lnTo>
                  <a:lnTo>
                    <a:pt x="1874" y="637"/>
                  </a:lnTo>
                  <a:lnTo>
                    <a:pt x="1875" y="649"/>
                  </a:lnTo>
                  <a:lnTo>
                    <a:pt x="1878" y="661"/>
                  </a:lnTo>
                  <a:lnTo>
                    <a:pt x="1881" y="671"/>
                  </a:lnTo>
                  <a:lnTo>
                    <a:pt x="1884" y="679"/>
                  </a:lnTo>
                  <a:lnTo>
                    <a:pt x="1885" y="683"/>
                  </a:lnTo>
                  <a:lnTo>
                    <a:pt x="1887" y="687"/>
                  </a:lnTo>
                  <a:lnTo>
                    <a:pt x="1891" y="695"/>
                  </a:lnTo>
                  <a:lnTo>
                    <a:pt x="1895" y="699"/>
                  </a:lnTo>
                  <a:lnTo>
                    <a:pt x="1900" y="705"/>
                  </a:lnTo>
                  <a:lnTo>
                    <a:pt x="1905" y="707"/>
                  </a:lnTo>
                  <a:lnTo>
                    <a:pt x="1910" y="711"/>
                  </a:lnTo>
                  <a:lnTo>
                    <a:pt x="1915" y="713"/>
                  </a:lnTo>
                  <a:lnTo>
                    <a:pt x="1926" y="713"/>
                  </a:lnTo>
                  <a:lnTo>
                    <a:pt x="1936" y="713"/>
                  </a:lnTo>
                  <a:lnTo>
                    <a:pt x="1947" y="711"/>
                  </a:lnTo>
                  <a:lnTo>
                    <a:pt x="1952" y="709"/>
                  </a:lnTo>
                  <a:lnTo>
                    <a:pt x="1957" y="707"/>
                  </a:lnTo>
                  <a:lnTo>
                    <a:pt x="1967" y="701"/>
                  </a:lnTo>
                  <a:lnTo>
                    <a:pt x="1977" y="695"/>
                  </a:lnTo>
                  <a:lnTo>
                    <a:pt x="1988" y="685"/>
                  </a:lnTo>
                  <a:lnTo>
                    <a:pt x="2000" y="675"/>
                  </a:lnTo>
                  <a:lnTo>
                    <a:pt x="2012" y="663"/>
                  </a:lnTo>
                  <a:lnTo>
                    <a:pt x="2012" y="463"/>
                  </a:lnTo>
                  <a:close/>
                  <a:moveTo>
                    <a:pt x="2313" y="747"/>
                  </a:moveTo>
                  <a:lnTo>
                    <a:pt x="2310" y="747"/>
                  </a:lnTo>
                  <a:lnTo>
                    <a:pt x="2307" y="745"/>
                  </a:lnTo>
                  <a:lnTo>
                    <a:pt x="2303" y="741"/>
                  </a:lnTo>
                  <a:lnTo>
                    <a:pt x="2301" y="735"/>
                  </a:lnTo>
                  <a:lnTo>
                    <a:pt x="2300" y="729"/>
                  </a:lnTo>
                  <a:lnTo>
                    <a:pt x="2300" y="393"/>
                  </a:lnTo>
                  <a:lnTo>
                    <a:pt x="2300" y="373"/>
                  </a:lnTo>
                  <a:lnTo>
                    <a:pt x="2299" y="355"/>
                  </a:lnTo>
                  <a:lnTo>
                    <a:pt x="2297" y="337"/>
                  </a:lnTo>
                  <a:lnTo>
                    <a:pt x="2295" y="321"/>
                  </a:lnTo>
                  <a:lnTo>
                    <a:pt x="2292" y="307"/>
                  </a:lnTo>
                  <a:lnTo>
                    <a:pt x="2288" y="296"/>
                  </a:lnTo>
                  <a:lnTo>
                    <a:pt x="2285" y="284"/>
                  </a:lnTo>
                  <a:lnTo>
                    <a:pt x="2280" y="276"/>
                  </a:lnTo>
                  <a:lnTo>
                    <a:pt x="2275" y="266"/>
                  </a:lnTo>
                  <a:lnTo>
                    <a:pt x="2270" y="260"/>
                  </a:lnTo>
                  <a:lnTo>
                    <a:pt x="2265" y="254"/>
                  </a:lnTo>
                  <a:lnTo>
                    <a:pt x="2259" y="250"/>
                  </a:lnTo>
                  <a:lnTo>
                    <a:pt x="2252" y="246"/>
                  </a:lnTo>
                  <a:lnTo>
                    <a:pt x="2246" y="244"/>
                  </a:lnTo>
                  <a:lnTo>
                    <a:pt x="2239" y="242"/>
                  </a:lnTo>
                  <a:lnTo>
                    <a:pt x="2232" y="242"/>
                  </a:lnTo>
                  <a:lnTo>
                    <a:pt x="2222" y="242"/>
                  </a:lnTo>
                  <a:lnTo>
                    <a:pt x="2212" y="244"/>
                  </a:lnTo>
                  <a:lnTo>
                    <a:pt x="2202" y="248"/>
                  </a:lnTo>
                  <a:lnTo>
                    <a:pt x="2192" y="254"/>
                  </a:lnTo>
                  <a:lnTo>
                    <a:pt x="2182" y="260"/>
                  </a:lnTo>
                  <a:lnTo>
                    <a:pt x="2172" y="266"/>
                  </a:lnTo>
                  <a:lnTo>
                    <a:pt x="2162" y="274"/>
                  </a:lnTo>
                  <a:lnTo>
                    <a:pt x="2152" y="284"/>
                  </a:lnTo>
                  <a:lnTo>
                    <a:pt x="2152" y="729"/>
                  </a:lnTo>
                  <a:lnTo>
                    <a:pt x="2152" y="731"/>
                  </a:lnTo>
                  <a:lnTo>
                    <a:pt x="2152" y="735"/>
                  </a:lnTo>
                  <a:lnTo>
                    <a:pt x="2150" y="741"/>
                  </a:lnTo>
                  <a:lnTo>
                    <a:pt x="2147" y="745"/>
                  </a:lnTo>
                  <a:lnTo>
                    <a:pt x="2142" y="747"/>
                  </a:lnTo>
                  <a:lnTo>
                    <a:pt x="2139" y="747"/>
                  </a:lnTo>
                  <a:lnTo>
                    <a:pt x="2137" y="745"/>
                  </a:lnTo>
                  <a:lnTo>
                    <a:pt x="2133" y="741"/>
                  </a:lnTo>
                  <a:lnTo>
                    <a:pt x="2130" y="735"/>
                  </a:lnTo>
                  <a:lnTo>
                    <a:pt x="2129" y="729"/>
                  </a:lnTo>
                  <a:lnTo>
                    <a:pt x="2129" y="228"/>
                  </a:lnTo>
                  <a:lnTo>
                    <a:pt x="2129" y="224"/>
                  </a:lnTo>
                  <a:lnTo>
                    <a:pt x="2130" y="220"/>
                  </a:lnTo>
                  <a:lnTo>
                    <a:pt x="2132" y="214"/>
                  </a:lnTo>
                  <a:lnTo>
                    <a:pt x="2133" y="210"/>
                  </a:lnTo>
                  <a:lnTo>
                    <a:pt x="2135" y="210"/>
                  </a:lnTo>
                  <a:lnTo>
                    <a:pt x="2136" y="208"/>
                  </a:lnTo>
                  <a:lnTo>
                    <a:pt x="2138" y="208"/>
                  </a:lnTo>
                  <a:lnTo>
                    <a:pt x="2142" y="208"/>
                  </a:lnTo>
                  <a:lnTo>
                    <a:pt x="2144" y="208"/>
                  </a:lnTo>
                  <a:lnTo>
                    <a:pt x="2147" y="210"/>
                  </a:lnTo>
                  <a:lnTo>
                    <a:pt x="2149" y="210"/>
                  </a:lnTo>
                  <a:lnTo>
                    <a:pt x="2150" y="214"/>
                  </a:lnTo>
                  <a:lnTo>
                    <a:pt x="2151" y="216"/>
                  </a:lnTo>
                  <a:lnTo>
                    <a:pt x="2152" y="220"/>
                  </a:lnTo>
                  <a:lnTo>
                    <a:pt x="2152" y="224"/>
                  </a:lnTo>
                  <a:lnTo>
                    <a:pt x="2152" y="228"/>
                  </a:lnTo>
                  <a:lnTo>
                    <a:pt x="2152" y="244"/>
                  </a:lnTo>
                  <a:lnTo>
                    <a:pt x="2162" y="234"/>
                  </a:lnTo>
                  <a:lnTo>
                    <a:pt x="2172" y="226"/>
                  </a:lnTo>
                  <a:lnTo>
                    <a:pt x="2183" y="220"/>
                  </a:lnTo>
                  <a:lnTo>
                    <a:pt x="2193" y="214"/>
                  </a:lnTo>
                  <a:lnTo>
                    <a:pt x="2203" y="208"/>
                  </a:lnTo>
                  <a:lnTo>
                    <a:pt x="2213" y="206"/>
                  </a:lnTo>
                  <a:lnTo>
                    <a:pt x="2224" y="204"/>
                  </a:lnTo>
                  <a:lnTo>
                    <a:pt x="2234" y="202"/>
                  </a:lnTo>
                  <a:lnTo>
                    <a:pt x="2242" y="204"/>
                  </a:lnTo>
                  <a:lnTo>
                    <a:pt x="2251" y="204"/>
                  </a:lnTo>
                  <a:lnTo>
                    <a:pt x="2260" y="208"/>
                  </a:lnTo>
                  <a:lnTo>
                    <a:pt x="2268" y="212"/>
                  </a:lnTo>
                  <a:lnTo>
                    <a:pt x="2275" y="218"/>
                  </a:lnTo>
                  <a:lnTo>
                    <a:pt x="2283" y="226"/>
                  </a:lnTo>
                  <a:lnTo>
                    <a:pt x="2290" y="236"/>
                  </a:lnTo>
                  <a:lnTo>
                    <a:pt x="2296" y="246"/>
                  </a:lnTo>
                  <a:lnTo>
                    <a:pt x="2302" y="258"/>
                  </a:lnTo>
                  <a:lnTo>
                    <a:pt x="2307" y="272"/>
                  </a:lnTo>
                  <a:lnTo>
                    <a:pt x="2311" y="288"/>
                  </a:lnTo>
                  <a:lnTo>
                    <a:pt x="2313" y="296"/>
                  </a:lnTo>
                  <a:lnTo>
                    <a:pt x="2315" y="305"/>
                  </a:lnTo>
                  <a:lnTo>
                    <a:pt x="2317" y="315"/>
                  </a:lnTo>
                  <a:lnTo>
                    <a:pt x="2318" y="325"/>
                  </a:lnTo>
                  <a:lnTo>
                    <a:pt x="2320" y="345"/>
                  </a:lnTo>
                  <a:lnTo>
                    <a:pt x="2322" y="369"/>
                  </a:lnTo>
                  <a:lnTo>
                    <a:pt x="2322" y="393"/>
                  </a:lnTo>
                  <a:lnTo>
                    <a:pt x="2322" y="729"/>
                  </a:lnTo>
                  <a:lnTo>
                    <a:pt x="2322" y="731"/>
                  </a:lnTo>
                  <a:lnTo>
                    <a:pt x="2321" y="735"/>
                  </a:lnTo>
                  <a:lnTo>
                    <a:pt x="2319" y="741"/>
                  </a:lnTo>
                  <a:lnTo>
                    <a:pt x="2318" y="743"/>
                  </a:lnTo>
                  <a:lnTo>
                    <a:pt x="2316" y="745"/>
                  </a:lnTo>
                  <a:lnTo>
                    <a:pt x="2313" y="747"/>
                  </a:lnTo>
                  <a:close/>
                  <a:moveTo>
                    <a:pt x="2678" y="751"/>
                  </a:moveTo>
                  <a:lnTo>
                    <a:pt x="2665" y="753"/>
                  </a:lnTo>
                  <a:lnTo>
                    <a:pt x="2652" y="753"/>
                  </a:lnTo>
                  <a:lnTo>
                    <a:pt x="2639" y="753"/>
                  </a:lnTo>
                  <a:lnTo>
                    <a:pt x="2628" y="749"/>
                  </a:lnTo>
                  <a:lnTo>
                    <a:pt x="2623" y="745"/>
                  </a:lnTo>
                  <a:lnTo>
                    <a:pt x="2618" y="741"/>
                  </a:lnTo>
                  <a:lnTo>
                    <a:pt x="2614" y="737"/>
                  </a:lnTo>
                  <a:lnTo>
                    <a:pt x="2610" y="731"/>
                  </a:lnTo>
                  <a:lnTo>
                    <a:pt x="2606" y="725"/>
                  </a:lnTo>
                  <a:lnTo>
                    <a:pt x="2603" y="717"/>
                  </a:lnTo>
                  <a:lnTo>
                    <a:pt x="2601" y="709"/>
                  </a:lnTo>
                  <a:lnTo>
                    <a:pt x="2599" y="699"/>
                  </a:lnTo>
                  <a:lnTo>
                    <a:pt x="2597" y="687"/>
                  </a:lnTo>
                  <a:lnTo>
                    <a:pt x="2596" y="675"/>
                  </a:lnTo>
                  <a:lnTo>
                    <a:pt x="2595" y="659"/>
                  </a:lnTo>
                  <a:lnTo>
                    <a:pt x="2595" y="645"/>
                  </a:lnTo>
                  <a:lnTo>
                    <a:pt x="2595" y="248"/>
                  </a:lnTo>
                  <a:lnTo>
                    <a:pt x="2545" y="248"/>
                  </a:lnTo>
                  <a:lnTo>
                    <a:pt x="2541" y="248"/>
                  </a:lnTo>
                  <a:lnTo>
                    <a:pt x="2540" y="246"/>
                  </a:lnTo>
                  <a:lnTo>
                    <a:pt x="2538" y="244"/>
                  </a:lnTo>
                  <a:lnTo>
                    <a:pt x="2536" y="240"/>
                  </a:lnTo>
                  <a:lnTo>
                    <a:pt x="2536" y="236"/>
                  </a:lnTo>
                  <a:lnTo>
                    <a:pt x="2535" y="232"/>
                  </a:lnTo>
                  <a:lnTo>
                    <a:pt x="2535" y="222"/>
                  </a:lnTo>
                  <a:lnTo>
                    <a:pt x="2536" y="220"/>
                  </a:lnTo>
                  <a:lnTo>
                    <a:pt x="2536" y="216"/>
                  </a:lnTo>
                  <a:lnTo>
                    <a:pt x="2537" y="214"/>
                  </a:lnTo>
                  <a:lnTo>
                    <a:pt x="2538" y="212"/>
                  </a:lnTo>
                  <a:lnTo>
                    <a:pt x="2540" y="210"/>
                  </a:lnTo>
                  <a:lnTo>
                    <a:pt x="2541" y="208"/>
                  </a:lnTo>
                  <a:lnTo>
                    <a:pt x="2545" y="208"/>
                  </a:lnTo>
                  <a:lnTo>
                    <a:pt x="2595" y="208"/>
                  </a:lnTo>
                  <a:lnTo>
                    <a:pt x="2595" y="104"/>
                  </a:lnTo>
                  <a:lnTo>
                    <a:pt x="2595" y="96"/>
                  </a:lnTo>
                  <a:lnTo>
                    <a:pt x="2596" y="94"/>
                  </a:lnTo>
                  <a:lnTo>
                    <a:pt x="2597" y="90"/>
                  </a:lnTo>
                  <a:lnTo>
                    <a:pt x="2598" y="88"/>
                  </a:lnTo>
                  <a:lnTo>
                    <a:pt x="2600" y="86"/>
                  </a:lnTo>
                  <a:lnTo>
                    <a:pt x="2602" y="86"/>
                  </a:lnTo>
                  <a:lnTo>
                    <a:pt x="2603" y="84"/>
                  </a:lnTo>
                  <a:lnTo>
                    <a:pt x="2609" y="84"/>
                  </a:lnTo>
                  <a:lnTo>
                    <a:pt x="2612" y="86"/>
                  </a:lnTo>
                  <a:lnTo>
                    <a:pt x="2615" y="90"/>
                  </a:lnTo>
                  <a:lnTo>
                    <a:pt x="2617" y="96"/>
                  </a:lnTo>
                  <a:lnTo>
                    <a:pt x="2617" y="104"/>
                  </a:lnTo>
                  <a:lnTo>
                    <a:pt x="2617" y="208"/>
                  </a:lnTo>
                  <a:lnTo>
                    <a:pt x="2677" y="208"/>
                  </a:lnTo>
                  <a:lnTo>
                    <a:pt x="2681" y="208"/>
                  </a:lnTo>
                  <a:lnTo>
                    <a:pt x="2682" y="210"/>
                  </a:lnTo>
                  <a:lnTo>
                    <a:pt x="2684" y="212"/>
                  </a:lnTo>
                  <a:lnTo>
                    <a:pt x="2686" y="216"/>
                  </a:lnTo>
                  <a:lnTo>
                    <a:pt x="2686" y="220"/>
                  </a:lnTo>
                  <a:lnTo>
                    <a:pt x="2687" y="222"/>
                  </a:lnTo>
                  <a:lnTo>
                    <a:pt x="2687" y="232"/>
                  </a:lnTo>
                  <a:lnTo>
                    <a:pt x="2686" y="236"/>
                  </a:lnTo>
                  <a:lnTo>
                    <a:pt x="2686" y="240"/>
                  </a:lnTo>
                  <a:lnTo>
                    <a:pt x="2684" y="244"/>
                  </a:lnTo>
                  <a:lnTo>
                    <a:pt x="2682" y="246"/>
                  </a:lnTo>
                  <a:lnTo>
                    <a:pt x="2681" y="248"/>
                  </a:lnTo>
                  <a:lnTo>
                    <a:pt x="2677" y="248"/>
                  </a:lnTo>
                  <a:lnTo>
                    <a:pt x="2617" y="248"/>
                  </a:lnTo>
                  <a:lnTo>
                    <a:pt x="2617" y="645"/>
                  </a:lnTo>
                  <a:lnTo>
                    <a:pt x="2618" y="665"/>
                  </a:lnTo>
                  <a:lnTo>
                    <a:pt x="2619" y="681"/>
                  </a:lnTo>
                  <a:lnTo>
                    <a:pt x="2622" y="693"/>
                  </a:lnTo>
                  <a:lnTo>
                    <a:pt x="2624" y="697"/>
                  </a:lnTo>
                  <a:lnTo>
                    <a:pt x="2626" y="701"/>
                  </a:lnTo>
                  <a:lnTo>
                    <a:pt x="2628" y="705"/>
                  </a:lnTo>
                  <a:lnTo>
                    <a:pt x="2631" y="707"/>
                  </a:lnTo>
                  <a:lnTo>
                    <a:pt x="2634" y="711"/>
                  </a:lnTo>
                  <a:lnTo>
                    <a:pt x="2637" y="711"/>
                  </a:lnTo>
                  <a:lnTo>
                    <a:pt x="2644" y="713"/>
                  </a:lnTo>
                  <a:lnTo>
                    <a:pt x="2652" y="713"/>
                  </a:lnTo>
                  <a:lnTo>
                    <a:pt x="2676" y="713"/>
                  </a:lnTo>
                  <a:lnTo>
                    <a:pt x="2681" y="715"/>
                  </a:lnTo>
                  <a:lnTo>
                    <a:pt x="2684" y="717"/>
                  </a:lnTo>
                  <a:lnTo>
                    <a:pt x="2685" y="719"/>
                  </a:lnTo>
                  <a:lnTo>
                    <a:pt x="2686" y="723"/>
                  </a:lnTo>
                  <a:lnTo>
                    <a:pt x="2686" y="725"/>
                  </a:lnTo>
                  <a:lnTo>
                    <a:pt x="2687" y="729"/>
                  </a:lnTo>
                  <a:lnTo>
                    <a:pt x="2686" y="737"/>
                  </a:lnTo>
                  <a:lnTo>
                    <a:pt x="2685" y="743"/>
                  </a:lnTo>
                  <a:lnTo>
                    <a:pt x="2684" y="747"/>
                  </a:lnTo>
                  <a:lnTo>
                    <a:pt x="2682" y="747"/>
                  </a:lnTo>
                  <a:lnTo>
                    <a:pt x="2678" y="751"/>
                  </a:lnTo>
                  <a:close/>
                  <a:moveTo>
                    <a:pt x="2945" y="753"/>
                  </a:moveTo>
                  <a:lnTo>
                    <a:pt x="2940" y="753"/>
                  </a:lnTo>
                  <a:lnTo>
                    <a:pt x="2937" y="751"/>
                  </a:lnTo>
                  <a:lnTo>
                    <a:pt x="2934" y="747"/>
                  </a:lnTo>
                  <a:lnTo>
                    <a:pt x="2933" y="741"/>
                  </a:lnTo>
                  <a:lnTo>
                    <a:pt x="2932" y="735"/>
                  </a:lnTo>
                  <a:lnTo>
                    <a:pt x="2932" y="395"/>
                  </a:lnTo>
                  <a:lnTo>
                    <a:pt x="2932" y="377"/>
                  </a:lnTo>
                  <a:lnTo>
                    <a:pt x="2931" y="359"/>
                  </a:lnTo>
                  <a:lnTo>
                    <a:pt x="2930" y="343"/>
                  </a:lnTo>
                  <a:lnTo>
                    <a:pt x="2928" y="329"/>
                  </a:lnTo>
                  <a:lnTo>
                    <a:pt x="2926" y="315"/>
                  </a:lnTo>
                  <a:lnTo>
                    <a:pt x="2923" y="303"/>
                  </a:lnTo>
                  <a:lnTo>
                    <a:pt x="2919" y="292"/>
                  </a:lnTo>
                  <a:lnTo>
                    <a:pt x="2915" y="282"/>
                  </a:lnTo>
                  <a:lnTo>
                    <a:pt x="2913" y="276"/>
                  </a:lnTo>
                  <a:lnTo>
                    <a:pt x="2910" y="272"/>
                  </a:lnTo>
                  <a:lnTo>
                    <a:pt x="2905" y="264"/>
                  </a:lnTo>
                  <a:lnTo>
                    <a:pt x="2899" y="258"/>
                  </a:lnTo>
                  <a:lnTo>
                    <a:pt x="2892" y="252"/>
                  </a:lnTo>
                  <a:lnTo>
                    <a:pt x="2885" y="248"/>
                  </a:lnTo>
                  <a:lnTo>
                    <a:pt x="2881" y="246"/>
                  </a:lnTo>
                  <a:lnTo>
                    <a:pt x="2876" y="244"/>
                  </a:lnTo>
                  <a:lnTo>
                    <a:pt x="2867" y="242"/>
                  </a:lnTo>
                  <a:lnTo>
                    <a:pt x="2858" y="242"/>
                  </a:lnTo>
                  <a:lnTo>
                    <a:pt x="2841" y="244"/>
                  </a:lnTo>
                  <a:lnTo>
                    <a:pt x="2823" y="246"/>
                  </a:lnTo>
                  <a:lnTo>
                    <a:pt x="2804" y="252"/>
                  </a:lnTo>
                  <a:lnTo>
                    <a:pt x="2796" y="256"/>
                  </a:lnTo>
                  <a:lnTo>
                    <a:pt x="2789" y="260"/>
                  </a:lnTo>
                  <a:lnTo>
                    <a:pt x="2789" y="735"/>
                  </a:lnTo>
                  <a:lnTo>
                    <a:pt x="2789" y="737"/>
                  </a:lnTo>
                  <a:lnTo>
                    <a:pt x="2788" y="741"/>
                  </a:lnTo>
                  <a:lnTo>
                    <a:pt x="2786" y="747"/>
                  </a:lnTo>
                  <a:lnTo>
                    <a:pt x="2785" y="749"/>
                  </a:lnTo>
                  <a:lnTo>
                    <a:pt x="2784" y="751"/>
                  </a:lnTo>
                  <a:lnTo>
                    <a:pt x="2780" y="753"/>
                  </a:lnTo>
                  <a:lnTo>
                    <a:pt x="2775" y="753"/>
                  </a:lnTo>
                  <a:lnTo>
                    <a:pt x="2772" y="751"/>
                  </a:lnTo>
                  <a:lnTo>
                    <a:pt x="2769" y="747"/>
                  </a:lnTo>
                  <a:lnTo>
                    <a:pt x="2767" y="741"/>
                  </a:lnTo>
                  <a:lnTo>
                    <a:pt x="2767" y="735"/>
                  </a:lnTo>
                  <a:lnTo>
                    <a:pt x="2767" y="20"/>
                  </a:lnTo>
                  <a:lnTo>
                    <a:pt x="2767" y="16"/>
                  </a:lnTo>
                  <a:lnTo>
                    <a:pt x="2767" y="12"/>
                  </a:lnTo>
                  <a:lnTo>
                    <a:pt x="2769" y="6"/>
                  </a:lnTo>
                  <a:lnTo>
                    <a:pt x="2770" y="4"/>
                  </a:lnTo>
                  <a:lnTo>
                    <a:pt x="2772" y="2"/>
                  </a:lnTo>
                  <a:lnTo>
                    <a:pt x="2775" y="0"/>
                  </a:lnTo>
                  <a:lnTo>
                    <a:pt x="2780" y="0"/>
                  </a:lnTo>
                  <a:lnTo>
                    <a:pt x="2784" y="2"/>
                  </a:lnTo>
                  <a:lnTo>
                    <a:pt x="2786" y="6"/>
                  </a:lnTo>
                  <a:lnTo>
                    <a:pt x="2788" y="12"/>
                  </a:lnTo>
                  <a:lnTo>
                    <a:pt x="2789" y="20"/>
                  </a:lnTo>
                  <a:lnTo>
                    <a:pt x="2789" y="220"/>
                  </a:lnTo>
                  <a:lnTo>
                    <a:pt x="2804" y="214"/>
                  </a:lnTo>
                  <a:lnTo>
                    <a:pt x="2823" y="208"/>
                  </a:lnTo>
                  <a:lnTo>
                    <a:pt x="2840" y="204"/>
                  </a:lnTo>
                  <a:lnTo>
                    <a:pt x="2858" y="202"/>
                  </a:lnTo>
                  <a:lnTo>
                    <a:pt x="2870" y="204"/>
                  </a:lnTo>
                  <a:lnTo>
                    <a:pt x="2882" y="206"/>
                  </a:lnTo>
                  <a:lnTo>
                    <a:pt x="2887" y="208"/>
                  </a:lnTo>
                  <a:lnTo>
                    <a:pt x="2892" y="210"/>
                  </a:lnTo>
                  <a:lnTo>
                    <a:pt x="2902" y="216"/>
                  </a:lnTo>
                  <a:lnTo>
                    <a:pt x="2911" y="224"/>
                  </a:lnTo>
                  <a:lnTo>
                    <a:pt x="2915" y="230"/>
                  </a:lnTo>
                  <a:lnTo>
                    <a:pt x="2919" y="234"/>
                  </a:lnTo>
                  <a:lnTo>
                    <a:pt x="2926" y="244"/>
                  </a:lnTo>
                  <a:lnTo>
                    <a:pt x="2932" y="256"/>
                  </a:lnTo>
                  <a:lnTo>
                    <a:pt x="2937" y="270"/>
                  </a:lnTo>
                  <a:lnTo>
                    <a:pt x="2940" y="278"/>
                  </a:lnTo>
                  <a:lnTo>
                    <a:pt x="2942" y="286"/>
                  </a:lnTo>
                  <a:lnTo>
                    <a:pt x="2944" y="292"/>
                  </a:lnTo>
                  <a:lnTo>
                    <a:pt x="2946" y="300"/>
                  </a:lnTo>
                  <a:lnTo>
                    <a:pt x="2947" y="309"/>
                  </a:lnTo>
                  <a:lnTo>
                    <a:pt x="2949" y="317"/>
                  </a:lnTo>
                  <a:lnTo>
                    <a:pt x="2951" y="335"/>
                  </a:lnTo>
                  <a:lnTo>
                    <a:pt x="2952" y="345"/>
                  </a:lnTo>
                  <a:lnTo>
                    <a:pt x="2953" y="355"/>
                  </a:lnTo>
                  <a:lnTo>
                    <a:pt x="2953" y="375"/>
                  </a:lnTo>
                  <a:lnTo>
                    <a:pt x="2954" y="395"/>
                  </a:lnTo>
                  <a:lnTo>
                    <a:pt x="2954" y="735"/>
                  </a:lnTo>
                  <a:lnTo>
                    <a:pt x="2953" y="741"/>
                  </a:lnTo>
                  <a:lnTo>
                    <a:pt x="2953" y="745"/>
                  </a:lnTo>
                  <a:lnTo>
                    <a:pt x="2952" y="747"/>
                  </a:lnTo>
                  <a:lnTo>
                    <a:pt x="2950" y="749"/>
                  </a:lnTo>
                  <a:lnTo>
                    <a:pt x="2949" y="751"/>
                  </a:lnTo>
                  <a:lnTo>
                    <a:pt x="2947" y="753"/>
                  </a:lnTo>
                  <a:lnTo>
                    <a:pt x="2945" y="753"/>
                  </a:lnTo>
                  <a:close/>
                  <a:moveTo>
                    <a:pt x="3232" y="487"/>
                  </a:moveTo>
                  <a:lnTo>
                    <a:pt x="3061" y="487"/>
                  </a:lnTo>
                  <a:lnTo>
                    <a:pt x="3061" y="509"/>
                  </a:lnTo>
                  <a:lnTo>
                    <a:pt x="3061" y="539"/>
                  </a:lnTo>
                  <a:lnTo>
                    <a:pt x="3062" y="553"/>
                  </a:lnTo>
                  <a:lnTo>
                    <a:pt x="3063" y="565"/>
                  </a:lnTo>
                  <a:lnTo>
                    <a:pt x="3064" y="579"/>
                  </a:lnTo>
                  <a:lnTo>
                    <a:pt x="3065" y="591"/>
                  </a:lnTo>
                  <a:lnTo>
                    <a:pt x="3068" y="613"/>
                  </a:lnTo>
                  <a:lnTo>
                    <a:pt x="3072" y="631"/>
                  </a:lnTo>
                  <a:lnTo>
                    <a:pt x="3077" y="647"/>
                  </a:lnTo>
                  <a:lnTo>
                    <a:pt x="3082" y="663"/>
                  </a:lnTo>
                  <a:lnTo>
                    <a:pt x="3085" y="669"/>
                  </a:lnTo>
                  <a:lnTo>
                    <a:pt x="3088" y="675"/>
                  </a:lnTo>
                  <a:lnTo>
                    <a:pt x="3091" y="681"/>
                  </a:lnTo>
                  <a:lnTo>
                    <a:pt x="3094" y="685"/>
                  </a:lnTo>
                  <a:lnTo>
                    <a:pt x="3101" y="693"/>
                  </a:lnTo>
                  <a:lnTo>
                    <a:pt x="3109" y="701"/>
                  </a:lnTo>
                  <a:lnTo>
                    <a:pt x="3117" y="705"/>
                  </a:lnTo>
                  <a:lnTo>
                    <a:pt x="3125" y="709"/>
                  </a:lnTo>
                  <a:lnTo>
                    <a:pt x="3134" y="713"/>
                  </a:lnTo>
                  <a:lnTo>
                    <a:pt x="3143" y="713"/>
                  </a:lnTo>
                  <a:lnTo>
                    <a:pt x="3153" y="713"/>
                  </a:lnTo>
                  <a:lnTo>
                    <a:pt x="3171" y="713"/>
                  </a:lnTo>
                  <a:lnTo>
                    <a:pt x="3189" y="709"/>
                  </a:lnTo>
                  <a:lnTo>
                    <a:pt x="3209" y="703"/>
                  </a:lnTo>
                  <a:lnTo>
                    <a:pt x="3228" y="697"/>
                  </a:lnTo>
                  <a:lnTo>
                    <a:pt x="3229" y="697"/>
                  </a:lnTo>
                  <a:lnTo>
                    <a:pt x="3231" y="697"/>
                  </a:lnTo>
                  <a:lnTo>
                    <a:pt x="3235" y="697"/>
                  </a:lnTo>
                  <a:lnTo>
                    <a:pt x="3236" y="699"/>
                  </a:lnTo>
                  <a:lnTo>
                    <a:pt x="3237" y="703"/>
                  </a:lnTo>
                  <a:lnTo>
                    <a:pt x="3238" y="705"/>
                  </a:lnTo>
                  <a:lnTo>
                    <a:pt x="3238" y="709"/>
                  </a:lnTo>
                  <a:lnTo>
                    <a:pt x="3238" y="721"/>
                  </a:lnTo>
                  <a:lnTo>
                    <a:pt x="3237" y="725"/>
                  </a:lnTo>
                  <a:lnTo>
                    <a:pt x="3236" y="729"/>
                  </a:lnTo>
                  <a:lnTo>
                    <a:pt x="3235" y="731"/>
                  </a:lnTo>
                  <a:lnTo>
                    <a:pt x="3233" y="733"/>
                  </a:lnTo>
                  <a:lnTo>
                    <a:pt x="3229" y="737"/>
                  </a:lnTo>
                  <a:lnTo>
                    <a:pt x="3210" y="743"/>
                  </a:lnTo>
                  <a:lnTo>
                    <a:pt x="3190" y="749"/>
                  </a:lnTo>
                  <a:lnTo>
                    <a:pt x="3171" y="751"/>
                  </a:lnTo>
                  <a:lnTo>
                    <a:pt x="3153" y="753"/>
                  </a:lnTo>
                  <a:lnTo>
                    <a:pt x="3141" y="753"/>
                  </a:lnTo>
                  <a:lnTo>
                    <a:pt x="3129" y="751"/>
                  </a:lnTo>
                  <a:lnTo>
                    <a:pt x="3118" y="747"/>
                  </a:lnTo>
                  <a:lnTo>
                    <a:pt x="3108" y="741"/>
                  </a:lnTo>
                  <a:lnTo>
                    <a:pt x="3098" y="735"/>
                  </a:lnTo>
                  <a:lnTo>
                    <a:pt x="3093" y="731"/>
                  </a:lnTo>
                  <a:lnTo>
                    <a:pt x="3089" y="727"/>
                  </a:lnTo>
                  <a:lnTo>
                    <a:pt x="3080" y="715"/>
                  </a:lnTo>
                  <a:lnTo>
                    <a:pt x="3072" y="703"/>
                  </a:lnTo>
                  <a:lnTo>
                    <a:pt x="3068" y="695"/>
                  </a:lnTo>
                  <a:lnTo>
                    <a:pt x="3065" y="687"/>
                  </a:lnTo>
                  <a:lnTo>
                    <a:pt x="3058" y="669"/>
                  </a:lnTo>
                  <a:lnTo>
                    <a:pt x="3053" y="649"/>
                  </a:lnTo>
                  <a:lnTo>
                    <a:pt x="3048" y="627"/>
                  </a:lnTo>
                  <a:lnTo>
                    <a:pt x="3046" y="615"/>
                  </a:lnTo>
                  <a:lnTo>
                    <a:pt x="3044" y="601"/>
                  </a:lnTo>
                  <a:lnTo>
                    <a:pt x="3041" y="573"/>
                  </a:lnTo>
                  <a:lnTo>
                    <a:pt x="3039" y="543"/>
                  </a:lnTo>
                  <a:lnTo>
                    <a:pt x="3039" y="527"/>
                  </a:lnTo>
                  <a:lnTo>
                    <a:pt x="3039" y="509"/>
                  </a:lnTo>
                  <a:lnTo>
                    <a:pt x="3039" y="443"/>
                  </a:lnTo>
                  <a:lnTo>
                    <a:pt x="3039" y="417"/>
                  </a:lnTo>
                  <a:lnTo>
                    <a:pt x="3040" y="391"/>
                  </a:lnTo>
                  <a:lnTo>
                    <a:pt x="3043" y="369"/>
                  </a:lnTo>
                  <a:lnTo>
                    <a:pt x="3045" y="345"/>
                  </a:lnTo>
                  <a:lnTo>
                    <a:pt x="3047" y="335"/>
                  </a:lnTo>
                  <a:lnTo>
                    <a:pt x="3049" y="325"/>
                  </a:lnTo>
                  <a:lnTo>
                    <a:pt x="3051" y="315"/>
                  </a:lnTo>
                  <a:lnTo>
                    <a:pt x="3053" y="305"/>
                  </a:lnTo>
                  <a:lnTo>
                    <a:pt x="3056" y="296"/>
                  </a:lnTo>
                  <a:lnTo>
                    <a:pt x="3059" y="288"/>
                  </a:lnTo>
                  <a:lnTo>
                    <a:pt x="3065" y="270"/>
                  </a:lnTo>
                  <a:lnTo>
                    <a:pt x="3072" y="256"/>
                  </a:lnTo>
                  <a:lnTo>
                    <a:pt x="3079" y="242"/>
                  </a:lnTo>
                  <a:lnTo>
                    <a:pt x="3087" y="230"/>
                  </a:lnTo>
                  <a:lnTo>
                    <a:pt x="3097" y="220"/>
                  </a:lnTo>
                  <a:lnTo>
                    <a:pt x="3106" y="212"/>
                  </a:lnTo>
                  <a:lnTo>
                    <a:pt x="3117" y="208"/>
                  </a:lnTo>
                  <a:lnTo>
                    <a:pt x="3128" y="204"/>
                  </a:lnTo>
                  <a:lnTo>
                    <a:pt x="3134" y="202"/>
                  </a:lnTo>
                  <a:lnTo>
                    <a:pt x="3141" y="202"/>
                  </a:lnTo>
                  <a:lnTo>
                    <a:pt x="3154" y="204"/>
                  </a:lnTo>
                  <a:lnTo>
                    <a:pt x="3160" y="204"/>
                  </a:lnTo>
                  <a:lnTo>
                    <a:pt x="3166" y="206"/>
                  </a:lnTo>
                  <a:lnTo>
                    <a:pt x="3177" y="212"/>
                  </a:lnTo>
                  <a:lnTo>
                    <a:pt x="3182" y="216"/>
                  </a:lnTo>
                  <a:lnTo>
                    <a:pt x="3186" y="220"/>
                  </a:lnTo>
                  <a:lnTo>
                    <a:pt x="3196" y="230"/>
                  </a:lnTo>
                  <a:lnTo>
                    <a:pt x="3204" y="240"/>
                  </a:lnTo>
                  <a:lnTo>
                    <a:pt x="3211" y="254"/>
                  </a:lnTo>
                  <a:lnTo>
                    <a:pt x="3214" y="260"/>
                  </a:lnTo>
                  <a:lnTo>
                    <a:pt x="3218" y="268"/>
                  </a:lnTo>
                  <a:lnTo>
                    <a:pt x="3223" y="286"/>
                  </a:lnTo>
                  <a:lnTo>
                    <a:pt x="3228" y="303"/>
                  </a:lnTo>
                  <a:lnTo>
                    <a:pt x="3232" y="323"/>
                  </a:lnTo>
                  <a:lnTo>
                    <a:pt x="3236" y="343"/>
                  </a:lnTo>
                  <a:lnTo>
                    <a:pt x="3238" y="365"/>
                  </a:lnTo>
                  <a:lnTo>
                    <a:pt x="3240" y="389"/>
                  </a:lnTo>
                  <a:lnTo>
                    <a:pt x="3241" y="415"/>
                  </a:lnTo>
                  <a:lnTo>
                    <a:pt x="3242" y="441"/>
                  </a:lnTo>
                  <a:lnTo>
                    <a:pt x="3242" y="469"/>
                  </a:lnTo>
                  <a:lnTo>
                    <a:pt x="3241" y="473"/>
                  </a:lnTo>
                  <a:lnTo>
                    <a:pt x="3241" y="475"/>
                  </a:lnTo>
                  <a:lnTo>
                    <a:pt x="3239" y="483"/>
                  </a:lnTo>
                  <a:lnTo>
                    <a:pt x="3236" y="487"/>
                  </a:lnTo>
                  <a:lnTo>
                    <a:pt x="3232" y="487"/>
                  </a:lnTo>
                  <a:close/>
                  <a:moveTo>
                    <a:pt x="3220" y="441"/>
                  </a:moveTo>
                  <a:lnTo>
                    <a:pt x="3219" y="417"/>
                  </a:lnTo>
                  <a:lnTo>
                    <a:pt x="3219" y="397"/>
                  </a:lnTo>
                  <a:lnTo>
                    <a:pt x="3217" y="375"/>
                  </a:lnTo>
                  <a:lnTo>
                    <a:pt x="3215" y="357"/>
                  </a:lnTo>
                  <a:lnTo>
                    <a:pt x="3213" y="339"/>
                  </a:lnTo>
                  <a:lnTo>
                    <a:pt x="3210" y="321"/>
                  </a:lnTo>
                  <a:lnTo>
                    <a:pt x="3208" y="315"/>
                  </a:lnTo>
                  <a:lnTo>
                    <a:pt x="3206" y="307"/>
                  </a:lnTo>
                  <a:lnTo>
                    <a:pt x="3202" y="294"/>
                  </a:lnTo>
                  <a:lnTo>
                    <a:pt x="3199" y="288"/>
                  </a:lnTo>
                  <a:lnTo>
                    <a:pt x="3197" y="282"/>
                  </a:lnTo>
                  <a:lnTo>
                    <a:pt x="3194" y="276"/>
                  </a:lnTo>
                  <a:lnTo>
                    <a:pt x="3191" y="272"/>
                  </a:lnTo>
                  <a:lnTo>
                    <a:pt x="3188" y="266"/>
                  </a:lnTo>
                  <a:lnTo>
                    <a:pt x="3185" y="262"/>
                  </a:lnTo>
                  <a:lnTo>
                    <a:pt x="3178" y="256"/>
                  </a:lnTo>
                  <a:lnTo>
                    <a:pt x="3170" y="250"/>
                  </a:lnTo>
                  <a:lnTo>
                    <a:pt x="3161" y="246"/>
                  </a:lnTo>
                  <a:lnTo>
                    <a:pt x="3152" y="242"/>
                  </a:lnTo>
                  <a:lnTo>
                    <a:pt x="3141" y="242"/>
                  </a:lnTo>
                  <a:lnTo>
                    <a:pt x="3130" y="242"/>
                  </a:lnTo>
                  <a:lnTo>
                    <a:pt x="3126" y="244"/>
                  </a:lnTo>
                  <a:lnTo>
                    <a:pt x="3121" y="246"/>
                  </a:lnTo>
                  <a:lnTo>
                    <a:pt x="3112" y="250"/>
                  </a:lnTo>
                  <a:lnTo>
                    <a:pt x="3105" y="256"/>
                  </a:lnTo>
                  <a:lnTo>
                    <a:pt x="3097" y="264"/>
                  </a:lnTo>
                  <a:lnTo>
                    <a:pt x="3091" y="274"/>
                  </a:lnTo>
                  <a:lnTo>
                    <a:pt x="3085" y="284"/>
                  </a:lnTo>
                  <a:lnTo>
                    <a:pt x="3080" y="298"/>
                  </a:lnTo>
                  <a:lnTo>
                    <a:pt x="3075" y="311"/>
                  </a:lnTo>
                  <a:lnTo>
                    <a:pt x="3073" y="317"/>
                  </a:lnTo>
                  <a:lnTo>
                    <a:pt x="3071" y="325"/>
                  </a:lnTo>
                  <a:lnTo>
                    <a:pt x="3068" y="343"/>
                  </a:lnTo>
                  <a:lnTo>
                    <a:pt x="3066" y="361"/>
                  </a:lnTo>
                  <a:lnTo>
                    <a:pt x="3064" y="379"/>
                  </a:lnTo>
                  <a:lnTo>
                    <a:pt x="3062" y="399"/>
                  </a:lnTo>
                  <a:lnTo>
                    <a:pt x="3061" y="421"/>
                  </a:lnTo>
                  <a:lnTo>
                    <a:pt x="3061" y="443"/>
                  </a:lnTo>
                  <a:lnTo>
                    <a:pt x="3220" y="447"/>
                  </a:lnTo>
                  <a:lnTo>
                    <a:pt x="3220" y="441"/>
                  </a:lnTo>
                  <a:close/>
                  <a:moveTo>
                    <a:pt x="3726" y="699"/>
                  </a:moveTo>
                  <a:lnTo>
                    <a:pt x="3724" y="713"/>
                  </a:lnTo>
                  <a:lnTo>
                    <a:pt x="3722" y="723"/>
                  </a:lnTo>
                  <a:lnTo>
                    <a:pt x="3720" y="733"/>
                  </a:lnTo>
                  <a:lnTo>
                    <a:pt x="3718" y="737"/>
                  </a:lnTo>
                  <a:lnTo>
                    <a:pt x="3717" y="741"/>
                  </a:lnTo>
                  <a:lnTo>
                    <a:pt x="3714" y="747"/>
                  </a:lnTo>
                  <a:lnTo>
                    <a:pt x="3710" y="751"/>
                  </a:lnTo>
                  <a:lnTo>
                    <a:pt x="3705" y="753"/>
                  </a:lnTo>
                  <a:lnTo>
                    <a:pt x="3700" y="753"/>
                  </a:lnTo>
                  <a:lnTo>
                    <a:pt x="3694" y="753"/>
                  </a:lnTo>
                  <a:lnTo>
                    <a:pt x="3692" y="751"/>
                  </a:lnTo>
                  <a:lnTo>
                    <a:pt x="3690" y="749"/>
                  </a:lnTo>
                  <a:lnTo>
                    <a:pt x="3688" y="747"/>
                  </a:lnTo>
                  <a:lnTo>
                    <a:pt x="3686" y="745"/>
                  </a:lnTo>
                  <a:lnTo>
                    <a:pt x="3684" y="741"/>
                  </a:lnTo>
                  <a:lnTo>
                    <a:pt x="3683" y="739"/>
                  </a:lnTo>
                  <a:lnTo>
                    <a:pt x="3680" y="731"/>
                  </a:lnTo>
                  <a:lnTo>
                    <a:pt x="3678" y="721"/>
                  </a:lnTo>
                  <a:lnTo>
                    <a:pt x="3676" y="709"/>
                  </a:lnTo>
                  <a:lnTo>
                    <a:pt x="3674" y="695"/>
                  </a:lnTo>
                  <a:lnTo>
                    <a:pt x="3621" y="313"/>
                  </a:lnTo>
                  <a:lnTo>
                    <a:pt x="3619" y="305"/>
                  </a:lnTo>
                  <a:lnTo>
                    <a:pt x="3618" y="305"/>
                  </a:lnTo>
                  <a:lnTo>
                    <a:pt x="3617" y="305"/>
                  </a:lnTo>
                  <a:lnTo>
                    <a:pt x="3615" y="305"/>
                  </a:lnTo>
                  <a:lnTo>
                    <a:pt x="3614" y="313"/>
                  </a:lnTo>
                  <a:lnTo>
                    <a:pt x="3560" y="695"/>
                  </a:lnTo>
                  <a:lnTo>
                    <a:pt x="3556" y="721"/>
                  </a:lnTo>
                  <a:lnTo>
                    <a:pt x="3554" y="731"/>
                  </a:lnTo>
                  <a:lnTo>
                    <a:pt x="3552" y="739"/>
                  </a:lnTo>
                  <a:lnTo>
                    <a:pt x="3548" y="745"/>
                  </a:lnTo>
                  <a:lnTo>
                    <a:pt x="3545" y="749"/>
                  </a:lnTo>
                  <a:lnTo>
                    <a:pt x="3540" y="753"/>
                  </a:lnTo>
                  <a:lnTo>
                    <a:pt x="3535" y="753"/>
                  </a:lnTo>
                  <a:lnTo>
                    <a:pt x="3529" y="753"/>
                  </a:lnTo>
                  <a:lnTo>
                    <a:pt x="3525" y="751"/>
                  </a:lnTo>
                  <a:lnTo>
                    <a:pt x="3521" y="747"/>
                  </a:lnTo>
                  <a:lnTo>
                    <a:pt x="3517" y="741"/>
                  </a:lnTo>
                  <a:lnTo>
                    <a:pt x="3516" y="737"/>
                  </a:lnTo>
                  <a:lnTo>
                    <a:pt x="3515" y="733"/>
                  </a:lnTo>
                  <a:lnTo>
                    <a:pt x="3513" y="729"/>
                  </a:lnTo>
                  <a:lnTo>
                    <a:pt x="3512" y="723"/>
                  </a:lnTo>
                  <a:lnTo>
                    <a:pt x="3510" y="713"/>
                  </a:lnTo>
                  <a:lnTo>
                    <a:pt x="3508" y="699"/>
                  </a:lnTo>
                  <a:lnTo>
                    <a:pt x="3452" y="232"/>
                  </a:lnTo>
                  <a:lnTo>
                    <a:pt x="3452" y="228"/>
                  </a:lnTo>
                  <a:lnTo>
                    <a:pt x="3452" y="222"/>
                  </a:lnTo>
                  <a:lnTo>
                    <a:pt x="3452" y="218"/>
                  </a:lnTo>
                  <a:lnTo>
                    <a:pt x="3453" y="216"/>
                  </a:lnTo>
                  <a:lnTo>
                    <a:pt x="3454" y="212"/>
                  </a:lnTo>
                  <a:lnTo>
                    <a:pt x="3456" y="210"/>
                  </a:lnTo>
                  <a:lnTo>
                    <a:pt x="3458" y="208"/>
                  </a:lnTo>
                  <a:lnTo>
                    <a:pt x="3461" y="208"/>
                  </a:lnTo>
                  <a:lnTo>
                    <a:pt x="3467" y="208"/>
                  </a:lnTo>
                  <a:lnTo>
                    <a:pt x="3470" y="212"/>
                  </a:lnTo>
                  <a:lnTo>
                    <a:pt x="3471" y="216"/>
                  </a:lnTo>
                  <a:lnTo>
                    <a:pt x="3472" y="222"/>
                  </a:lnTo>
                  <a:lnTo>
                    <a:pt x="3528" y="689"/>
                  </a:lnTo>
                  <a:lnTo>
                    <a:pt x="3530" y="703"/>
                  </a:lnTo>
                  <a:lnTo>
                    <a:pt x="3531" y="711"/>
                  </a:lnTo>
                  <a:lnTo>
                    <a:pt x="3533" y="713"/>
                  </a:lnTo>
                  <a:lnTo>
                    <a:pt x="3535" y="713"/>
                  </a:lnTo>
                  <a:lnTo>
                    <a:pt x="3536" y="713"/>
                  </a:lnTo>
                  <a:lnTo>
                    <a:pt x="3538" y="709"/>
                  </a:lnTo>
                  <a:lnTo>
                    <a:pt x="3539" y="703"/>
                  </a:lnTo>
                  <a:lnTo>
                    <a:pt x="3541" y="689"/>
                  </a:lnTo>
                  <a:lnTo>
                    <a:pt x="3596" y="301"/>
                  </a:lnTo>
                  <a:lnTo>
                    <a:pt x="3597" y="294"/>
                  </a:lnTo>
                  <a:lnTo>
                    <a:pt x="3599" y="286"/>
                  </a:lnTo>
                  <a:lnTo>
                    <a:pt x="3601" y="280"/>
                  </a:lnTo>
                  <a:lnTo>
                    <a:pt x="3604" y="274"/>
                  </a:lnTo>
                  <a:lnTo>
                    <a:pt x="3607" y="270"/>
                  </a:lnTo>
                  <a:lnTo>
                    <a:pt x="3610" y="268"/>
                  </a:lnTo>
                  <a:lnTo>
                    <a:pt x="3614" y="266"/>
                  </a:lnTo>
                  <a:lnTo>
                    <a:pt x="3617" y="266"/>
                  </a:lnTo>
                  <a:lnTo>
                    <a:pt x="3621" y="266"/>
                  </a:lnTo>
                  <a:lnTo>
                    <a:pt x="3624" y="268"/>
                  </a:lnTo>
                  <a:lnTo>
                    <a:pt x="3627" y="270"/>
                  </a:lnTo>
                  <a:lnTo>
                    <a:pt x="3630" y="274"/>
                  </a:lnTo>
                  <a:lnTo>
                    <a:pt x="3633" y="280"/>
                  </a:lnTo>
                  <a:lnTo>
                    <a:pt x="3634" y="282"/>
                  </a:lnTo>
                  <a:lnTo>
                    <a:pt x="3635" y="286"/>
                  </a:lnTo>
                  <a:lnTo>
                    <a:pt x="3637" y="294"/>
                  </a:lnTo>
                  <a:lnTo>
                    <a:pt x="3639" y="301"/>
                  </a:lnTo>
                  <a:lnTo>
                    <a:pt x="3693" y="689"/>
                  </a:lnTo>
                  <a:lnTo>
                    <a:pt x="3695" y="703"/>
                  </a:lnTo>
                  <a:lnTo>
                    <a:pt x="3696" y="707"/>
                  </a:lnTo>
                  <a:lnTo>
                    <a:pt x="3697" y="709"/>
                  </a:lnTo>
                  <a:lnTo>
                    <a:pt x="3698" y="713"/>
                  </a:lnTo>
                  <a:lnTo>
                    <a:pt x="3700" y="713"/>
                  </a:lnTo>
                  <a:lnTo>
                    <a:pt x="3701" y="713"/>
                  </a:lnTo>
                  <a:lnTo>
                    <a:pt x="3702" y="713"/>
                  </a:lnTo>
                  <a:lnTo>
                    <a:pt x="3703" y="711"/>
                  </a:lnTo>
                  <a:lnTo>
                    <a:pt x="3704" y="707"/>
                  </a:lnTo>
                  <a:lnTo>
                    <a:pt x="3705" y="703"/>
                  </a:lnTo>
                  <a:lnTo>
                    <a:pt x="3707" y="689"/>
                  </a:lnTo>
                  <a:lnTo>
                    <a:pt x="3761" y="222"/>
                  </a:lnTo>
                  <a:lnTo>
                    <a:pt x="3762" y="216"/>
                  </a:lnTo>
                  <a:lnTo>
                    <a:pt x="3763" y="212"/>
                  </a:lnTo>
                  <a:lnTo>
                    <a:pt x="3764" y="210"/>
                  </a:lnTo>
                  <a:lnTo>
                    <a:pt x="3766" y="208"/>
                  </a:lnTo>
                  <a:lnTo>
                    <a:pt x="3767" y="208"/>
                  </a:lnTo>
                  <a:lnTo>
                    <a:pt x="3769" y="208"/>
                  </a:lnTo>
                  <a:lnTo>
                    <a:pt x="3773" y="208"/>
                  </a:lnTo>
                  <a:lnTo>
                    <a:pt x="3777" y="210"/>
                  </a:lnTo>
                  <a:lnTo>
                    <a:pt x="3779" y="212"/>
                  </a:lnTo>
                  <a:lnTo>
                    <a:pt x="3781" y="214"/>
                  </a:lnTo>
                  <a:lnTo>
                    <a:pt x="3782" y="218"/>
                  </a:lnTo>
                  <a:lnTo>
                    <a:pt x="3782" y="222"/>
                  </a:lnTo>
                  <a:lnTo>
                    <a:pt x="3781" y="232"/>
                  </a:lnTo>
                  <a:lnTo>
                    <a:pt x="3726" y="699"/>
                  </a:lnTo>
                  <a:close/>
                  <a:moveTo>
                    <a:pt x="3953" y="753"/>
                  </a:moveTo>
                  <a:lnTo>
                    <a:pt x="3940" y="753"/>
                  </a:lnTo>
                  <a:lnTo>
                    <a:pt x="3934" y="751"/>
                  </a:lnTo>
                  <a:lnTo>
                    <a:pt x="3929" y="749"/>
                  </a:lnTo>
                  <a:lnTo>
                    <a:pt x="3918" y="745"/>
                  </a:lnTo>
                  <a:lnTo>
                    <a:pt x="3908" y="737"/>
                  </a:lnTo>
                  <a:lnTo>
                    <a:pt x="3903" y="733"/>
                  </a:lnTo>
                  <a:lnTo>
                    <a:pt x="3898" y="729"/>
                  </a:lnTo>
                  <a:lnTo>
                    <a:pt x="3890" y="717"/>
                  </a:lnTo>
                  <a:lnTo>
                    <a:pt x="3882" y="705"/>
                  </a:lnTo>
                  <a:lnTo>
                    <a:pt x="3875" y="689"/>
                  </a:lnTo>
                  <a:lnTo>
                    <a:pt x="3872" y="683"/>
                  </a:lnTo>
                  <a:lnTo>
                    <a:pt x="3869" y="673"/>
                  </a:lnTo>
                  <a:lnTo>
                    <a:pt x="3866" y="665"/>
                  </a:lnTo>
                  <a:lnTo>
                    <a:pt x="3864" y="655"/>
                  </a:lnTo>
                  <a:lnTo>
                    <a:pt x="3859" y="635"/>
                  </a:lnTo>
                  <a:lnTo>
                    <a:pt x="3856" y="615"/>
                  </a:lnTo>
                  <a:lnTo>
                    <a:pt x="3853" y="591"/>
                  </a:lnTo>
                  <a:lnTo>
                    <a:pt x="3851" y="567"/>
                  </a:lnTo>
                  <a:lnTo>
                    <a:pt x="3850" y="541"/>
                  </a:lnTo>
                  <a:lnTo>
                    <a:pt x="3849" y="513"/>
                  </a:lnTo>
                  <a:lnTo>
                    <a:pt x="3849" y="443"/>
                  </a:lnTo>
                  <a:lnTo>
                    <a:pt x="3850" y="415"/>
                  </a:lnTo>
                  <a:lnTo>
                    <a:pt x="3851" y="389"/>
                  </a:lnTo>
                  <a:lnTo>
                    <a:pt x="3853" y="363"/>
                  </a:lnTo>
                  <a:lnTo>
                    <a:pt x="3856" y="341"/>
                  </a:lnTo>
                  <a:lnTo>
                    <a:pt x="3857" y="329"/>
                  </a:lnTo>
                  <a:lnTo>
                    <a:pt x="3859" y="319"/>
                  </a:lnTo>
                  <a:lnTo>
                    <a:pt x="3861" y="309"/>
                  </a:lnTo>
                  <a:lnTo>
                    <a:pt x="3864" y="300"/>
                  </a:lnTo>
                  <a:lnTo>
                    <a:pt x="3866" y="290"/>
                  </a:lnTo>
                  <a:lnTo>
                    <a:pt x="3869" y="282"/>
                  </a:lnTo>
                  <a:lnTo>
                    <a:pt x="3875" y="266"/>
                  </a:lnTo>
                  <a:lnTo>
                    <a:pt x="3882" y="252"/>
                  </a:lnTo>
                  <a:lnTo>
                    <a:pt x="3886" y="244"/>
                  </a:lnTo>
                  <a:lnTo>
                    <a:pt x="3890" y="238"/>
                  </a:lnTo>
                  <a:lnTo>
                    <a:pt x="3898" y="228"/>
                  </a:lnTo>
                  <a:lnTo>
                    <a:pt x="3903" y="222"/>
                  </a:lnTo>
                  <a:lnTo>
                    <a:pt x="3908" y="218"/>
                  </a:lnTo>
                  <a:lnTo>
                    <a:pt x="3918" y="212"/>
                  </a:lnTo>
                  <a:lnTo>
                    <a:pt x="3929" y="206"/>
                  </a:lnTo>
                  <a:lnTo>
                    <a:pt x="3934" y="204"/>
                  </a:lnTo>
                  <a:lnTo>
                    <a:pt x="3940" y="204"/>
                  </a:lnTo>
                  <a:lnTo>
                    <a:pt x="3953" y="202"/>
                  </a:lnTo>
                  <a:lnTo>
                    <a:pt x="3965" y="204"/>
                  </a:lnTo>
                  <a:lnTo>
                    <a:pt x="3971" y="204"/>
                  </a:lnTo>
                  <a:lnTo>
                    <a:pt x="3977" y="206"/>
                  </a:lnTo>
                  <a:lnTo>
                    <a:pt x="3988" y="212"/>
                  </a:lnTo>
                  <a:lnTo>
                    <a:pt x="3998" y="218"/>
                  </a:lnTo>
                  <a:lnTo>
                    <a:pt x="4003" y="222"/>
                  </a:lnTo>
                  <a:lnTo>
                    <a:pt x="4007" y="228"/>
                  </a:lnTo>
                  <a:lnTo>
                    <a:pt x="4016" y="238"/>
                  </a:lnTo>
                  <a:lnTo>
                    <a:pt x="4024" y="252"/>
                  </a:lnTo>
                  <a:lnTo>
                    <a:pt x="4031" y="266"/>
                  </a:lnTo>
                  <a:lnTo>
                    <a:pt x="4034" y="274"/>
                  </a:lnTo>
                  <a:lnTo>
                    <a:pt x="4037" y="282"/>
                  </a:lnTo>
                  <a:lnTo>
                    <a:pt x="4039" y="290"/>
                  </a:lnTo>
                  <a:lnTo>
                    <a:pt x="4042" y="300"/>
                  </a:lnTo>
                  <a:lnTo>
                    <a:pt x="4046" y="319"/>
                  </a:lnTo>
                  <a:lnTo>
                    <a:pt x="4050" y="341"/>
                  </a:lnTo>
                  <a:lnTo>
                    <a:pt x="4053" y="363"/>
                  </a:lnTo>
                  <a:lnTo>
                    <a:pt x="4055" y="389"/>
                  </a:lnTo>
                  <a:lnTo>
                    <a:pt x="4056" y="415"/>
                  </a:lnTo>
                  <a:lnTo>
                    <a:pt x="4057" y="443"/>
                  </a:lnTo>
                  <a:lnTo>
                    <a:pt x="4057" y="513"/>
                  </a:lnTo>
                  <a:lnTo>
                    <a:pt x="4056" y="541"/>
                  </a:lnTo>
                  <a:lnTo>
                    <a:pt x="4055" y="567"/>
                  </a:lnTo>
                  <a:lnTo>
                    <a:pt x="4053" y="591"/>
                  </a:lnTo>
                  <a:lnTo>
                    <a:pt x="4050" y="615"/>
                  </a:lnTo>
                  <a:lnTo>
                    <a:pt x="4048" y="625"/>
                  </a:lnTo>
                  <a:lnTo>
                    <a:pt x="4046" y="635"/>
                  </a:lnTo>
                  <a:lnTo>
                    <a:pt x="4044" y="645"/>
                  </a:lnTo>
                  <a:lnTo>
                    <a:pt x="4042" y="655"/>
                  </a:lnTo>
                  <a:lnTo>
                    <a:pt x="4039" y="665"/>
                  </a:lnTo>
                  <a:lnTo>
                    <a:pt x="4037" y="673"/>
                  </a:lnTo>
                  <a:lnTo>
                    <a:pt x="4031" y="689"/>
                  </a:lnTo>
                  <a:lnTo>
                    <a:pt x="4024" y="705"/>
                  </a:lnTo>
                  <a:lnTo>
                    <a:pt x="4020" y="711"/>
                  </a:lnTo>
                  <a:lnTo>
                    <a:pt x="4016" y="717"/>
                  </a:lnTo>
                  <a:lnTo>
                    <a:pt x="4007" y="729"/>
                  </a:lnTo>
                  <a:lnTo>
                    <a:pt x="4003" y="733"/>
                  </a:lnTo>
                  <a:lnTo>
                    <a:pt x="3998" y="737"/>
                  </a:lnTo>
                  <a:lnTo>
                    <a:pt x="3988" y="745"/>
                  </a:lnTo>
                  <a:lnTo>
                    <a:pt x="3977" y="749"/>
                  </a:lnTo>
                  <a:lnTo>
                    <a:pt x="3971" y="751"/>
                  </a:lnTo>
                  <a:lnTo>
                    <a:pt x="3965" y="753"/>
                  </a:lnTo>
                  <a:lnTo>
                    <a:pt x="3953" y="753"/>
                  </a:lnTo>
                  <a:close/>
                  <a:moveTo>
                    <a:pt x="4034" y="443"/>
                  </a:moveTo>
                  <a:lnTo>
                    <a:pt x="4034" y="419"/>
                  </a:lnTo>
                  <a:lnTo>
                    <a:pt x="4033" y="397"/>
                  </a:lnTo>
                  <a:lnTo>
                    <a:pt x="4033" y="387"/>
                  </a:lnTo>
                  <a:lnTo>
                    <a:pt x="4032" y="377"/>
                  </a:lnTo>
                  <a:lnTo>
                    <a:pt x="4030" y="359"/>
                  </a:lnTo>
                  <a:lnTo>
                    <a:pt x="4027" y="341"/>
                  </a:lnTo>
                  <a:lnTo>
                    <a:pt x="4024" y="323"/>
                  </a:lnTo>
                  <a:lnTo>
                    <a:pt x="4020" y="309"/>
                  </a:lnTo>
                  <a:lnTo>
                    <a:pt x="4016" y="296"/>
                  </a:lnTo>
                  <a:lnTo>
                    <a:pt x="4011" y="284"/>
                  </a:lnTo>
                  <a:lnTo>
                    <a:pt x="4008" y="278"/>
                  </a:lnTo>
                  <a:lnTo>
                    <a:pt x="4005" y="272"/>
                  </a:lnTo>
                  <a:lnTo>
                    <a:pt x="3998" y="264"/>
                  </a:lnTo>
                  <a:lnTo>
                    <a:pt x="3994" y="260"/>
                  </a:lnTo>
                  <a:lnTo>
                    <a:pt x="3990" y="256"/>
                  </a:lnTo>
                  <a:lnTo>
                    <a:pt x="3986" y="252"/>
                  </a:lnTo>
                  <a:lnTo>
                    <a:pt x="3982" y="250"/>
                  </a:lnTo>
                  <a:lnTo>
                    <a:pt x="3973" y="246"/>
                  </a:lnTo>
                  <a:lnTo>
                    <a:pt x="3963" y="242"/>
                  </a:lnTo>
                  <a:lnTo>
                    <a:pt x="3953" y="242"/>
                  </a:lnTo>
                  <a:lnTo>
                    <a:pt x="3942" y="242"/>
                  </a:lnTo>
                  <a:lnTo>
                    <a:pt x="3932" y="246"/>
                  </a:lnTo>
                  <a:lnTo>
                    <a:pt x="3928" y="248"/>
                  </a:lnTo>
                  <a:lnTo>
                    <a:pt x="3923" y="250"/>
                  </a:lnTo>
                  <a:lnTo>
                    <a:pt x="3915" y="256"/>
                  </a:lnTo>
                  <a:lnTo>
                    <a:pt x="3908" y="264"/>
                  </a:lnTo>
                  <a:lnTo>
                    <a:pt x="3901" y="272"/>
                  </a:lnTo>
                  <a:lnTo>
                    <a:pt x="3895" y="284"/>
                  </a:lnTo>
                  <a:lnTo>
                    <a:pt x="3890" y="296"/>
                  </a:lnTo>
                  <a:lnTo>
                    <a:pt x="3888" y="301"/>
                  </a:lnTo>
                  <a:lnTo>
                    <a:pt x="3885" y="309"/>
                  </a:lnTo>
                  <a:lnTo>
                    <a:pt x="3882" y="323"/>
                  </a:lnTo>
                  <a:lnTo>
                    <a:pt x="3878" y="341"/>
                  </a:lnTo>
                  <a:lnTo>
                    <a:pt x="3876" y="359"/>
                  </a:lnTo>
                  <a:lnTo>
                    <a:pt x="3874" y="377"/>
                  </a:lnTo>
                  <a:lnTo>
                    <a:pt x="3872" y="397"/>
                  </a:lnTo>
                  <a:lnTo>
                    <a:pt x="3872" y="409"/>
                  </a:lnTo>
                  <a:lnTo>
                    <a:pt x="3872" y="419"/>
                  </a:lnTo>
                  <a:lnTo>
                    <a:pt x="3871" y="443"/>
                  </a:lnTo>
                  <a:lnTo>
                    <a:pt x="3871" y="513"/>
                  </a:lnTo>
                  <a:lnTo>
                    <a:pt x="3872" y="535"/>
                  </a:lnTo>
                  <a:lnTo>
                    <a:pt x="3872" y="557"/>
                  </a:lnTo>
                  <a:lnTo>
                    <a:pt x="3873" y="567"/>
                  </a:lnTo>
                  <a:lnTo>
                    <a:pt x="3874" y="577"/>
                  </a:lnTo>
                  <a:lnTo>
                    <a:pt x="3876" y="597"/>
                  </a:lnTo>
                  <a:lnTo>
                    <a:pt x="3878" y="615"/>
                  </a:lnTo>
                  <a:lnTo>
                    <a:pt x="3882" y="631"/>
                  </a:lnTo>
                  <a:lnTo>
                    <a:pt x="3885" y="645"/>
                  </a:lnTo>
                  <a:lnTo>
                    <a:pt x="3890" y="659"/>
                  </a:lnTo>
                  <a:lnTo>
                    <a:pt x="3895" y="673"/>
                  </a:lnTo>
                  <a:lnTo>
                    <a:pt x="3898" y="677"/>
                  </a:lnTo>
                  <a:lnTo>
                    <a:pt x="3901" y="683"/>
                  </a:lnTo>
                  <a:lnTo>
                    <a:pt x="3908" y="693"/>
                  </a:lnTo>
                  <a:lnTo>
                    <a:pt x="3911" y="697"/>
                  </a:lnTo>
                  <a:lnTo>
                    <a:pt x="3915" y="699"/>
                  </a:lnTo>
                  <a:lnTo>
                    <a:pt x="3919" y="703"/>
                  </a:lnTo>
                  <a:lnTo>
                    <a:pt x="3923" y="707"/>
                  </a:lnTo>
                  <a:lnTo>
                    <a:pt x="3932" y="711"/>
                  </a:lnTo>
                  <a:lnTo>
                    <a:pt x="3942" y="713"/>
                  </a:lnTo>
                  <a:lnTo>
                    <a:pt x="3953" y="713"/>
                  </a:lnTo>
                  <a:lnTo>
                    <a:pt x="3963" y="713"/>
                  </a:lnTo>
                  <a:lnTo>
                    <a:pt x="3973" y="711"/>
                  </a:lnTo>
                  <a:lnTo>
                    <a:pt x="3978" y="709"/>
                  </a:lnTo>
                  <a:lnTo>
                    <a:pt x="3982" y="707"/>
                  </a:lnTo>
                  <a:lnTo>
                    <a:pt x="3990" y="699"/>
                  </a:lnTo>
                  <a:lnTo>
                    <a:pt x="3998" y="693"/>
                  </a:lnTo>
                  <a:lnTo>
                    <a:pt x="4005" y="683"/>
                  </a:lnTo>
                  <a:lnTo>
                    <a:pt x="4011" y="673"/>
                  </a:lnTo>
                  <a:lnTo>
                    <a:pt x="4016" y="659"/>
                  </a:lnTo>
                  <a:lnTo>
                    <a:pt x="4018" y="653"/>
                  </a:lnTo>
                  <a:lnTo>
                    <a:pt x="4020" y="645"/>
                  </a:lnTo>
                  <a:lnTo>
                    <a:pt x="4024" y="631"/>
                  </a:lnTo>
                  <a:lnTo>
                    <a:pt x="4027" y="615"/>
                  </a:lnTo>
                  <a:lnTo>
                    <a:pt x="4030" y="597"/>
                  </a:lnTo>
                  <a:lnTo>
                    <a:pt x="4032" y="577"/>
                  </a:lnTo>
                  <a:lnTo>
                    <a:pt x="4033" y="557"/>
                  </a:lnTo>
                  <a:lnTo>
                    <a:pt x="4034" y="547"/>
                  </a:lnTo>
                  <a:lnTo>
                    <a:pt x="4034" y="535"/>
                  </a:lnTo>
                  <a:lnTo>
                    <a:pt x="4034" y="513"/>
                  </a:lnTo>
                  <a:lnTo>
                    <a:pt x="4034" y="443"/>
                  </a:lnTo>
                  <a:close/>
                  <a:moveTo>
                    <a:pt x="4237" y="242"/>
                  </a:moveTo>
                  <a:lnTo>
                    <a:pt x="4230" y="242"/>
                  </a:lnTo>
                  <a:lnTo>
                    <a:pt x="4222" y="244"/>
                  </a:lnTo>
                  <a:lnTo>
                    <a:pt x="4215" y="246"/>
                  </a:lnTo>
                  <a:lnTo>
                    <a:pt x="4206" y="250"/>
                  </a:lnTo>
                  <a:lnTo>
                    <a:pt x="4197" y="258"/>
                  </a:lnTo>
                  <a:lnTo>
                    <a:pt x="4188" y="266"/>
                  </a:lnTo>
                  <a:lnTo>
                    <a:pt x="4178" y="276"/>
                  </a:lnTo>
                  <a:lnTo>
                    <a:pt x="4167" y="288"/>
                  </a:lnTo>
                  <a:lnTo>
                    <a:pt x="4167" y="729"/>
                  </a:lnTo>
                  <a:lnTo>
                    <a:pt x="4167" y="731"/>
                  </a:lnTo>
                  <a:lnTo>
                    <a:pt x="4167" y="735"/>
                  </a:lnTo>
                  <a:lnTo>
                    <a:pt x="4164" y="741"/>
                  </a:lnTo>
                  <a:lnTo>
                    <a:pt x="4161" y="745"/>
                  </a:lnTo>
                  <a:lnTo>
                    <a:pt x="4158" y="747"/>
                  </a:lnTo>
                  <a:lnTo>
                    <a:pt x="4155" y="747"/>
                  </a:lnTo>
                  <a:lnTo>
                    <a:pt x="4152" y="745"/>
                  </a:lnTo>
                  <a:lnTo>
                    <a:pt x="4147" y="741"/>
                  </a:lnTo>
                  <a:lnTo>
                    <a:pt x="4145" y="735"/>
                  </a:lnTo>
                  <a:lnTo>
                    <a:pt x="4144" y="729"/>
                  </a:lnTo>
                  <a:lnTo>
                    <a:pt x="4144" y="228"/>
                  </a:lnTo>
                  <a:lnTo>
                    <a:pt x="4144" y="224"/>
                  </a:lnTo>
                  <a:lnTo>
                    <a:pt x="4145" y="220"/>
                  </a:lnTo>
                  <a:lnTo>
                    <a:pt x="4147" y="214"/>
                  </a:lnTo>
                  <a:lnTo>
                    <a:pt x="4149" y="210"/>
                  </a:lnTo>
                  <a:lnTo>
                    <a:pt x="4150" y="210"/>
                  </a:lnTo>
                  <a:lnTo>
                    <a:pt x="4152" y="208"/>
                  </a:lnTo>
                  <a:lnTo>
                    <a:pt x="4154" y="208"/>
                  </a:lnTo>
                  <a:lnTo>
                    <a:pt x="4158" y="208"/>
                  </a:lnTo>
                  <a:lnTo>
                    <a:pt x="4160" y="208"/>
                  </a:lnTo>
                  <a:lnTo>
                    <a:pt x="4162" y="210"/>
                  </a:lnTo>
                  <a:lnTo>
                    <a:pt x="4164" y="210"/>
                  </a:lnTo>
                  <a:lnTo>
                    <a:pt x="4165" y="214"/>
                  </a:lnTo>
                  <a:lnTo>
                    <a:pt x="4166" y="216"/>
                  </a:lnTo>
                  <a:lnTo>
                    <a:pt x="4167" y="220"/>
                  </a:lnTo>
                  <a:lnTo>
                    <a:pt x="4167" y="224"/>
                  </a:lnTo>
                  <a:lnTo>
                    <a:pt x="4167" y="228"/>
                  </a:lnTo>
                  <a:lnTo>
                    <a:pt x="4167" y="248"/>
                  </a:lnTo>
                  <a:lnTo>
                    <a:pt x="4177" y="238"/>
                  </a:lnTo>
                  <a:lnTo>
                    <a:pt x="4181" y="232"/>
                  </a:lnTo>
                  <a:lnTo>
                    <a:pt x="4186" y="228"/>
                  </a:lnTo>
                  <a:lnTo>
                    <a:pt x="4194" y="220"/>
                  </a:lnTo>
                  <a:lnTo>
                    <a:pt x="4203" y="214"/>
                  </a:lnTo>
                  <a:lnTo>
                    <a:pt x="4211" y="208"/>
                  </a:lnTo>
                  <a:lnTo>
                    <a:pt x="4220" y="206"/>
                  </a:lnTo>
                  <a:lnTo>
                    <a:pt x="4228" y="204"/>
                  </a:lnTo>
                  <a:lnTo>
                    <a:pt x="4237" y="202"/>
                  </a:lnTo>
                  <a:lnTo>
                    <a:pt x="4243" y="204"/>
                  </a:lnTo>
                  <a:lnTo>
                    <a:pt x="4245" y="204"/>
                  </a:lnTo>
                  <a:lnTo>
                    <a:pt x="4247" y="206"/>
                  </a:lnTo>
                  <a:lnTo>
                    <a:pt x="4249" y="208"/>
                  </a:lnTo>
                  <a:lnTo>
                    <a:pt x="4250" y="210"/>
                  </a:lnTo>
                  <a:lnTo>
                    <a:pt x="4251" y="214"/>
                  </a:lnTo>
                  <a:lnTo>
                    <a:pt x="4251" y="218"/>
                  </a:lnTo>
                  <a:lnTo>
                    <a:pt x="4251" y="226"/>
                  </a:lnTo>
                  <a:lnTo>
                    <a:pt x="4251" y="230"/>
                  </a:lnTo>
                  <a:lnTo>
                    <a:pt x="4250" y="234"/>
                  </a:lnTo>
                  <a:lnTo>
                    <a:pt x="4249" y="236"/>
                  </a:lnTo>
                  <a:lnTo>
                    <a:pt x="4247" y="238"/>
                  </a:lnTo>
                  <a:lnTo>
                    <a:pt x="4243" y="242"/>
                  </a:lnTo>
                  <a:lnTo>
                    <a:pt x="4237" y="242"/>
                  </a:lnTo>
                  <a:close/>
                  <a:moveTo>
                    <a:pt x="4344" y="753"/>
                  </a:moveTo>
                  <a:lnTo>
                    <a:pt x="4339" y="753"/>
                  </a:lnTo>
                  <a:lnTo>
                    <a:pt x="4335" y="751"/>
                  </a:lnTo>
                  <a:lnTo>
                    <a:pt x="4333" y="747"/>
                  </a:lnTo>
                  <a:lnTo>
                    <a:pt x="4331" y="741"/>
                  </a:lnTo>
                  <a:lnTo>
                    <a:pt x="4330" y="735"/>
                  </a:lnTo>
                  <a:lnTo>
                    <a:pt x="4330" y="20"/>
                  </a:lnTo>
                  <a:lnTo>
                    <a:pt x="4331" y="16"/>
                  </a:lnTo>
                  <a:lnTo>
                    <a:pt x="4331" y="12"/>
                  </a:lnTo>
                  <a:lnTo>
                    <a:pt x="4333" y="6"/>
                  </a:lnTo>
                  <a:lnTo>
                    <a:pt x="4334" y="4"/>
                  </a:lnTo>
                  <a:lnTo>
                    <a:pt x="4335" y="2"/>
                  </a:lnTo>
                  <a:lnTo>
                    <a:pt x="4339" y="0"/>
                  </a:lnTo>
                  <a:lnTo>
                    <a:pt x="4344" y="0"/>
                  </a:lnTo>
                  <a:lnTo>
                    <a:pt x="4347" y="2"/>
                  </a:lnTo>
                  <a:lnTo>
                    <a:pt x="4350" y="6"/>
                  </a:lnTo>
                  <a:lnTo>
                    <a:pt x="4352" y="12"/>
                  </a:lnTo>
                  <a:lnTo>
                    <a:pt x="4353" y="20"/>
                  </a:lnTo>
                  <a:lnTo>
                    <a:pt x="4353" y="735"/>
                  </a:lnTo>
                  <a:lnTo>
                    <a:pt x="4352" y="737"/>
                  </a:lnTo>
                  <a:lnTo>
                    <a:pt x="4352" y="741"/>
                  </a:lnTo>
                  <a:lnTo>
                    <a:pt x="4350" y="747"/>
                  </a:lnTo>
                  <a:lnTo>
                    <a:pt x="4349" y="749"/>
                  </a:lnTo>
                  <a:lnTo>
                    <a:pt x="4347" y="751"/>
                  </a:lnTo>
                  <a:lnTo>
                    <a:pt x="4344" y="7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0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B0983813-A6C0-2384-6958-DDC82E12A6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9188" y="1992313"/>
              <a:ext cx="7424738" cy="1890713"/>
            </a:xfrm>
            <a:custGeom>
              <a:avLst/>
              <a:gdLst>
                <a:gd name="T0" fmla="*/ 3621 w 4677"/>
                <a:gd name="T1" fmla="*/ 1718 h 2381"/>
                <a:gd name="T2" fmla="*/ 3722 w 4677"/>
                <a:gd name="T3" fmla="*/ 1115 h 2381"/>
                <a:gd name="T4" fmla="*/ 3550 w 4677"/>
                <a:gd name="T5" fmla="*/ 549 h 2381"/>
                <a:gd name="T6" fmla="*/ 3192 w 4677"/>
                <a:gd name="T7" fmla="*/ 463 h 2381"/>
                <a:gd name="T8" fmla="*/ 2956 w 4677"/>
                <a:gd name="T9" fmla="*/ 927 h 2381"/>
                <a:gd name="T10" fmla="*/ 2980 w 4677"/>
                <a:gd name="T11" fmla="*/ 1566 h 2381"/>
                <a:gd name="T12" fmla="*/ 3268 w 4677"/>
                <a:gd name="T13" fmla="*/ 1966 h 2381"/>
                <a:gd name="T14" fmla="*/ 3592 w 4677"/>
                <a:gd name="T15" fmla="*/ 118 h 2381"/>
                <a:gd name="T16" fmla="*/ 3866 w 4677"/>
                <a:gd name="T17" fmla="*/ 623 h 2381"/>
                <a:gd name="T18" fmla="*/ 3937 w 4677"/>
                <a:gd name="T19" fmla="*/ 1313 h 2381"/>
                <a:gd name="T20" fmla="*/ 3826 w 4677"/>
                <a:gd name="T21" fmla="*/ 1880 h 2381"/>
                <a:gd name="T22" fmla="*/ 3493 w 4677"/>
                <a:gd name="T23" fmla="*/ 2335 h 2381"/>
                <a:gd name="T24" fmla="*/ 3087 w 4677"/>
                <a:gd name="T25" fmla="*/ 2287 h 2381"/>
                <a:gd name="T26" fmla="*/ 2817 w 4677"/>
                <a:gd name="T27" fmla="*/ 1856 h 2381"/>
                <a:gd name="T28" fmla="*/ 2713 w 4677"/>
                <a:gd name="T29" fmla="*/ 1129 h 2381"/>
                <a:gd name="T30" fmla="*/ 2808 w 4677"/>
                <a:gd name="T31" fmla="*/ 549 h 2381"/>
                <a:gd name="T32" fmla="*/ 3129 w 4677"/>
                <a:gd name="T33" fmla="*/ 64 h 2381"/>
                <a:gd name="T34" fmla="*/ 3421 w 4677"/>
                <a:gd name="T35" fmla="*/ 1049 h 2381"/>
                <a:gd name="T36" fmla="*/ 3421 w 4677"/>
                <a:gd name="T37" fmla="*/ 1333 h 2381"/>
                <a:gd name="T38" fmla="*/ 3242 w 4677"/>
                <a:gd name="T39" fmla="*/ 1349 h 2381"/>
                <a:gd name="T40" fmla="*/ 3228 w 4677"/>
                <a:gd name="T41" fmla="*/ 1067 h 2381"/>
                <a:gd name="T42" fmla="*/ 555 w 4677"/>
                <a:gd name="T43" fmla="*/ 1834 h 2381"/>
                <a:gd name="T44" fmla="*/ 612 w 4677"/>
                <a:gd name="T45" fmla="*/ 2108 h 2381"/>
                <a:gd name="T46" fmla="*/ 110 w 4677"/>
                <a:gd name="T47" fmla="*/ 2246 h 2381"/>
                <a:gd name="T48" fmla="*/ 1 w 4677"/>
                <a:gd name="T49" fmla="*/ 2038 h 2381"/>
                <a:gd name="T50" fmla="*/ 71 w 4677"/>
                <a:gd name="T51" fmla="*/ 248 h 2381"/>
                <a:gd name="T52" fmla="*/ 236 w 4677"/>
                <a:gd name="T53" fmla="*/ 362 h 2381"/>
                <a:gd name="T54" fmla="*/ 1549 w 4677"/>
                <a:gd name="T55" fmla="*/ 2130 h 2381"/>
                <a:gd name="T56" fmla="*/ 1385 w 4677"/>
                <a:gd name="T57" fmla="*/ 2230 h 2381"/>
                <a:gd name="T58" fmla="*/ 1267 w 4677"/>
                <a:gd name="T59" fmla="*/ 1802 h 2381"/>
                <a:gd name="T60" fmla="*/ 870 w 4677"/>
                <a:gd name="T61" fmla="*/ 1966 h 2381"/>
                <a:gd name="T62" fmla="*/ 737 w 4677"/>
                <a:gd name="T63" fmla="*/ 2254 h 2381"/>
                <a:gd name="T64" fmla="*/ 631 w 4677"/>
                <a:gd name="T65" fmla="*/ 2036 h 2381"/>
                <a:gd name="T66" fmla="*/ 983 w 4677"/>
                <a:gd name="T67" fmla="*/ 298 h 2381"/>
                <a:gd name="T68" fmla="*/ 1183 w 4677"/>
                <a:gd name="T69" fmla="*/ 270 h 2381"/>
                <a:gd name="T70" fmla="*/ 1518 w 4677"/>
                <a:gd name="T71" fmla="*/ 1800 h 2381"/>
                <a:gd name="T72" fmla="*/ 2713 w 4677"/>
                <a:gd name="T73" fmla="*/ 1772 h 2381"/>
                <a:gd name="T74" fmla="*/ 2756 w 4677"/>
                <a:gd name="T75" fmla="*/ 2192 h 2381"/>
                <a:gd name="T76" fmla="*/ 2601 w 4677"/>
                <a:gd name="T77" fmla="*/ 2212 h 2381"/>
                <a:gd name="T78" fmla="*/ 2295 w 4677"/>
                <a:gd name="T79" fmla="*/ 2116 h 2381"/>
                <a:gd name="T80" fmla="*/ 2171 w 4677"/>
                <a:gd name="T81" fmla="*/ 2254 h 2381"/>
                <a:gd name="T82" fmla="*/ 1817 w 4677"/>
                <a:gd name="T83" fmla="*/ 1908 h 2381"/>
                <a:gd name="T84" fmla="*/ 1699 w 4677"/>
                <a:gd name="T85" fmla="*/ 2250 h 2381"/>
                <a:gd name="T86" fmla="*/ 1571 w 4677"/>
                <a:gd name="T87" fmla="*/ 2070 h 2381"/>
                <a:gd name="T88" fmla="*/ 1737 w 4677"/>
                <a:gd name="T89" fmla="*/ 342 h 2381"/>
                <a:gd name="T90" fmla="*/ 1904 w 4677"/>
                <a:gd name="T91" fmla="*/ 254 h 2381"/>
                <a:gd name="T92" fmla="*/ 2358 w 4677"/>
                <a:gd name="T93" fmla="*/ 424 h 2381"/>
                <a:gd name="T94" fmla="*/ 2539 w 4677"/>
                <a:gd name="T95" fmla="*/ 248 h 2381"/>
                <a:gd name="T96" fmla="*/ 2653 w 4677"/>
                <a:gd name="T97" fmla="*/ 479 h 2381"/>
                <a:gd name="T98" fmla="*/ 4671 w 4677"/>
                <a:gd name="T99" fmla="*/ 1960 h 2381"/>
                <a:gd name="T100" fmla="*/ 4605 w 4677"/>
                <a:gd name="T101" fmla="*/ 2234 h 2381"/>
                <a:gd name="T102" fmla="*/ 4165 w 4677"/>
                <a:gd name="T103" fmla="*/ 1432 h 2381"/>
                <a:gd name="T104" fmla="*/ 4071 w 4677"/>
                <a:gd name="T105" fmla="*/ 2250 h 2381"/>
                <a:gd name="T106" fmla="*/ 3928 w 4677"/>
                <a:gd name="T107" fmla="*/ 2112 h 2381"/>
                <a:gd name="T108" fmla="*/ 4007 w 4677"/>
                <a:gd name="T109" fmla="*/ 1279 h 2381"/>
                <a:gd name="T110" fmla="*/ 3920 w 4677"/>
                <a:gd name="T111" fmla="*/ 539 h 2381"/>
                <a:gd name="T112" fmla="*/ 4023 w 4677"/>
                <a:gd name="T113" fmla="*/ 248 h 2381"/>
                <a:gd name="T114" fmla="*/ 4515 w 4677"/>
                <a:gd name="T115" fmla="*/ 336 h 2381"/>
                <a:gd name="T116" fmla="*/ 4656 w 4677"/>
                <a:gd name="T117" fmla="*/ 695 h 2381"/>
                <a:gd name="T118" fmla="*/ 4629 w 4677"/>
                <a:gd name="T119" fmla="*/ 1161 h 2381"/>
                <a:gd name="T120" fmla="*/ 4579 w 4677"/>
                <a:gd name="T121" fmla="*/ 1722 h 2381"/>
                <a:gd name="T122" fmla="*/ 4394 w 4677"/>
                <a:gd name="T123" fmla="*/ 1025 h 2381"/>
                <a:gd name="T124" fmla="*/ 4391 w 4677"/>
                <a:gd name="T125" fmla="*/ 711 h 2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77" h="2381">
                  <a:moveTo>
                    <a:pt x="3328" y="1974"/>
                  </a:moveTo>
                  <a:lnTo>
                    <a:pt x="3348" y="1974"/>
                  </a:lnTo>
                  <a:lnTo>
                    <a:pt x="3358" y="1972"/>
                  </a:lnTo>
                  <a:lnTo>
                    <a:pt x="3368" y="1970"/>
                  </a:lnTo>
                  <a:lnTo>
                    <a:pt x="3388" y="1966"/>
                  </a:lnTo>
                  <a:lnTo>
                    <a:pt x="3408" y="1958"/>
                  </a:lnTo>
                  <a:lnTo>
                    <a:pt x="3427" y="1950"/>
                  </a:lnTo>
                  <a:lnTo>
                    <a:pt x="3445" y="1940"/>
                  </a:lnTo>
                  <a:lnTo>
                    <a:pt x="3464" y="1926"/>
                  </a:lnTo>
                  <a:lnTo>
                    <a:pt x="3482" y="1912"/>
                  </a:lnTo>
                  <a:lnTo>
                    <a:pt x="3499" y="1898"/>
                  </a:lnTo>
                  <a:lnTo>
                    <a:pt x="3517" y="1880"/>
                  </a:lnTo>
                  <a:lnTo>
                    <a:pt x="3534" y="1862"/>
                  </a:lnTo>
                  <a:lnTo>
                    <a:pt x="3550" y="1840"/>
                  </a:lnTo>
                  <a:lnTo>
                    <a:pt x="3565" y="1820"/>
                  </a:lnTo>
                  <a:lnTo>
                    <a:pt x="3580" y="1796"/>
                  </a:lnTo>
                  <a:lnTo>
                    <a:pt x="3587" y="1784"/>
                  </a:lnTo>
                  <a:lnTo>
                    <a:pt x="3595" y="1772"/>
                  </a:lnTo>
                  <a:lnTo>
                    <a:pt x="3608" y="1746"/>
                  </a:lnTo>
                  <a:lnTo>
                    <a:pt x="3621" y="1718"/>
                  </a:lnTo>
                  <a:lnTo>
                    <a:pt x="3628" y="1704"/>
                  </a:lnTo>
                  <a:lnTo>
                    <a:pt x="3634" y="1690"/>
                  </a:lnTo>
                  <a:lnTo>
                    <a:pt x="3645" y="1660"/>
                  </a:lnTo>
                  <a:lnTo>
                    <a:pt x="3657" y="1630"/>
                  </a:lnTo>
                  <a:lnTo>
                    <a:pt x="3667" y="1598"/>
                  </a:lnTo>
                  <a:lnTo>
                    <a:pt x="3676" y="1566"/>
                  </a:lnTo>
                  <a:lnTo>
                    <a:pt x="3685" y="1532"/>
                  </a:lnTo>
                  <a:lnTo>
                    <a:pt x="3693" y="1498"/>
                  </a:lnTo>
                  <a:lnTo>
                    <a:pt x="3700" y="1462"/>
                  </a:lnTo>
                  <a:lnTo>
                    <a:pt x="3706" y="1426"/>
                  </a:lnTo>
                  <a:lnTo>
                    <a:pt x="3709" y="1408"/>
                  </a:lnTo>
                  <a:lnTo>
                    <a:pt x="3712" y="1390"/>
                  </a:lnTo>
                  <a:lnTo>
                    <a:pt x="3716" y="1353"/>
                  </a:lnTo>
                  <a:lnTo>
                    <a:pt x="3719" y="1313"/>
                  </a:lnTo>
                  <a:lnTo>
                    <a:pt x="3722" y="1275"/>
                  </a:lnTo>
                  <a:lnTo>
                    <a:pt x="3723" y="1235"/>
                  </a:lnTo>
                  <a:lnTo>
                    <a:pt x="3724" y="1195"/>
                  </a:lnTo>
                  <a:lnTo>
                    <a:pt x="3723" y="1155"/>
                  </a:lnTo>
                  <a:lnTo>
                    <a:pt x="3723" y="1135"/>
                  </a:lnTo>
                  <a:lnTo>
                    <a:pt x="3722" y="1115"/>
                  </a:lnTo>
                  <a:lnTo>
                    <a:pt x="3719" y="1077"/>
                  </a:lnTo>
                  <a:lnTo>
                    <a:pt x="3716" y="1037"/>
                  </a:lnTo>
                  <a:lnTo>
                    <a:pt x="3714" y="1019"/>
                  </a:lnTo>
                  <a:lnTo>
                    <a:pt x="3712" y="1001"/>
                  </a:lnTo>
                  <a:lnTo>
                    <a:pt x="3706" y="963"/>
                  </a:lnTo>
                  <a:lnTo>
                    <a:pt x="3700" y="927"/>
                  </a:lnTo>
                  <a:lnTo>
                    <a:pt x="3693" y="891"/>
                  </a:lnTo>
                  <a:lnTo>
                    <a:pt x="3685" y="857"/>
                  </a:lnTo>
                  <a:lnTo>
                    <a:pt x="3676" y="823"/>
                  </a:lnTo>
                  <a:lnTo>
                    <a:pt x="3667" y="791"/>
                  </a:lnTo>
                  <a:lnTo>
                    <a:pt x="3657" y="759"/>
                  </a:lnTo>
                  <a:lnTo>
                    <a:pt x="3645" y="729"/>
                  </a:lnTo>
                  <a:lnTo>
                    <a:pt x="3634" y="699"/>
                  </a:lnTo>
                  <a:lnTo>
                    <a:pt x="3621" y="671"/>
                  </a:lnTo>
                  <a:lnTo>
                    <a:pt x="3615" y="657"/>
                  </a:lnTo>
                  <a:lnTo>
                    <a:pt x="3608" y="643"/>
                  </a:lnTo>
                  <a:lnTo>
                    <a:pt x="3595" y="617"/>
                  </a:lnTo>
                  <a:lnTo>
                    <a:pt x="3580" y="593"/>
                  </a:lnTo>
                  <a:lnTo>
                    <a:pt x="3565" y="569"/>
                  </a:lnTo>
                  <a:lnTo>
                    <a:pt x="3550" y="549"/>
                  </a:lnTo>
                  <a:lnTo>
                    <a:pt x="3534" y="527"/>
                  </a:lnTo>
                  <a:lnTo>
                    <a:pt x="3517" y="509"/>
                  </a:lnTo>
                  <a:lnTo>
                    <a:pt x="3499" y="491"/>
                  </a:lnTo>
                  <a:lnTo>
                    <a:pt x="3482" y="477"/>
                  </a:lnTo>
                  <a:lnTo>
                    <a:pt x="3464" y="463"/>
                  </a:lnTo>
                  <a:lnTo>
                    <a:pt x="3445" y="451"/>
                  </a:lnTo>
                  <a:lnTo>
                    <a:pt x="3427" y="440"/>
                  </a:lnTo>
                  <a:lnTo>
                    <a:pt x="3408" y="432"/>
                  </a:lnTo>
                  <a:lnTo>
                    <a:pt x="3388" y="424"/>
                  </a:lnTo>
                  <a:lnTo>
                    <a:pt x="3368" y="420"/>
                  </a:lnTo>
                  <a:lnTo>
                    <a:pt x="3348" y="418"/>
                  </a:lnTo>
                  <a:lnTo>
                    <a:pt x="3328" y="416"/>
                  </a:lnTo>
                  <a:lnTo>
                    <a:pt x="3308" y="418"/>
                  </a:lnTo>
                  <a:lnTo>
                    <a:pt x="3298" y="418"/>
                  </a:lnTo>
                  <a:lnTo>
                    <a:pt x="3288" y="420"/>
                  </a:lnTo>
                  <a:lnTo>
                    <a:pt x="3268" y="424"/>
                  </a:lnTo>
                  <a:lnTo>
                    <a:pt x="3248" y="432"/>
                  </a:lnTo>
                  <a:lnTo>
                    <a:pt x="3229" y="440"/>
                  </a:lnTo>
                  <a:lnTo>
                    <a:pt x="3211" y="451"/>
                  </a:lnTo>
                  <a:lnTo>
                    <a:pt x="3192" y="463"/>
                  </a:lnTo>
                  <a:lnTo>
                    <a:pt x="3174" y="477"/>
                  </a:lnTo>
                  <a:lnTo>
                    <a:pt x="3156" y="491"/>
                  </a:lnTo>
                  <a:lnTo>
                    <a:pt x="3139" y="509"/>
                  </a:lnTo>
                  <a:lnTo>
                    <a:pt x="3122" y="527"/>
                  </a:lnTo>
                  <a:lnTo>
                    <a:pt x="3106" y="549"/>
                  </a:lnTo>
                  <a:lnTo>
                    <a:pt x="3091" y="569"/>
                  </a:lnTo>
                  <a:lnTo>
                    <a:pt x="3076" y="593"/>
                  </a:lnTo>
                  <a:lnTo>
                    <a:pt x="3069" y="605"/>
                  </a:lnTo>
                  <a:lnTo>
                    <a:pt x="3062" y="617"/>
                  </a:lnTo>
                  <a:lnTo>
                    <a:pt x="3048" y="643"/>
                  </a:lnTo>
                  <a:lnTo>
                    <a:pt x="3035" y="671"/>
                  </a:lnTo>
                  <a:lnTo>
                    <a:pt x="3029" y="685"/>
                  </a:lnTo>
                  <a:lnTo>
                    <a:pt x="3022" y="699"/>
                  </a:lnTo>
                  <a:lnTo>
                    <a:pt x="3011" y="729"/>
                  </a:lnTo>
                  <a:lnTo>
                    <a:pt x="3000" y="759"/>
                  </a:lnTo>
                  <a:lnTo>
                    <a:pt x="2989" y="791"/>
                  </a:lnTo>
                  <a:lnTo>
                    <a:pt x="2980" y="823"/>
                  </a:lnTo>
                  <a:lnTo>
                    <a:pt x="2971" y="857"/>
                  </a:lnTo>
                  <a:lnTo>
                    <a:pt x="2963" y="891"/>
                  </a:lnTo>
                  <a:lnTo>
                    <a:pt x="2956" y="927"/>
                  </a:lnTo>
                  <a:lnTo>
                    <a:pt x="2950" y="963"/>
                  </a:lnTo>
                  <a:lnTo>
                    <a:pt x="2947" y="981"/>
                  </a:lnTo>
                  <a:lnTo>
                    <a:pt x="2945" y="1001"/>
                  </a:lnTo>
                  <a:lnTo>
                    <a:pt x="2940" y="1037"/>
                  </a:lnTo>
                  <a:lnTo>
                    <a:pt x="2937" y="1077"/>
                  </a:lnTo>
                  <a:lnTo>
                    <a:pt x="2934" y="1115"/>
                  </a:lnTo>
                  <a:lnTo>
                    <a:pt x="2933" y="1155"/>
                  </a:lnTo>
                  <a:lnTo>
                    <a:pt x="2932" y="1195"/>
                  </a:lnTo>
                  <a:lnTo>
                    <a:pt x="2933" y="1235"/>
                  </a:lnTo>
                  <a:lnTo>
                    <a:pt x="2933" y="1255"/>
                  </a:lnTo>
                  <a:lnTo>
                    <a:pt x="2934" y="1275"/>
                  </a:lnTo>
                  <a:lnTo>
                    <a:pt x="2937" y="1313"/>
                  </a:lnTo>
                  <a:lnTo>
                    <a:pt x="2940" y="1353"/>
                  </a:lnTo>
                  <a:lnTo>
                    <a:pt x="2942" y="1370"/>
                  </a:lnTo>
                  <a:lnTo>
                    <a:pt x="2945" y="1390"/>
                  </a:lnTo>
                  <a:lnTo>
                    <a:pt x="2950" y="1426"/>
                  </a:lnTo>
                  <a:lnTo>
                    <a:pt x="2956" y="1462"/>
                  </a:lnTo>
                  <a:lnTo>
                    <a:pt x="2963" y="1498"/>
                  </a:lnTo>
                  <a:lnTo>
                    <a:pt x="2971" y="1532"/>
                  </a:lnTo>
                  <a:lnTo>
                    <a:pt x="2980" y="1566"/>
                  </a:lnTo>
                  <a:lnTo>
                    <a:pt x="2989" y="1598"/>
                  </a:lnTo>
                  <a:lnTo>
                    <a:pt x="3000" y="1630"/>
                  </a:lnTo>
                  <a:lnTo>
                    <a:pt x="3011" y="1660"/>
                  </a:lnTo>
                  <a:lnTo>
                    <a:pt x="3022" y="1690"/>
                  </a:lnTo>
                  <a:lnTo>
                    <a:pt x="3035" y="1718"/>
                  </a:lnTo>
                  <a:lnTo>
                    <a:pt x="3041" y="1732"/>
                  </a:lnTo>
                  <a:lnTo>
                    <a:pt x="3048" y="1746"/>
                  </a:lnTo>
                  <a:lnTo>
                    <a:pt x="3062" y="1772"/>
                  </a:lnTo>
                  <a:lnTo>
                    <a:pt x="3076" y="1796"/>
                  </a:lnTo>
                  <a:lnTo>
                    <a:pt x="3091" y="1820"/>
                  </a:lnTo>
                  <a:lnTo>
                    <a:pt x="3106" y="1840"/>
                  </a:lnTo>
                  <a:lnTo>
                    <a:pt x="3122" y="1862"/>
                  </a:lnTo>
                  <a:lnTo>
                    <a:pt x="3139" y="1880"/>
                  </a:lnTo>
                  <a:lnTo>
                    <a:pt x="3156" y="1898"/>
                  </a:lnTo>
                  <a:lnTo>
                    <a:pt x="3174" y="1912"/>
                  </a:lnTo>
                  <a:lnTo>
                    <a:pt x="3192" y="1926"/>
                  </a:lnTo>
                  <a:lnTo>
                    <a:pt x="3211" y="1940"/>
                  </a:lnTo>
                  <a:lnTo>
                    <a:pt x="3229" y="1950"/>
                  </a:lnTo>
                  <a:lnTo>
                    <a:pt x="3248" y="1958"/>
                  </a:lnTo>
                  <a:lnTo>
                    <a:pt x="3268" y="1966"/>
                  </a:lnTo>
                  <a:lnTo>
                    <a:pt x="3288" y="1970"/>
                  </a:lnTo>
                  <a:lnTo>
                    <a:pt x="3308" y="1974"/>
                  </a:lnTo>
                  <a:lnTo>
                    <a:pt x="3328" y="1974"/>
                  </a:lnTo>
                  <a:close/>
                  <a:moveTo>
                    <a:pt x="3326" y="0"/>
                  </a:moveTo>
                  <a:lnTo>
                    <a:pt x="3357" y="2"/>
                  </a:lnTo>
                  <a:lnTo>
                    <a:pt x="3373" y="4"/>
                  </a:lnTo>
                  <a:lnTo>
                    <a:pt x="3388" y="8"/>
                  </a:lnTo>
                  <a:lnTo>
                    <a:pt x="3404" y="10"/>
                  </a:lnTo>
                  <a:lnTo>
                    <a:pt x="3419" y="14"/>
                  </a:lnTo>
                  <a:lnTo>
                    <a:pt x="3434" y="20"/>
                  </a:lnTo>
                  <a:lnTo>
                    <a:pt x="3449" y="26"/>
                  </a:lnTo>
                  <a:lnTo>
                    <a:pt x="3464" y="32"/>
                  </a:lnTo>
                  <a:lnTo>
                    <a:pt x="3479" y="38"/>
                  </a:lnTo>
                  <a:lnTo>
                    <a:pt x="3493" y="46"/>
                  </a:lnTo>
                  <a:lnTo>
                    <a:pt x="3509" y="54"/>
                  </a:lnTo>
                  <a:lnTo>
                    <a:pt x="3537" y="74"/>
                  </a:lnTo>
                  <a:lnTo>
                    <a:pt x="3551" y="84"/>
                  </a:lnTo>
                  <a:lnTo>
                    <a:pt x="3565" y="94"/>
                  </a:lnTo>
                  <a:lnTo>
                    <a:pt x="3579" y="106"/>
                  </a:lnTo>
                  <a:lnTo>
                    <a:pt x="3592" y="118"/>
                  </a:lnTo>
                  <a:lnTo>
                    <a:pt x="3605" y="132"/>
                  </a:lnTo>
                  <a:lnTo>
                    <a:pt x="3619" y="144"/>
                  </a:lnTo>
                  <a:lnTo>
                    <a:pt x="3631" y="158"/>
                  </a:lnTo>
                  <a:lnTo>
                    <a:pt x="3644" y="174"/>
                  </a:lnTo>
                  <a:lnTo>
                    <a:pt x="3669" y="204"/>
                  </a:lnTo>
                  <a:lnTo>
                    <a:pt x="3681" y="220"/>
                  </a:lnTo>
                  <a:lnTo>
                    <a:pt x="3693" y="238"/>
                  </a:lnTo>
                  <a:lnTo>
                    <a:pt x="3705" y="254"/>
                  </a:lnTo>
                  <a:lnTo>
                    <a:pt x="3716" y="272"/>
                  </a:lnTo>
                  <a:lnTo>
                    <a:pt x="3727" y="292"/>
                  </a:lnTo>
                  <a:lnTo>
                    <a:pt x="3738" y="310"/>
                  </a:lnTo>
                  <a:lnTo>
                    <a:pt x="3760" y="350"/>
                  </a:lnTo>
                  <a:lnTo>
                    <a:pt x="3770" y="370"/>
                  </a:lnTo>
                  <a:lnTo>
                    <a:pt x="3780" y="392"/>
                  </a:lnTo>
                  <a:lnTo>
                    <a:pt x="3799" y="434"/>
                  </a:lnTo>
                  <a:lnTo>
                    <a:pt x="3808" y="455"/>
                  </a:lnTo>
                  <a:lnTo>
                    <a:pt x="3817" y="479"/>
                  </a:lnTo>
                  <a:lnTo>
                    <a:pt x="3834" y="525"/>
                  </a:lnTo>
                  <a:lnTo>
                    <a:pt x="3851" y="573"/>
                  </a:lnTo>
                  <a:lnTo>
                    <a:pt x="3866" y="623"/>
                  </a:lnTo>
                  <a:lnTo>
                    <a:pt x="3873" y="649"/>
                  </a:lnTo>
                  <a:lnTo>
                    <a:pt x="3879" y="675"/>
                  </a:lnTo>
                  <a:lnTo>
                    <a:pt x="3886" y="701"/>
                  </a:lnTo>
                  <a:lnTo>
                    <a:pt x="3892" y="727"/>
                  </a:lnTo>
                  <a:lnTo>
                    <a:pt x="3903" y="781"/>
                  </a:lnTo>
                  <a:lnTo>
                    <a:pt x="3908" y="809"/>
                  </a:lnTo>
                  <a:lnTo>
                    <a:pt x="3912" y="837"/>
                  </a:lnTo>
                  <a:lnTo>
                    <a:pt x="3916" y="865"/>
                  </a:lnTo>
                  <a:lnTo>
                    <a:pt x="3920" y="893"/>
                  </a:lnTo>
                  <a:lnTo>
                    <a:pt x="3924" y="921"/>
                  </a:lnTo>
                  <a:lnTo>
                    <a:pt x="3927" y="951"/>
                  </a:lnTo>
                  <a:lnTo>
                    <a:pt x="3933" y="1009"/>
                  </a:lnTo>
                  <a:lnTo>
                    <a:pt x="3937" y="1069"/>
                  </a:lnTo>
                  <a:lnTo>
                    <a:pt x="3938" y="1099"/>
                  </a:lnTo>
                  <a:lnTo>
                    <a:pt x="3939" y="1129"/>
                  </a:lnTo>
                  <a:lnTo>
                    <a:pt x="3940" y="1161"/>
                  </a:lnTo>
                  <a:lnTo>
                    <a:pt x="3940" y="1191"/>
                  </a:lnTo>
                  <a:lnTo>
                    <a:pt x="3939" y="1253"/>
                  </a:lnTo>
                  <a:lnTo>
                    <a:pt x="3938" y="1283"/>
                  </a:lnTo>
                  <a:lnTo>
                    <a:pt x="3937" y="1313"/>
                  </a:lnTo>
                  <a:lnTo>
                    <a:pt x="3935" y="1343"/>
                  </a:lnTo>
                  <a:lnTo>
                    <a:pt x="3933" y="1372"/>
                  </a:lnTo>
                  <a:lnTo>
                    <a:pt x="3930" y="1400"/>
                  </a:lnTo>
                  <a:lnTo>
                    <a:pt x="3927" y="1430"/>
                  </a:lnTo>
                  <a:lnTo>
                    <a:pt x="3924" y="1458"/>
                  </a:lnTo>
                  <a:lnTo>
                    <a:pt x="3920" y="1488"/>
                  </a:lnTo>
                  <a:lnTo>
                    <a:pt x="3916" y="1516"/>
                  </a:lnTo>
                  <a:lnTo>
                    <a:pt x="3912" y="1544"/>
                  </a:lnTo>
                  <a:lnTo>
                    <a:pt x="3903" y="1600"/>
                  </a:lnTo>
                  <a:lnTo>
                    <a:pt x="3897" y="1626"/>
                  </a:lnTo>
                  <a:lnTo>
                    <a:pt x="3892" y="1654"/>
                  </a:lnTo>
                  <a:lnTo>
                    <a:pt x="3886" y="1680"/>
                  </a:lnTo>
                  <a:lnTo>
                    <a:pt x="3879" y="1706"/>
                  </a:lnTo>
                  <a:lnTo>
                    <a:pt x="3873" y="1732"/>
                  </a:lnTo>
                  <a:lnTo>
                    <a:pt x="3866" y="1758"/>
                  </a:lnTo>
                  <a:lnTo>
                    <a:pt x="3859" y="1782"/>
                  </a:lnTo>
                  <a:lnTo>
                    <a:pt x="3851" y="1808"/>
                  </a:lnTo>
                  <a:lnTo>
                    <a:pt x="3843" y="1832"/>
                  </a:lnTo>
                  <a:lnTo>
                    <a:pt x="3834" y="1856"/>
                  </a:lnTo>
                  <a:lnTo>
                    <a:pt x="3826" y="1880"/>
                  </a:lnTo>
                  <a:lnTo>
                    <a:pt x="3817" y="1902"/>
                  </a:lnTo>
                  <a:lnTo>
                    <a:pt x="3808" y="1926"/>
                  </a:lnTo>
                  <a:lnTo>
                    <a:pt x="3799" y="1948"/>
                  </a:lnTo>
                  <a:lnTo>
                    <a:pt x="3780" y="1990"/>
                  </a:lnTo>
                  <a:lnTo>
                    <a:pt x="3770" y="2012"/>
                  </a:lnTo>
                  <a:lnTo>
                    <a:pt x="3760" y="2032"/>
                  </a:lnTo>
                  <a:lnTo>
                    <a:pt x="3738" y="2072"/>
                  </a:lnTo>
                  <a:lnTo>
                    <a:pt x="3727" y="2090"/>
                  </a:lnTo>
                  <a:lnTo>
                    <a:pt x="3716" y="2110"/>
                  </a:lnTo>
                  <a:lnTo>
                    <a:pt x="3693" y="2144"/>
                  </a:lnTo>
                  <a:lnTo>
                    <a:pt x="3681" y="2162"/>
                  </a:lnTo>
                  <a:lnTo>
                    <a:pt x="3669" y="2178"/>
                  </a:lnTo>
                  <a:lnTo>
                    <a:pt x="3644" y="2208"/>
                  </a:lnTo>
                  <a:lnTo>
                    <a:pt x="3619" y="2238"/>
                  </a:lnTo>
                  <a:lnTo>
                    <a:pt x="3592" y="2264"/>
                  </a:lnTo>
                  <a:lnTo>
                    <a:pt x="3565" y="2287"/>
                  </a:lnTo>
                  <a:lnTo>
                    <a:pt x="3537" y="2307"/>
                  </a:lnTo>
                  <a:lnTo>
                    <a:pt x="3523" y="2317"/>
                  </a:lnTo>
                  <a:lnTo>
                    <a:pt x="3509" y="2327"/>
                  </a:lnTo>
                  <a:lnTo>
                    <a:pt x="3493" y="2335"/>
                  </a:lnTo>
                  <a:lnTo>
                    <a:pt x="3479" y="2343"/>
                  </a:lnTo>
                  <a:lnTo>
                    <a:pt x="3449" y="2355"/>
                  </a:lnTo>
                  <a:lnTo>
                    <a:pt x="3434" y="2361"/>
                  </a:lnTo>
                  <a:lnTo>
                    <a:pt x="3419" y="2367"/>
                  </a:lnTo>
                  <a:lnTo>
                    <a:pt x="3388" y="2373"/>
                  </a:lnTo>
                  <a:lnTo>
                    <a:pt x="3357" y="2379"/>
                  </a:lnTo>
                  <a:lnTo>
                    <a:pt x="3326" y="2381"/>
                  </a:lnTo>
                  <a:lnTo>
                    <a:pt x="3294" y="2379"/>
                  </a:lnTo>
                  <a:lnTo>
                    <a:pt x="3279" y="2377"/>
                  </a:lnTo>
                  <a:lnTo>
                    <a:pt x="3263" y="2373"/>
                  </a:lnTo>
                  <a:lnTo>
                    <a:pt x="3248" y="2371"/>
                  </a:lnTo>
                  <a:lnTo>
                    <a:pt x="3233" y="2367"/>
                  </a:lnTo>
                  <a:lnTo>
                    <a:pt x="3218" y="2361"/>
                  </a:lnTo>
                  <a:lnTo>
                    <a:pt x="3203" y="2355"/>
                  </a:lnTo>
                  <a:lnTo>
                    <a:pt x="3188" y="2349"/>
                  </a:lnTo>
                  <a:lnTo>
                    <a:pt x="3173" y="2343"/>
                  </a:lnTo>
                  <a:lnTo>
                    <a:pt x="3143" y="2327"/>
                  </a:lnTo>
                  <a:lnTo>
                    <a:pt x="3115" y="2307"/>
                  </a:lnTo>
                  <a:lnTo>
                    <a:pt x="3101" y="2297"/>
                  </a:lnTo>
                  <a:lnTo>
                    <a:pt x="3087" y="2287"/>
                  </a:lnTo>
                  <a:lnTo>
                    <a:pt x="3073" y="2275"/>
                  </a:lnTo>
                  <a:lnTo>
                    <a:pt x="3060" y="2264"/>
                  </a:lnTo>
                  <a:lnTo>
                    <a:pt x="3046" y="2250"/>
                  </a:lnTo>
                  <a:lnTo>
                    <a:pt x="3033" y="2238"/>
                  </a:lnTo>
                  <a:lnTo>
                    <a:pt x="3020" y="2224"/>
                  </a:lnTo>
                  <a:lnTo>
                    <a:pt x="3008" y="2208"/>
                  </a:lnTo>
                  <a:lnTo>
                    <a:pt x="2983" y="2178"/>
                  </a:lnTo>
                  <a:lnTo>
                    <a:pt x="2971" y="2162"/>
                  </a:lnTo>
                  <a:lnTo>
                    <a:pt x="2959" y="2144"/>
                  </a:lnTo>
                  <a:lnTo>
                    <a:pt x="2947" y="2126"/>
                  </a:lnTo>
                  <a:lnTo>
                    <a:pt x="2936" y="2110"/>
                  </a:lnTo>
                  <a:lnTo>
                    <a:pt x="2925" y="2090"/>
                  </a:lnTo>
                  <a:lnTo>
                    <a:pt x="2914" y="2072"/>
                  </a:lnTo>
                  <a:lnTo>
                    <a:pt x="2892" y="2032"/>
                  </a:lnTo>
                  <a:lnTo>
                    <a:pt x="2882" y="2012"/>
                  </a:lnTo>
                  <a:lnTo>
                    <a:pt x="2872" y="1990"/>
                  </a:lnTo>
                  <a:lnTo>
                    <a:pt x="2853" y="1948"/>
                  </a:lnTo>
                  <a:lnTo>
                    <a:pt x="2844" y="1926"/>
                  </a:lnTo>
                  <a:lnTo>
                    <a:pt x="2834" y="1902"/>
                  </a:lnTo>
                  <a:lnTo>
                    <a:pt x="2817" y="1856"/>
                  </a:lnTo>
                  <a:lnTo>
                    <a:pt x="2801" y="1808"/>
                  </a:lnTo>
                  <a:lnTo>
                    <a:pt x="2786" y="1758"/>
                  </a:lnTo>
                  <a:lnTo>
                    <a:pt x="2779" y="1732"/>
                  </a:lnTo>
                  <a:lnTo>
                    <a:pt x="2772" y="1706"/>
                  </a:lnTo>
                  <a:lnTo>
                    <a:pt x="2766" y="1680"/>
                  </a:lnTo>
                  <a:lnTo>
                    <a:pt x="2760" y="1654"/>
                  </a:lnTo>
                  <a:lnTo>
                    <a:pt x="2749" y="1600"/>
                  </a:lnTo>
                  <a:lnTo>
                    <a:pt x="2744" y="1572"/>
                  </a:lnTo>
                  <a:lnTo>
                    <a:pt x="2740" y="1544"/>
                  </a:lnTo>
                  <a:lnTo>
                    <a:pt x="2735" y="1516"/>
                  </a:lnTo>
                  <a:lnTo>
                    <a:pt x="2731" y="1488"/>
                  </a:lnTo>
                  <a:lnTo>
                    <a:pt x="2728" y="1458"/>
                  </a:lnTo>
                  <a:lnTo>
                    <a:pt x="2725" y="1430"/>
                  </a:lnTo>
                  <a:lnTo>
                    <a:pt x="2719" y="1372"/>
                  </a:lnTo>
                  <a:lnTo>
                    <a:pt x="2715" y="1313"/>
                  </a:lnTo>
                  <a:lnTo>
                    <a:pt x="2714" y="1283"/>
                  </a:lnTo>
                  <a:lnTo>
                    <a:pt x="2713" y="1253"/>
                  </a:lnTo>
                  <a:lnTo>
                    <a:pt x="2712" y="1221"/>
                  </a:lnTo>
                  <a:lnTo>
                    <a:pt x="2712" y="1191"/>
                  </a:lnTo>
                  <a:lnTo>
                    <a:pt x="2713" y="1129"/>
                  </a:lnTo>
                  <a:lnTo>
                    <a:pt x="2714" y="1099"/>
                  </a:lnTo>
                  <a:lnTo>
                    <a:pt x="2715" y="1069"/>
                  </a:lnTo>
                  <a:lnTo>
                    <a:pt x="2717" y="1039"/>
                  </a:lnTo>
                  <a:lnTo>
                    <a:pt x="2719" y="1009"/>
                  </a:lnTo>
                  <a:lnTo>
                    <a:pt x="2722" y="981"/>
                  </a:lnTo>
                  <a:lnTo>
                    <a:pt x="2725" y="951"/>
                  </a:lnTo>
                  <a:lnTo>
                    <a:pt x="2728" y="921"/>
                  </a:lnTo>
                  <a:lnTo>
                    <a:pt x="2731" y="893"/>
                  </a:lnTo>
                  <a:lnTo>
                    <a:pt x="2735" y="865"/>
                  </a:lnTo>
                  <a:lnTo>
                    <a:pt x="2740" y="837"/>
                  </a:lnTo>
                  <a:lnTo>
                    <a:pt x="2749" y="781"/>
                  </a:lnTo>
                  <a:lnTo>
                    <a:pt x="2755" y="755"/>
                  </a:lnTo>
                  <a:lnTo>
                    <a:pt x="2760" y="727"/>
                  </a:lnTo>
                  <a:lnTo>
                    <a:pt x="2766" y="701"/>
                  </a:lnTo>
                  <a:lnTo>
                    <a:pt x="2772" y="675"/>
                  </a:lnTo>
                  <a:lnTo>
                    <a:pt x="2779" y="649"/>
                  </a:lnTo>
                  <a:lnTo>
                    <a:pt x="2786" y="623"/>
                  </a:lnTo>
                  <a:lnTo>
                    <a:pt x="2793" y="599"/>
                  </a:lnTo>
                  <a:lnTo>
                    <a:pt x="2801" y="573"/>
                  </a:lnTo>
                  <a:lnTo>
                    <a:pt x="2808" y="549"/>
                  </a:lnTo>
                  <a:lnTo>
                    <a:pt x="2817" y="525"/>
                  </a:lnTo>
                  <a:lnTo>
                    <a:pt x="2825" y="501"/>
                  </a:lnTo>
                  <a:lnTo>
                    <a:pt x="2834" y="479"/>
                  </a:lnTo>
                  <a:lnTo>
                    <a:pt x="2844" y="455"/>
                  </a:lnTo>
                  <a:lnTo>
                    <a:pt x="2853" y="434"/>
                  </a:lnTo>
                  <a:lnTo>
                    <a:pt x="2872" y="392"/>
                  </a:lnTo>
                  <a:lnTo>
                    <a:pt x="2882" y="370"/>
                  </a:lnTo>
                  <a:lnTo>
                    <a:pt x="2892" y="350"/>
                  </a:lnTo>
                  <a:lnTo>
                    <a:pt x="2914" y="310"/>
                  </a:lnTo>
                  <a:lnTo>
                    <a:pt x="2925" y="292"/>
                  </a:lnTo>
                  <a:lnTo>
                    <a:pt x="2936" y="272"/>
                  </a:lnTo>
                  <a:lnTo>
                    <a:pt x="2959" y="238"/>
                  </a:lnTo>
                  <a:lnTo>
                    <a:pt x="2971" y="220"/>
                  </a:lnTo>
                  <a:lnTo>
                    <a:pt x="2983" y="204"/>
                  </a:lnTo>
                  <a:lnTo>
                    <a:pt x="3008" y="174"/>
                  </a:lnTo>
                  <a:lnTo>
                    <a:pt x="3033" y="144"/>
                  </a:lnTo>
                  <a:lnTo>
                    <a:pt x="3060" y="118"/>
                  </a:lnTo>
                  <a:lnTo>
                    <a:pt x="3087" y="94"/>
                  </a:lnTo>
                  <a:lnTo>
                    <a:pt x="3115" y="74"/>
                  </a:lnTo>
                  <a:lnTo>
                    <a:pt x="3129" y="64"/>
                  </a:lnTo>
                  <a:lnTo>
                    <a:pt x="3143" y="54"/>
                  </a:lnTo>
                  <a:lnTo>
                    <a:pt x="3157" y="46"/>
                  </a:lnTo>
                  <a:lnTo>
                    <a:pt x="3173" y="38"/>
                  </a:lnTo>
                  <a:lnTo>
                    <a:pt x="3203" y="26"/>
                  </a:lnTo>
                  <a:lnTo>
                    <a:pt x="3218" y="20"/>
                  </a:lnTo>
                  <a:lnTo>
                    <a:pt x="3233" y="14"/>
                  </a:lnTo>
                  <a:lnTo>
                    <a:pt x="3263" y="8"/>
                  </a:lnTo>
                  <a:lnTo>
                    <a:pt x="3294" y="2"/>
                  </a:lnTo>
                  <a:lnTo>
                    <a:pt x="3326" y="0"/>
                  </a:lnTo>
                  <a:close/>
                  <a:moveTo>
                    <a:pt x="3328" y="969"/>
                  </a:moveTo>
                  <a:lnTo>
                    <a:pt x="3340" y="969"/>
                  </a:lnTo>
                  <a:lnTo>
                    <a:pt x="3352" y="973"/>
                  </a:lnTo>
                  <a:lnTo>
                    <a:pt x="3363" y="979"/>
                  </a:lnTo>
                  <a:lnTo>
                    <a:pt x="3369" y="983"/>
                  </a:lnTo>
                  <a:lnTo>
                    <a:pt x="3375" y="987"/>
                  </a:lnTo>
                  <a:lnTo>
                    <a:pt x="3385" y="995"/>
                  </a:lnTo>
                  <a:lnTo>
                    <a:pt x="3395" y="1007"/>
                  </a:lnTo>
                  <a:lnTo>
                    <a:pt x="3404" y="1019"/>
                  </a:lnTo>
                  <a:lnTo>
                    <a:pt x="3413" y="1033"/>
                  </a:lnTo>
                  <a:lnTo>
                    <a:pt x="3421" y="1049"/>
                  </a:lnTo>
                  <a:lnTo>
                    <a:pt x="3428" y="1067"/>
                  </a:lnTo>
                  <a:lnTo>
                    <a:pt x="3431" y="1075"/>
                  </a:lnTo>
                  <a:lnTo>
                    <a:pt x="3434" y="1085"/>
                  </a:lnTo>
                  <a:lnTo>
                    <a:pt x="3439" y="1105"/>
                  </a:lnTo>
                  <a:lnTo>
                    <a:pt x="3441" y="1115"/>
                  </a:lnTo>
                  <a:lnTo>
                    <a:pt x="3443" y="1125"/>
                  </a:lnTo>
                  <a:lnTo>
                    <a:pt x="3444" y="1135"/>
                  </a:lnTo>
                  <a:lnTo>
                    <a:pt x="3446" y="1147"/>
                  </a:lnTo>
                  <a:lnTo>
                    <a:pt x="3447" y="1157"/>
                  </a:lnTo>
                  <a:lnTo>
                    <a:pt x="3447" y="1169"/>
                  </a:lnTo>
                  <a:lnTo>
                    <a:pt x="3448" y="1179"/>
                  </a:lnTo>
                  <a:lnTo>
                    <a:pt x="3448" y="1191"/>
                  </a:lnTo>
                  <a:lnTo>
                    <a:pt x="3447" y="1213"/>
                  </a:lnTo>
                  <a:lnTo>
                    <a:pt x="3446" y="1235"/>
                  </a:lnTo>
                  <a:lnTo>
                    <a:pt x="3443" y="1257"/>
                  </a:lnTo>
                  <a:lnTo>
                    <a:pt x="3439" y="1277"/>
                  </a:lnTo>
                  <a:lnTo>
                    <a:pt x="3434" y="1297"/>
                  </a:lnTo>
                  <a:lnTo>
                    <a:pt x="3431" y="1307"/>
                  </a:lnTo>
                  <a:lnTo>
                    <a:pt x="3428" y="1315"/>
                  </a:lnTo>
                  <a:lnTo>
                    <a:pt x="3421" y="1333"/>
                  </a:lnTo>
                  <a:lnTo>
                    <a:pt x="3413" y="1349"/>
                  </a:lnTo>
                  <a:lnTo>
                    <a:pt x="3404" y="1362"/>
                  </a:lnTo>
                  <a:lnTo>
                    <a:pt x="3395" y="1374"/>
                  </a:lnTo>
                  <a:lnTo>
                    <a:pt x="3385" y="1386"/>
                  </a:lnTo>
                  <a:lnTo>
                    <a:pt x="3375" y="1394"/>
                  </a:lnTo>
                  <a:lnTo>
                    <a:pt x="3369" y="1398"/>
                  </a:lnTo>
                  <a:lnTo>
                    <a:pt x="3363" y="1402"/>
                  </a:lnTo>
                  <a:lnTo>
                    <a:pt x="3352" y="1408"/>
                  </a:lnTo>
                  <a:lnTo>
                    <a:pt x="3340" y="1412"/>
                  </a:lnTo>
                  <a:lnTo>
                    <a:pt x="3334" y="1412"/>
                  </a:lnTo>
                  <a:lnTo>
                    <a:pt x="3328" y="1412"/>
                  </a:lnTo>
                  <a:lnTo>
                    <a:pt x="3315" y="1412"/>
                  </a:lnTo>
                  <a:lnTo>
                    <a:pt x="3303" y="1408"/>
                  </a:lnTo>
                  <a:lnTo>
                    <a:pt x="3292" y="1402"/>
                  </a:lnTo>
                  <a:lnTo>
                    <a:pt x="3286" y="1398"/>
                  </a:lnTo>
                  <a:lnTo>
                    <a:pt x="3281" y="1394"/>
                  </a:lnTo>
                  <a:lnTo>
                    <a:pt x="3270" y="1386"/>
                  </a:lnTo>
                  <a:lnTo>
                    <a:pt x="3260" y="1374"/>
                  </a:lnTo>
                  <a:lnTo>
                    <a:pt x="3251" y="1362"/>
                  </a:lnTo>
                  <a:lnTo>
                    <a:pt x="3242" y="1349"/>
                  </a:lnTo>
                  <a:lnTo>
                    <a:pt x="3235" y="1333"/>
                  </a:lnTo>
                  <a:lnTo>
                    <a:pt x="3228" y="1315"/>
                  </a:lnTo>
                  <a:lnTo>
                    <a:pt x="3225" y="1307"/>
                  </a:lnTo>
                  <a:lnTo>
                    <a:pt x="3222" y="1297"/>
                  </a:lnTo>
                  <a:lnTo>
                    <a:pt x="3217" y="1277"/>
                  </a:lnTo>
                  <a:lnTo>
                    <a:pt x="3215" y="1267"/>
                  </a:lnTo>
                  <a:lnTo>
                    <a:pt x="3213" y="1257"/>
                  </a:lnTo>
                  <a:lnTo>
                    <a:pt x="3211" y="1247"/>
                  </a:lnTo>
                  <a:lnTo>
                    <a:pt x="3210" y="1235"/>
                  </a:lnTo>
                  <a:lnTo>
                    <a:pt x="3209" y="1225"/>
                  </a:lnTo>
                  <a:lnTo>
                    <a:pt x="3208" y="1213"/>
                  </a:lnTo>
                  <a:lnTo>
                    <a:pt x="3207" y="1203"/>
                  </a:lnTo>
                  <a:lnTo>
                    <a:pt x="3207" y="1191"/>
                  </a:lnTo>
                  <a:lnTo>
                    <a:pt x="3208" y="1169"/>
                  </a:lnTo>
                  <a:lnTo>
                    <a:pt x="3210" y="1147"/>
                  </a:lnTo>
                  <a:lnTo>
                    <a:pt x="3213" y="1125"/>
                  </a:lnTo>
                  <a:lnTo>
                    <a:pt x="3217" y="1105"/>
                  </a:lnTo>
                  <a:lnTo>
                    <a:pt x="3222" y="1085"/>
                  </a:lnTo>
                  <a:lnTo>
                    <a:pt x="3225" y="1075"/>
                  </a:lnTo>
                  <a:lnTo>
                    <a:pt x="3228" y="1067"/>
                  </a:lnTo>
                  <a:lnTo>
                    <a:pt x="3235" y="1049"/>
                  </a:lnTo>
                  <a:lnTo>
                    <a:pt x="3242" y="1033"/>
                  </a:lnTo>
                  <a:lnTo>
                    <a:pt x="3251" y="1019"/>
                  </a:lnTo>
                  <a:lnTo>
                    <a:pt x="3260" y="1007"/>
                  </a:lnTo>
                  <a:lnTo>
                    <a:pt x="3270" y="995"/>
                  </a:lnTo>
                  <a:lnTo>
                    <a:pt x="3281" y="987"/>
                  </a:lnTo>
                  <a:lnTo>
                    <a:pt x="3286" y="983"/>
                  </a:lnTo>
                  <a:lnTo>
                    <a:pt x="3292" y="979"/>
                  </a:lnTo>
                  <a:lnTo>
                    <a:pt x="3303" y="973"/>
                  </a:lnTo>
                  <a:lnTo>
                    <a:pt x="3315" y="969"/>
                  </a:lnTo>
                  <a:lnTo>
                    <a:pt x="3321" y="969"/>
                  </a:lnTo>
                  <a:lnTo>
                    <a:pt x="3328" y="969"/>
                  </a:lnTo>
                  <a:close/>
                  <a:moveTo>
                    <a:pt x="485" y="1812"/>
                  </a:moveTo>
                  <a:lnTo>
                    <a:pt x="502" y="1814"/>
                  </a:lnTo>
                  <a:lnTo>
                    <a:pt x="517" y="1816"/>
                  </a:lnTo>
                  <a:lnTo>
                    <a:pt x="524" y="1818"/>
                  </a:lnTo>
                  <a:lnTo>
                    <a:pt x="530" y="1820"/>
                  </a:lnTo>
                  <a:lnTo>
                    <a:pt x="537" y="1824"/>
                  </a:lnTo>
                  <a:lnTo>
                    <a:pt x="543" y="1826"/>
                  </a:lnTo>
                  <a:lnTo>
                    <a:pt x="555" y="1834"/>
                  </a:lnTo>
                  <a:lnTo>
                    <a:pt x="565" y="1844"/>
                  </a:lnTo>
                  <a:lnTo>
                    <a:pt x="570" y="1850"/>
                  </a:lnTo>
                  <a:lnTo>
                    <a:pt x="575" y="1856"/>
                  </a:lnTo>
                  <a:lnTo>
                    <a:pt x="584" y="1868"/>
                  </a:lnTo>
                  <a:lnTo>
                    <a:pt x="588" y="1876"/>
                  </a:lnTo>
                  <a:lnTo>
                    <a:pt x="591" y="1884"/>
                  </a:lnTo>
                  <a:lnTo>
                    <a:pt x="598" y="1900"/>
                  </a:lnTo>
                  <a:lnTo>
                    <a:pt x="601" y="1908"/>
                  </a:lnTo>
                  <a:lnTo>
                    <a:pt x="603" y="1918"/>
                  </a:lnTo>
                  <a:lnTo>
                    <a:pt x="606" y="1928"/>
                  </a:lnTo>
                  <a:lnTo>
                    <a:pt x="608" y="1938"/>
                  </a:lnTo>
                  <a:lnTo>
                    <a:pt x="612" y="1960"/>
                  </a:lnTo>
                  <a:lnTo>
                    <a:pt x="614" y="1984"/>
                  </a:lnTo>
                  <a:lnTo>
                    <a:pt x="615" y="1996"/>
                  </a:lnTo>
                  <a:lnTo>
                    <a:pt x="616" y="2008"/>
                  </a:lnTo>
                  <a:lnTo>
                    <a:pt x="616" y="2036"/>
                  </a:lnTo>
                  <a:lnTo>
                    <a:pt x="616" y="2062"/>
                  </a:lnTo>
                  <a:lnTo>
                    <a:pt x="615" y="2074"/>
                  </a:lnTo>
                  <a:lnTo>
                    <a:pt x="614" y="2086"/>
                  </a:lnTo>
                  <a:lnTo>
                    <a:pt x="612" y="2108"/>
                  </a:lnTo>
                  <a:lnTo>
                    <a:pt x="608" y="2128"/>
                  </a:lnTo>
                  <a:lnTo>
                    <a:pt x="606" y="2138"/>
                  </a:lnTo>
                  <a:lnTo>
                    <a:pt x="603" y="2148"/>
                  </a:lnTo>
                  <a:lnTo>
                    <a:pt x="598" y="2164"/>
                  </a:lnTo>
                  <a:lnTo>
                    <a:pt x="591" y="2180"/>
                  </a:lnTo>
                  <a:lnTo>
                    <a:pt x="588" y="2188"/>
                  </a:lnTo>
                  <a:lnTo>
                    <a:pt x="584" y="2194"/>
                  </a:lnTo>
                  <a:lnTo>
                    <a:pt x="575" y="2206"/>
                  </a:lnTo>
                  <a:lnTo>
                    <a:pt x="570" y="2212"/>
                  </a:lnTo>
                  <a:lnTo>
                    <a:pt x="565" y="2218"/>
                  </a:lnTo>
                  <a:lnTo>
                    <a:pt x="560" y="2222"/>
                  </a:lnTo>
                  <a:lnTo>
                    <a:pt x="555" y="2226"/>
                  </a:lnTo>
                  <a:lnTo>
                    <a:pt x="543" y="2234"/>
                  </a:lnTo>
                  <a:lnTo>
                    <a:pt x="530" y="2240"/>
                  </a:lnTo>
                  <a:lnTo>
                    <a:pt x="517" y="2244"/>
                  </a:lnTo>
                  <a:lnTo>
                    <a:pt x="502" y="2246"/>
                  </a:lnTo>
                  <a:lnTo>
                    <a:pt x="485" y="2248"/>
                  </a:lnTo>
                  <a:lnTo>
                    <a:pt x="135" y="2248"/>
                  </a:lnTo>
                  <a:lnTo>
                    <a:pt x="118" y="2246"/>
                  </a:lnTo>
                  <a:lnTo>
                    <a:pt x="110" y="2246"/>
                  </a:lnTo>
                  <a:lnTo>
                    <a:pt x="103" y="2244"/>
                  </a:lnTo>
                  <a:lnTo>
                    <a:pt x="89" y="2238"/>
                  </a:lnTo>
                  <a:lnTo>
                    <a:pt x="76" y="2232"/>
                  </a:lnTo>
                  <a:lnTo>
                    <a:pt x="70" y="2228"/>
                  </a:lnTo>
                  <a:lnTo>
                    <a:pt x="64" y="2222"/>
                  </a:lnTo>
                  <a:lnTo>
                    <a:pt x="53" y="2212"/>
                  </a:lnTo>
                  <a:lnTo>
                    <a:pt x="43" y="2198"/>
                  </a:lnTo>
                  <a:lnTo>
                    <a:pt x="38" y="2192"/>
                  </a:lnTo>
                  <a:lnTo>
                    <a:pt x="34" y="2184"/>
                  </a:lnTo>
                  <a:lnTo>
                    <a:pt x="30" y="2176"/>
                  </a:lnTo>
                  <a:lnTo>
                    <a:pt x="26" y="2166"/>
                  </a:lnTo>
                  <a:lnTo>
                    <a:pt x="22" y="2158"/>
                  </a:lnTo>
                  <a:lnTo>
                    <a:pt x="19" y="2148"/>
                  </a:lnTo>
                  <a:lnTo>
                    <a:pt x="13" y="2126"/>
                  </a:lnTo>
                  <a:lnTo>
                    <a:pt x="9" y="2104"/>
                  </a:lnTo>
                  <a:lnTo>
                    <a:pt x="7" y="2092"/>
                  </a:lnTo>
                  <a:lnTo>
                    <a:pt x="5" y="2078"/>
                  </a:lnTo>
                  <a:lnTo>
                    <a:pt x="3" y="2066"/>
                  </a:lnTo>
                  <a:lnTo>
                    <a:pt x="2" y="2052"/>
                  </a:lnTo>
                  <a:lnTo>
                    <a:pt x="1" y="2038"/>
                  </a:lnTo>
                  <a:lnTo>
                    <a:pt x="1" y="2022"/>
                  </a:lnTo>
                  <a:lnTo>
                    <a:pt x="0" y="1992"/>
                  </a:lnTo>
                  <a:lnTo>
                    <a:pt x="0" y="479"/>
                  </a:lnTo>
                  <a:lnTo>
                    <a:pt x="1" y="450"/>
                  </a:lnTo>
                  <a:lnTo>
                    <a:pt x="1" y="436"/>
                  </a:lnTo>
                  <a:lnTo>
                    <a:pt x="2" y="422"/>
                  </a:lnTo>
                  <a:lnTo>
                    <a:pt x="5" y="398"/>
                  </a:lnTo>
                  <a:lnTo>
                    <a:pt x="8" y="374"/>
                  </a:lnTo>
                  <a:lnTo>
                    <a:pt x="10" y="362"/>
                  </a:lnTo>
                  <a:lnTo>
                    <a:pt x="13" y="352"/>
                  </a:lnTo>
                  <a:lnTo>
                    <a:pt x="18" y="332"/>
                  </a:lnTo>
                  <a:lnTo>
                    <a:pt x="25" y="312"/>
                  </a:lnTo>
                  <a:lnTo>
                    <a:pt x="28" y="304"/>
                  </a:lnTo>
                  <a:lnTo>
                    <a:pt x="32" y="296"/>
                  </a:lnTo>
                  <a:lnTo>
                    <a:pt x="36" y="288"/>
                  </a:lnTo>
                  <a:lnTo>
                    <a:pt x="41" y="280"/>
                  </a:lnTo>
                  <a:lnTo>
                    <a:pt x="50" y="268"/>
                  </a:lnTo>
                  <a:lnTo>
                    <a:pt x="60" y="256"/>
                  </a:lnTo>
                  <a:lnTo>
                    <a:pt x="65" y="252"/>
                  </a:lnTo>
                  <a:lnTo>
                    <a:pt x="71" y="248"/>
                  </a:lnTo>
                  <a:lnTo>
                    <a:pt x="83" y="240"/>
                  </a:lnTo>
                  <a:lnTo>
                    <a:pt x="96" y="236"/>
                  </a:lnTo>
                  <a:lnTo>
                    <a:pt x="109" y="232"/>
                  </a:lnTo>
                  <a:lnTo>
                    <a:pt x="124" y="232"/>
                  </a:lnTo>
                  <a:lnTo>
                    <a:pt x="138" y="232"/>
                  </a:lnTo>
                  <a:lnTo>
                    <a:pt x="144" y="234"/>
                  </a:lnTo>
                  <a:lnTo>
                    <a:pt x="151" y="236"/>
                  </a:lnTo>
                  <a:lnTo>
                    <a:pt x="163" y="240"/>
                  </a:lnTo>
                  <a:lnTo>
                    <a:pt x="176" y="248"/>
                  </a:lnTo>
                  <a:lnTo>
                    <a:pt x="181" y="252"/>
                  </a:lnTo>
                  <a:lnTo>
                    <a:pt x="187" y="256"/>
                  </a:lnTo>
                  <a:lnTo>
                    <a:pt x="197" y="268"/>
                  </a:lnTo>
                  <a:lnTo>
                    <a:pt x="206" y="280"/>
                  </a:lnTo>
                  <a:lnTo>
                    <a:pt x="210" y="288"/>
                  </a:lnTo>
                  <a:lnTo>
                    <a:pt x="214" y="296"/>
                  </a:lnTo>
                  <a:lnTo>
                    <a:pt x="218" y="304"/>
                  </a:lnTo>
                  <a:lnTo>
                    <a:pt x="222" y="312"/>
                  </a:lnTo>
                  <a:lnTo>
                    <a:pt x="228" y="332"/>
                  </a:lnTo>
                  <a:lnTo>
                    <a:pt x="234" y="352"/>
                  </a:lnTo>
                  <a:lnTo>
                    <a:pt x="236" y="362"/>
                  </a:lnTo>
                  <a:lnTo>
                    <a:pt x="238" y="374"/>
                  </a:lnTo>
                  <a:lnTo>
                    <a:pt x="242" y="398"/>
                  </a:lnTo>
                  <a:lnTo>
                    <a:pt x="244" y="422"/>
                  </a:lnTo>
                  <a:lnTo>
                    <a:pt x="246" y="450"/>
                  </a:lnTo>
                  <a:lnTo>
                    <a:pt x="246" y="479"/>
                  </a:lnTo>
                  <a:lnTo>
                    <a:pt x="246" y="1812"/>
                  </a:lnTo>
                  <a:lnTo>
                    <a:pt x="485" y="1812"/>
                  </a:lnTo>
                  <a:close/>
                  <a:moveTo>
                    <a:pt x="1526" y="1840"/>
                  </a:moveTo>
                  <a:lnTo>
                    <a:pt x="1532" y="1868"/>
                  </a:lnTo>
                  <a:lnTo>
                    <a:pt x="1537" y="1898"/>
                  </a:lnTo>
                  <a:lnTo>
                    <a:pt x="1542" y="1924"/>
                  </a:lnTo>
                  <a:lnTo>
                    <a:pt x="1546" y="1952"/>
                  </a:lnTo>
                  <a:lnTo>
                    <a:pt x="1549" y="1978"/>
                  </a:lnTo>
                  <a:lnTo>
                    <a:pt x="1552" y="2004"/>
                  </a:lnTo>
                  <a:lnTo>
                    <a:pt x="1554" y="2028"/>
                  </a:lnTo>
                  <a:lnTo>
                    <a:pt x="1555" y="2052"/>
                  </a:lnTo>
                  <a:lnTo>
                    <a:pt x="1555" y="2074"/>
                  </a:lnTo>
                  <a:lnTo>
                    <a:pt x="1554" y="2094"/>
                  </a:lnTo>
                  <a:lnTo>
                    <a:pt x="1552" y="2112"/>
                  </a:lnTo>
                  <a:lnTo>
                    <a:pt x="1549" y="2130"/>
                  </a:lnTo>
                  <a:lnTo>
                    <a:pt x="1547" y="2140"/>
                  </a:lnTo>
                  <a:lnTo>
                    <a:pt x="1545" y="2148"/>
                  </a:lnTo>
                  <a:lnTo>
                    <a:pt x="1539" y="2166"/>
                  </a:lnTo>
                  <a:lnTo>
                    <a:pt x="1532" y="2180"/>
                  </a:lnTo>
                  <a:lnTo>
                    <a:pt x="1525" y="2196"/>
                  </a:lnTo>
                  <a:lnTo>
                    <a:pt x="1516" y="2210"/>
                  </a:lnTo>
                  <a:lnTo>
                    <a:pt x="1507" y="2222"/>
                  </a:lnTo>
                  <a:lnTo>
                    <a:pt x="1496" y="2232"/>
                  </a:lnTo>
                  <a:lnTo>
                    <a:pt x="1486" y="2240"/>
                  </a:lnTo>
                  <a:lnTo>
                    <a:pt x="1476" y="2246"/>
                  </a:lnTo>
                  <a:lnTo>
                    <a:pt x="1470" y="2248"/>
                  </a:lnTo>
                  <a:lnTo>
                    <a:pt x="1465" y="2250"/>
                  </a:lnTo>
                  <a:lnTo>
                    <a:pt x="1453" y="2254"/>
                  </a:lnTo>
                  <a:lnTo>
                    <a:pt x="1441" y="2254"/>
                  </a:lnTo>
                  <a:lnTo>
                    <a:pt x="1428" y="2254"/>
                  </a:lnTo>
                  <a:lnTo>
                    <a:pt x="1417" y="2250"/>
                  </a:lnTo>
                  <a:lnTo>
                    <a:pt x="1405" y="2246"/>
                  </a:lnTo>
                  <a:lnTo>
                    <a:pt x="1395" y="2238"/>
                  </a:lnTo>
                  <a:lnTo>
                    <a:pt x="1390" y="2234"/>
                  </a:lnTo>
                  <a:lnTo>
                    <a:pt x="1385" y="2230"/>
                  </a:lnTo>
                  <a:lnTo>
                    <a:pt x="1376" y="2218"/>
                  </a:lnTo>
                  <a:lnTo>
                    <a:pt x="1372" y="2212"/>
                  </a:lnTo>
                  <a:lnTo>
                    <a:pt x="1368" y="2206"/>
                  </a:lnTo>
                  <a:lnTo>
                    <a:pt x="1364" y="2198"/>
                  </a:lnTo>
                  <a:lnTo>
                    <a:pt x="1360" y="2190"/>
                  </a:lnTo>
                  <a:lnTo>
                    <a:pt x="1353" y="2174"/>
                  </a:lnTo>
                  <a:lnTo>
                    <a:pt x="1346" y="2158"/>
                  </a:lnTo>
                  <a:lnTo>
                    <a:pt x="1340" y="2138"/>
                  </a:lnTo>
                  <a:lnTo>
                    <a:pt x="1338" y="2128"/>
                  </a:lnTo>
                  <a:lnTo>
                    <a:pt x="1335" y="2116"/>
                  </a:lnTo>
                  <a:lnTo>
                    <a:pt x="1323" y="2054"/>
                  </a:lnTo>
                  <a:lnTo>
                    <a:pt x="1307" y="1966"/>
                  </a:lnTo>
                  <a:lnTo>
                    <a:pt x="1297" y="1912"/>
                  </a:lnTo>
                  <a:lnTo>
                    <a:pt x="1284" y="1840"/>
                  </a:lnTo>
                  <a:lnTo>
                    <a:pt x="1281" y="1830"/>
                  </a:lnTo>
                  <a:lnTo>
                    <a:pt x="1279" y="1822"/>
                  </a:lnTo>
                  <a:lnTo>
                    <a:pt x="1276" y="1816"/>
                  </a:lnTo>
                  <a:lnTo>
                    <a:pt x="1273" y="1810"/>
                  </a:lnTo>
                  <a:lnTo>
                    <a:pt x="1270" y="1806"/>
                  </a:lnTo>
                  <a:lnTo>
                    <a:pt x="1267" y="1802"/>
                  </a:lnTo>
                  <a:lnTo>
                    <a:pt x="1261" y="1798"/>
                  </a:lnTo>
                  <a:lnTo>
                    <a:pt x="1255" y="1796"/>
                  </a:lnTo>
                  <a:lnTo>
                    <a:pt x="1251" y="1796"/>
                  </a:lnTo>
                  <a:lnTo>
                    <a:pt x="1247" y="1796"/>
                  </a:lnTo>
                  <a:lnTo>
                    <a:pt x="1246" y="1796"/>
                  </a:lnTo>
                  <a:lnTo>
                    <a:pt x="948" y="1796"/>
                  </a:lnTo>
                  <a:lnTo>
                    <a:pt x="940" y="1796"/>
                  </a:lnTo>
                  <a:lnTo>
                    <a:pt x="933" y="1798"/>
                  </a:lnTo>
                  <a:lnTo>
                    <a:pt x="926" y="1800"/>
                  </a:lnTo>
                  <a:lnTo>
                    <a:pt x="920" y="1802"/>
                  </a:lnTo>
                  <a:lnTo>
                    <a:pt x="915" y="1806"/>
                  </a:lnTo>
                  <a:lnTo>
                    <a:pt x="911" y="1810"/>
                  </a:lnTo>
                  <a:lnTo>
                    <a:pt x="903" y="1818"/>
                  </a:lnTo>
                  <a:lnTo>
                    <a:pt x="898" y="1826"/>
                  </a:lnTo>
                  <a:lnTo>
                    <a:pt x="895" y="1832"/>
                  </a:lnTo>
                  <a:lnTo>
                    <a:pt x="893" y="1838"/>
                  </a:lnTo>
                  <a:lnTo>
                    <a:pt x="893" y="1840"/>
                  </a:lnTo>
                  <a:lnTo>
                    <a:pt x="879" y="1912"/>
                  </a:lnTo>
                  <a:lnTo>
                    <a:pt x="874" y="1940"/>
                  </a:lnTo>
                  <a:lnTo>
                    <a:pt x="870" y="1966"/>
                  </a:lnTo>
                  <a:lnTo>
                    <a:pt x="862" y="2008"/>
                  </a:lnTo>
                  <a:lnTo>
                    <a:pt x="855" y="2046"/>
                  </a:lnTo>
                  <a:lnTo>
                    <a:pt x="841" y="2110"/>
                  </a:lnTo>
                  <a:lnTo>
                    <a:pt x="835" y="2136"/>
                  </a:lnTo>
                  <a:lnTo>
                    <a:pt x="827" y="2160"/>
                  </a:lnTo>
                  <a:lnTo>
                    <a:pt x="824" y="2172"/>
                  </a:lnTo>
                  <a:lnTo>
                    <a:pt x="820" y="2182"/>
                  </a:lnTo>
                  <a:lnTo>
                    <a:pt x="817" y="2190"/>
                  </a:lnTo>
                  <a:lnTo>
                    <a:pt x="813" y="2198"/>
                  </a:lnTo>
                  <a:lnTo>
                    <a:pt x="805" y="2214"/>
                  </a:lnTo>
                  <a:lnTo>
                    <a:pt x="802" y="2220"/>
                  </a:lnTo>
                  <a:lnTo>
                    <a:pt x="797" y="2226"/>
                  </a:lnTo>
                  <a:lnTo>
                    <a:pt x="793" y="2230"/>
                  </a:lnTo>
                  <a:lnTo>
                    <a:pt x="789" y="2236"/>
                  </a:lnTo>
                  <a:lnTo>
                    <a:pt x="785" y="2240"/>
                  </a:lnTo>
                  <a:lnTo>
                    <a:pt x="780" y="2242"/>
                  </a:lnTo>
                  <a:lnTo>
                    <a:pt x="770" y="2248"/>
                  </a:lnTo>
                  <a:lnTo>
                    <a:pt x="760" y="2252"/>
                  </a:lnTo>
                  <a:lnTo>
                    <a:pt x="749" y="2254"/>
                  </a:lnTo>
                  <a:lnTo>
                    <a:pt x="737" y="2254"/>
                  </a:lnTo>
                  <a:lnTo>
                    <a:pt x="726" y="2254"/>
                  </a:lnTo>
                  <a:lnTo>
                    <a:pt x="715" y="2250"/>
                  </a:lnTo>
                  <a:lnTo>
                    <a:pt x="710" y="2248"/>
                  </a:lnTo>
                  <a:lnTo>
                    <a:pt x="705" y="2246"/>
                  </a:lnTo>
                  <a:lnTo>
                    <a:pt x="695" y="2240"/>
                  </a:lnTo>
                  <a:lnTo>
                    <a:pt x="686" y="2232"/>
                  </a:lnTo>
                  <a:lnTo>
                    <a:pt x="681" y="2228"/>
                  </a:lnTo>
                  <a:lnTo>
                    <a:pt x="677" y="2222"/>
                  </a:lnTo>
                  <a:lnTo>
                    <a:pt x="669" y="2210"/>
                  </a:lnTo>
                  <a:lnTo>
                    <a:pt x="661" y="2198"/>
                  </a:lnTo>
                  <a:lnTo>
                    <a:pt x="654" y="2182"/>
                  </a:lnTo>
                  <a:lnTo>
                    <a:pt x="647" y="2168"/>
                  </a:lnTo>
                  <a:lnTo>
                    <a:pt x="642" y="2150"/>
                  </a:lnTo>
                  <a:lnTo>
                    <a:pt x="638" y="2134"/>
                  </a:lnTo>
                  <a:lnTo>
                    <a:pt x="636" y="2124"/>
                  </a:lnTo>
                  <a:lnTo>
                    <a:pt x="634" y="2116"/>
                  </a:lnTo>
                  <a:lnTo>
                    <a:pt x="632" y="2096"/>
                  </a:lnTo>
                  <a:lnTo>
                    <a:pt x="631" y="2076"/>
                  </a:lnTo>
                  <a:lnTo>
                    <a:pt x="630" y="2056"/>
                  </a:lnTo>
                  <a:lnTo>
                    <a:pt x="631" y="2036"/>
                  </a:lnTo>
                  <a:lnTo>
                    <a:pt x="632" y="2014"/>
                  </a:lnTo>
                  <a:lnTo>
                    <a:pt x="634" y="1988"/>
                  </a:lnTo>
                  <a:lnTo>
                    <a:pt x="638" y="1962"/>
                  </a:lnTo>
                  <a:lnTo>
                    <a:pt x="642" y="1934"/>
                  </a:lnTo>
                  <a:lnTo>
                    <a:pt x="647" y="1904"/>
                  </a:lnTo>
                  <a:lnTo>
                    <a:pt x="653" y="1872"/>
                  </a:lnTo>
                  <a:lnTo>
                    <a:pt x="659" y="1840"/>
                  </a:lnTo>
                  <a:lnTo>
                    <a:pt x="668" y="1804"/>
                  </a:lnTo>
                  <a:lnTo>
                    <a:pt x="674" y="1772"/>
                  </a:lnTo>
                  <a:lnTo>
                    <a:pt x="894" y="631"/>
                  </a:lnTo>
                  <a:lnTo>
                    <a:pt x="919" y="503"/>
                  </a:lnTo>
                  <a:lnTo>
                    <a:pt x="929" y="450"/>
                  </a:lnTo>
                  <a:lnTo>
                    <a:pt x="932" y="436"/>
                  </a:lnTo>
                  <a:lnTo>
                    <a:pt x="937" y="418"/>
                  </a:lnTo>
                  <a:lnTo>
                    <a:pt x="944" y="392"/>
                  </a:lnTo>
                  <a:lnTo>
                    <a:pt x="951" y="370"/>
                  </a:lnTo>
                  <a:lnTo>
                    <a:pt x="959" y="350"/>
                  </a:lnTo>
                  <a:lnTo>
                    <a:pt x="966" y="330"/>
                  </a:lnTo>
                  <a:lnTo>
                    <a:pt x="974" y="314"/>
                  </a:lnTo>
                  <a:lnTo>
                    <a:pt x="983" y="298"/>
                  </a:lnTo>
                  <a:lnTo>
                    <a:pt x="991" y="286"/>
                  </a:lnTo>
                  <a:lnTo>
                    <a:pt x="995" y="280"/>
                  </a:lnTo>
                  <a:lnTo>
                    <a:pt x="1000" y="274"/>
                  </a:lnTo>
                  <a:lnTo>
                    <a:pt x="1009" y="264"/>
                  </a:lnTo>
                  <a:lnTo>
                    <a:pt x="1019" y="256"/>
                  </a:lnTo>
                  <a:lnTo>
                    <a:pt x="1029" y="250"/>
                  </a:lnTo>
                  <a:lnTo>
                    <a:pt x="1041" y="244"/>
                  </a:lnTo>
                  <a:lnTo>
                    <a:pt x="1053" y="238"/>
                  </a:lnTo>
                  <a:lnTo>
                    <a:pt x="1065" y="236"/>
                  </a:lnTo>
                  <a:lnTo>
                    <a:pt x="1079" y="234"/>
                  </a:lnTo>
                  <a:lnTo>
                    <a:pt x="1093" y="234"/>
                  </a:lnTo>
                  <a:lnTo>
                    <a:pt x="1112" y="234"/>
                  </a:lnTo>
                  <a:lnTo>
                    <a:pt x="1130" y="238"/>
                  </a:lnTo>
                  <a:lnTo>
                    <a:pt x="1139" y="240"/>
                  </a:lnTo>
                  <a:lnTo>
                    <a:pt x="1147" y="244"/>
                  </a:lnTo>
                  <a:lnTo>
                    <a:pt x="1154" y="248"/>
                  </a:lnTo>
                  <a:lnTo>
                    <a:pt x="1162" y="252"/>
                  </a:lnTo>
                  <a:lnTo>
                    <a:pt x="1170" y="258"/>
                  </a:lnTo>
                  <a:lnTo>
                    <a:pt x="1177" y="262"/>
                  </a:lnTo>
                  <a:lnTo>
                    <a:pt x="1183" y="270"/>
                  </a:lnTo>
                  <a:lnTo>
                    <a:pt x="1189" y="276"/>
                  </a:lnTo>
                  <a:lnTo>
                    <a:pt x="1195" y="284"/>
                  </a:lnTo>
                  <a:lnTo>
                    <a:pt x="1200" y="292"/>
                  </a:lnTo>
                  <a:lnTo>
                    <a:pt x="1205" y="300"/>
                  </a:lnTo>
                  <a:lnTo>
                    <a:pt x="1210" y="310"/>
                  </a:lnTo>
                  <a:lnTo>
                    <a:pt x="1218" y="326"/>
                  </a:lnTo>
                  <a:lnTo>
                    <a:pt x="1226" y="344"/>
                  </a:lnTo>
                  <a:lnTo>
                    <a:pt x="1230" y="354"/>
                  </a:lnTo>
                  <a:lnTo>
                    <a:pt x="1233" y="364"/>
                  </a:lnTo>
                  <a:lnTo>
                    <a:pt x="1240" y="384"/>
                  </a:lnTo>
                  <a:lnTo>
                    <a:pt x="1246" y="406"/>
                  </a:lnTo>
                  <a:lnTo>
                    <a:pt x="1252" y="428"/>
                  </a:lnTo>
                  <a:lnTo>
                    <a:pt x="1257" y="451"/>
                  </a:lnTo>
                  <a:lnTo>
                    <a:pt x="1262" y="475"/>
                  </a:lnTo>
                  <a:lnTo>
                    <a:pt x="1271" y="527"/>
                  </a:lnTo>
                  <a:lnTo>
                    <a:pt x="1282" y="579"/>
                  </a:lnTo>
                  <a:lnTo>
                    <a:pt x="1293" y="631"/>
                  </a:lnTo>
                  <a:lnTo>
                    <a:pt x="1512" y="1772"/>
                  </a:lnTo>
                  <a:lnTo>
                    <a:pt x="1515" y="1786"/>
                  </a:lnTo>
                  <a:lnTo>
                    <a:pt x="1518" y="1800"/>
                  </a:lnTo>
                  <a:lnTo>
                    <a:pt x="1526" y="1840"/>
                  </a:lnTo>
                  <a:close/>
                  <a:moveTo>
                    <a:pt x="966" y="1428"/>
                  </a:moveTo>
                  <a:lnTo>
                    <a:pt x="1213" y="1428"/>
                  </a:lnTo>
                  <a:lnTo>
                    <a:pt x="1091" y="731"/>
                  </a:lnTo>
                  <a:lnTo>
                    <a:pt x="966" y="1428"/>
                  </a:lnTo>
                  <a:close/>
                  <a:moveTo>
                    <a:pt x="2643" y="1191"/>
                  </a:moveTo>
                  <a:lnTo>
                    <a:pt x="2644" y="1247"/>
                  </a:lnTo>
                  <a:lnTo>
                    <a:pt x="2645" y="1275"/>
                  </a:lnTo>
                  <a:lnTo>
                    <a:pt x="2646" y="1303"/>
                  </a:lnTo>
                  <a:lnTo>
                    <a:pt x="2649" y="1358"/>
                  </a:lnTo>
                  <a:lnTo>
                    <a:pt x="2653" y="1414"/>
                  </a:lnTo>
                  <a:lnTo>
                    <a:pt x="2658" y="1468"/>
                  </a:lnTo>
                  <a:lnTo>
                    <a:pt x="2665" y="1520"/>
                  </a:lnTo>
                  <a:lnTo>
                    <a:pt x="2672" y="1572"/>
                  </a:lnTo>
                  <a:lnTo>
                    <a:pt x="2677" y="1598"/>
                  </a:lnTo>
                  <a:lnTo>
                    <a:pt x="2681" y="1624"/>
                  </a:lnTo>
                  <a:lnTo>
                    <a:pt x="2686" y="1650"/>
                  </a:lnTo>
                  <a:lnTo>
                    <a:pt x="2691" y="1674"/>
                  </a:lnTo>
                  <a:lnTo>
                    <a:pt x="2701" y="1724"/>
                  </a:lnTo>
                  <a:lnTo>
                    <a:pt x="2713" y="1772"/>
                  </a:lnTo>
                  <a:lnTo>
                    <a:pt x="2719" y="1796"/>
                  </a:lnTo>
                  <a:lnTo>
                    <a:pt x="2726" y="1820"/>
                  </a:lnTo>
                  <a:lnTo>
                    <a:pt x="2739" y="1866"/>
                  </a:lnTo>
                  <a:lnTo>
                    <a:pt x="2754" y="1912"/>
                  </a:lnTo>
                  <a:lnTo>
                    <a:pt x="2769" y="1956"/>
                  </a:lnTo>
                  <a:lnTo>
                    <a:pt x="2786" y="1998"/>
                  </a:lnTo>
                  <a:lnTo>
                    <a:pt x="2786" y="2014"/>
                  </a:lnTo>
                  <a:lnTo>
                    <a:pt x="2786" y="2026"/>
                  </a:lnTo>
                  <a:lnTo>
                    <a:pt x="2786" y="2052"/>
                  </a:lnTo>
                  <a:lnTo>
                    <a:pt x="2785" y="2064"/>
                  </a:lnTo>
                  <a:lnTo>
                    <a:pt x="2784" y="2076"/>
                  </a:lnTo>
                  <a:lnTo>
                    <a:pt x="2783" y="2088"/>
                  </a:lnTo>
                  <a:lnTo>
                    <a:pt x="2782" y="2100"/>
                  </a:lnTo>
                  <a:lnTo>
                    <a:pt x="2779" y="2122"/>
                  </a:lnTo>
                  <a:lnTo>
                    <a:pt x="2775" y="2142"/>
                  </a:lnTo>
                  <a:lnTo>
                    <a:pt x="2772" y="2150"/>
                  </a:lnTo>
                  <a:lnTo>
                    <a:pt x="2769" y="2160"/>
                  </a:lnTo>
                  <a:lnTo>
                    <a:pt x="2767" y="2168"/>
                  </a:lnTo>
                  <a:lnTo>
                    <a:pt x="2763" y="2176"/>
                  </a:lnTo>
                  <a:lnTo>
                    <a:pt x="2756" y="2192"/>
                  </a:lnTo>
                  <a:lnTo>
                    <a:pt x="2753" y="2198"/>
                  </a:lnTo>
                  <a:lnTo>
                    <a:pt x="2749" y="2206"/>
                  </a:lnTo>
                  <a:lnTo>
                    <a:pt x="2740" y="2218"/>
                  </a:lnTo>
                  <a:lnTo>
                    <a:pt x="2731" y="2228"/>
                  </a:lnTo>
                  <a:lnTo>
                    <a:pt x="2726" y="2232"/>
                  </a:lnTo>
                  <a:lnTo>
                    <a:pt x="2721" y="2236"/>
                  </a:lnTo>
                  <a:lnTo>
                    <a:pt x="2710" y="2242"/>
                  </a:lnTo>
                  <a:lnTo>
                    <a:pt x="2704" y="2244"/>
                  </a:lnTo>
                  <a:lnTo>
                    <a:pt x="2698" y="2246"/>
                  </a:lnTo>
                  <a:lnTo>
                    <a:pt x="2686" y="2250"/>
                  </a:lnTo>
                  <a:lnTo>
                    <a:pt x="2673" y="2250"/>
                  </a:lnTo>
                  <a:lnTo>
                    <a:pt x="2658" y="2250"/>
                  </a:lnTo>
                  <a:lnTo>
                    <a:pt x="2651" y="2248"/>
                  </a:lnTo>
                  <a:lnTo>
                    <a:pt x="2645" y="2246"/>
                  </a:lnTo>
                  <a:lnTo>
                    <a:pt x="2632" y="2242"/>
                  </a:lnTo>
                  <a:lnTo>
                    <a:pt x="2621" y="2234"/>
                  </a:lnTo>
                  <a:lnTo>
                    <a:pt x="2616" y="2230"/>
                  </a:lnTo>
                  <a:lnTo>
                    <a:pt x="2611" y="2224"/>
                  </a:lnTo>
                  <a:lnTo>
                    <a:pt x="2606" y="2218"/>
                  </a:lnTo>
                  <a:lnTo>
                    <a:pt x="2601" y="2212"/>
                  </a:lnTo>
                  <a:lnTo>
                    <a:pt x="2597" y="2204"/>
                  </a:lnTo>
                  <a:lnTo>
                    <a:pt x="2592" y="2196"/>
                  </a:lnTo>
                  <a:lnTo>
                    <a:pt x="2588" y="2188"/>
                  </a:lnTo>
                  <a:lnTo>
                    <a:pt x="2584" y="2178"/>
                  </a:lnTo>
                  <a:lnTo>
                    <a:pt x="2581" y="2168"/>
                  </a:lnTo>
                  <a:lnTo>
                    <a:pt x="2577" y="2158"/>
                  </a:lnTo>
                  <a:lnTo>
                    <a:pt x="2570" y="2132"/>
                  </a:lnTo>
                  <a:lnTo>
                    <a:pt x="2565" y="2104"/>
                  </a:lnTo>
                  <a:lnTo>
                    <a:pt x="2562" y="2090"/>
                  </a:lnTo>
                  <a:lnTo>
                    <a:pt x="2559" y="2074"/>
                  </a:lnTo>
                  <a:lnTo>
                    <a:pt x="2554" y="2038"/>
                  </a:lnTo>
                  <a:lnTo>
                    <a:pt x="2549" y="2000"/>
                  </a:lnTo>
                  <a:lnTo>
                    <a:pt x="2545" y="1956"/>
                  </a:lnTo>
                  <a:lnTo>
                    <a:pt x="2540" y="1908"/>
                  </a:lnTo>
                  <a:lnTo>
                    <a:pt x="2469" y="1063"/>
                  </a:lnTo>
                  <a:lnTo>
                    <a:pt x="2322" y="1978"/>
                  </a:lnTo>
                  <a:lnTo>
                    <a:pt x="2315" y="2020"/>
                  </a:lnTo>
                  <a:lnTo>
                    <a:pt x="2308" y="2056"/>
                  </a:lnTo>
                  <a:lnTo>
                    <a:pt x="2302" y="2088"/>
                  </a:lnTo>
                  <a:lnTo>
                    <a:pt x="2295" y="2116"/>
                  </a:lnTo>
                  <a:lnTo>
                    <a:pt x="2288" y="2140"/>
                  </a:lnTo>
                  <a:lnTo>
                    <a:pt x="2285" y="2152"/>
                  </a:lnTo>
                  <a:lnTo>
                    <a:pt x="2281" y="2164"/>
                  </a:lnTo>
                  <a:lnTo>
                    <a:pt x="2277" y="2174"/>
                  </a:lnTo>
                  <a:lnTo>
                    <a:pt x="2274" y="2182"/>
                  </a:lnTo>
                  <a:lnTo>
                    <a:pt x="2270" y="2192"/>
                  </a:lnTo>
                  <a:lnTo>
                    <a:pt x="2265" y="2200"/>
                  </a:lnTo>
                  <a:lnTo>
                    <a:pt x="2261" y="2206"/>
                  </a:lnTo>
                  <a:lnTo>
                    <a:pt x="2257" y="2214"/>
                  </a:lnTo>
                  <a:lnTo>
                    <a:pt x="2254" y="2216"/>
                  </a:lnTo>
                  <a:lnTo>
                    <a:pt x="2252" y="2220"/>
                  </a:lnTo>
                  <a:lnTo>
                    <a:pt x="2247" y="2226"/>
                  </a:lnTo>
                  <a:lnTo>
                    <a:pt x="2242" y="2230"/>
                  </a:lnTo>
                  <a:lnTo>
                    <a:pt x="2237" y="2234"/>
                  </a:lnTo>
                  <a:lnTo>
                    <a:pt x="2231" y="2238"/>
                  </a:lnTo>
                  <a:lnTo>
                    <a:pt x="2226" y="2242"/>
                  </a:lnTo>
                  <a:lnTo>
                    <a:pt x="2214" y="2248"/>
                  </a:lnTo>
                  <a:lnTo>
                    <a:pt x="2200" y="2252"/>
                  </a:lnTo>
                  <a:lnTo>
                    <a:pt x="2186" y="2254"/>
                  </a:lnTo>
                  <a:lnTo>
                    <a:pt x="2171" y="2254"/>
                  </a:lnTo>
                  <a:lnTo>
                    <a:pt x="2157" y="2254"/>
                  </a:lnTo>
                  <a:lnTo>
                    <a:pt x="2150" y="2252"/>
                  </a:lnTo>
                  <a:lnTo>
                    <a:pt x="2144" y="2250"/>
                  </a:lnTo>
                  <a:lnTo>
                    <a:pt x="2133" y="2246"/>
                  </a:lnTo>
                  <a:lnTo>
                    <a:pt x="2122" y="2240"/>
                  </a:lnTo>
                  <a:lnTo>
                    <a:pt x="2112" y="2230"/>
                  </a:lnTo>
                  <a:lnTo>
                    <a:pt x="2108" y="2226"/>
                  </a:lnTo>
                  <a:lnTo>
                    <a:pt x="2103" y="2220"/>
                  </a:lnTo>
                  <a:lnTo>
                    <a:pt x="2095" y="2208"/>
                  </a:lnTo>
                  <a:lnTo>
                    <a:pt x="2087" y="2194"/>
                  </a:lnTo>
                  <a:lnTo>
                    <a:pt x="2080" y="2178"/>
                  </a:lnTo>
                  <a:lnTo>
                    <a:pt x="2073" y="2158"/>
                  </a:lnTo>
                  <a:lnTo>
                    <a:pt x="2066" y="2136"/>
                  </a:lnTo>
                  <a:lnTo>
                    <a:pt x="2059" y="2110"/>
                  </a:lnTo>
                  <a:lnTo>
                    <a:pt x="2053" y="2082"/>
                  </a:lnTo>
                  <a:lnTo>
                    <a:pt x="2046" y="2050"/>
                  </a:lnTo>
                  <a:lnTo>
                    <a:pt x="2040" y="2016"/>
                  </a:lnTo>
                  <a:lnTo>
                    <a:pt x="2033" y="1978"/>
                  </a:lnTo>
                  <a:lnTo>
                    <a:pt x="1888" y="1063"/>
                  </a:lnTo>
                  <a:lnTo>
                    <a:pt x="1817" y="1908"/>
                  </a:lnTo>
                  <a:lnTo>
                    <a:pt x="1812" y="1956"/>
                  </a:lnTo>
                  <a:lnTo>
                    <a:pt x="1808" y="2000"/>
                  </a:lnTo>
                  <a:lnTo>
                    <a:pt x="1803" y="2038"/>
                  </a:lnTo>
                  <a:lnTo>
                    <a:pt x="1798" y="2074"/>
                  </a:lnTo>
                  <a:lnTo>
                    <a:pt x="1793" y="2104"/>
                  </a:lnTo>
                  <a:lnTo>
                    <a:pt x="1787" y="2132"/>
                  </a:lnTo>
                  <a:lnTo>
                    <a:pt x="1783" y="2146"/>
                  </a:lnTo>
                  <a:lnTo>
                    <a:pt x="1780" y="2158"/>
                  </a:lnTo>
                  <a:lnTo>
                    <a:pt x="1773" y="2178"/>
                  </a:lnTo>
                  <a:lnTo>
                    <a:pt x="1769" y="2188"/>
                  </a:lnTo>
                  <a:lnTo>
                    <a:pt x="1765" y="2196"/>
                  </a:lnTo>
                  <a:lnTo>
                    <a:pt x="1756" y="2212"/>
                  </a:lnTo>
                  <a:lnTo>
                    <a:pt x="1751" y="2218"/>
                  </a:lnTo>
                  <a:lnTo>
                    <a:pt x="1746" y="2224"/>
                  </a:lnTo>
                  <a:lnTo>
                    <a:pt x="1741" y="2230"/>
                  </a:lnTo>
                  <a:lnTo>
                    <a:pt x="1736" y="2234"/>
                  </a:lnTo>
                  <a:lnTo>
                    <a:pt x="1725" y="2242"/>
                  </a:lnTo>
                  <a:lnTo>
                    <a:pt x="1712" y="2246"/>
                  </a:lnTo>
                  <a:lnTo>
                    <a:pt x="1706" y="2248"/>
                  </a:lnTo>
                  <a:lnTo>
                    <a:pt x="1699" y="2250"/>
                  </a:lnTo>
                  <a:lnTo>
                    <a:pt x="1684" y="2250"/>
                  </a:lnTo>
                  <a:lnTo>
                    <a:pt x="1671" y="2250"/>
                  </a:lnTo>
                  <a:lnTo>
                    <a:pt x="1658" y="2246"/>
                  </a:lnTo>
                  <a:lnTo>
                    <a:pt x="1646" y="2242"/>
                  </a:lnTo>
                  <a:lnTo>
                    <a:pt x="1640" y="2238"/>
                  </a:lnTo>
                  <a:lnTo>
                    <a:pt x="1635" y="2234"/>
                  </a:lnTo>
                  <a:lnTo>
                    <a:pt x="1630" y="2230"/>
                  </a:lnTo>
                  <a:lnTo>
                    <a:pt x="1625" y="2226"/>
                  </a:lnTo>
                  <a:lnTo>
                    <a:pt x="1615" y="2216"/>
                  </a:lnTo>
                  <a:lnTo>
                    <a:pt x="1606" y="2202"/>
                  </a:lnTo>
                  <a:lnTo>
                    <a:pt x="1598" y="2188"/>
                  </a:lnTo>
                  <a:lnTo>
                    <a:pt x="1595" y="2180"/>
                  </a:lnTo>
                  <a:lnTo>
                    <a:pt x="1591" y="2172"/>
                  </a:lnTo>
                  <a:lnTo>
                    <a:pt x="1588" y="2162"/>
                  </a:lnTo>
                  <a:lnTo>
                    <a:pt x="1585" y="2154"/>
                  </a:lnTo>
                  <a:lnTo>
                    <a:pt x="1580" y="2134"/>
                  </a:lnTo>
                  <a:lnTo>
                    <a:pt x="1576" y="2114"/>
                  </a:lnTo>
                  <a:lnTo>
                    <a:pt x="1573" y="2092"/>
                  </a:lnTo>
                  <a:lnTo>
                    <a:pt x="1572" y="2082"/>
                  </a:lnTo>
                  <a:lnTo>
                    <a:pt x="1571" y="2070"/>
                  </a:lnTo>
                  <a:lnTo>
                    <a:pt x="1571" y="2058"/>
                  </a:lnTo>
                  <a:lnTo>
                    <a:pt x="1570" y="2046"/>
                  </a:lnTo>
                  <a:lnTo>
                    <a:pt x="1571" y="2020"/>
                  </a:lnTo>
                  <a:lnTo>
                    <a:pt x="1575" y="1940"/>
                  </a:lnTo>
                  <a:lnTo>
                    <a:pt x="1579" y="1888"/>
                  </a:lnTo>
                  <a:lnTo>
                    <a:pt x="1583" y="1830"/>
                  </a:lnTo>
                  <a:lnTo>
                    <a:pt x="1586" y="1786"/>
                  </a:lnTo>
                  <a:lnTo>
                    <a:pt x="1591" y="1742"/>
                  </a:lnTo>
                  <a:lnTo>
                    <a:pt x="1594" y="1702"/>
                  </a:lnTo>
                  <a:lnTo>
                    <a:pt x="1696" y="555"/>
                  </a:lnTo>
                  <a:lnTo>
                    <a:pt x="1700" y="515"/>
                  </a:lnTo>
                  <a:lnTo>
                    <a:pt x="1704" y="479"/>
                  </a:lnTo>
                  <a:lnTo>
                    <a:pt x="1707" y="451"/>
                  </a:lnTo>
                  <a:lnTo>
                    <a:pt x="1709" y="440"/>
                  </a:lnTo>
                  <a:lnTo>
                    <a:pt x="1711" y="430"/>
                  </a:lnTo>
                  <a:lnTo>
                    <a:pt x="1715" y="412"/>
                  </a:lnTo>
                  <a:lnTo>
                    <a:pt x="1719" y="392"/>
                  </a:lnTo>
                  <a:lnTo>
                    <a:pt x="1725" y="374"/>
                  </a:lnTo>
                  <a:lnTo>
                    <a:pt x="1731" y="354"/>
                  </a:lnTo>
                  <a:lnTo>
                    <a:pt x="1737" y="342"/>
                  </a:lnTo>
                  <a:lnTo>
                    <a:pt x="1743" y="328"/>
                  </a:lnTo>
                  <a:lnTo>
                    <a:pt x="1749" y="316"/>
                  </a:lnTo>
                  <a:lnTo>
                    <a:pt x="1755" y="306"/>
                  </a:lnTo>
                  <a:lnTo>
                    <a:pt x="1762" y="296"/>
                  </a:lnTo>
                  <a:lnTo>
                    <a:pt x="1769" y="286"/>
                  </a:lnTo>
                  <a:lnTo>
                    <a:pt x="1777" y="278"/>
                  </a:lnTo>
                  <a:lnTo>
                    <a:pt x="1785" y="270"/>
                  </a:lnTo>
                  <a:lnTo>
                    <a:pt x="1793" y="264"/>
                  </a:lnTo>
                  <a:lnTo>
                    <a:pt x="1801" y="258"/>
                  </a:lnTo>
                  <a:lnTo>
                    <a:pt x="1810" y="252"/>
                  </a:lnTo>
                  <a:lnTo>
                    <a:pt x="1818" y="248"/>
                  </a:lnTo>
                  <a:lnTo>
                    <a:pt x="1827" y="244"/>
                  </a:lnTo>
                  <a:lnTo>
                    <a:pt x="1837" y="242"/>
                  </a:lnTo>
                  <a:lnTo>
                    <a:pt x="1846" y="242"/>
                  </a:lnTo>
                  <a:lnTo>
                    <a:pt x="1855" y="240"/>
                  </a:lnTo>
                  <a:lnTo>
                    <a:pt x="1869" y="242"/>
                  </a:lnTo>
                  <a:lnTo>
                    <a:pt x="1877" y="244"/>
                  </a:lnTo>
                  <a:lnTo>
                    <a:pt x="1884" y="246"/>
                  </a:lnTo>
                  <a:lnTo>
                    <a:pt x="1897" y="250"/>
                  </a:lnTo>
                  <a:lnTo>
                    <a:pt x="1904" y="254"/>
                  </a:lnTo>
                  <a:lnTo>
                    <a:pt x="1910" y="258"/>
                  </a:lnTo>
                  <a:lnTo>
                    <a:pt x="1916" y="262"/>
                  </a:lnTo>
                  <a:lnTo>
                    <a:pt x="1923" y="268"/>
                  </a:lnTo>
                  <a:lnTo>
                    <a:pt x="1928" y="274"/>
                  </a:lnTo>
                  <a:lnTo>
                    <a:pt x="1934" y="280"/>
                  </a:lnTo>
                  <a:lnTo>
                    <a:pt x="1945" y="294"/>
                  </a:lnTo>
                  <a:lnTo>
                    <a:pt x="1956" y="310"/>
                  </a:lnTo>
                  <a:lnTo>
                    <a:pt x="1966" y="328"/>
                  </a:lnTo>
                  <a:lnTo>
                    <a:pt x="1975" y="350"/>
                  </a:lnTo>
                  <a:lnTo>
                    <a:pt x="1984" y="372"/>
                  </a:lnTo>
                  <a:lnTo>
                    <a:pt x="1992" y="396"/>
                  </a:lnTo>
                  <a:lnTo>
                    <a:pt x="1999" y="424"/>
                  </a:lnTo>
                  <a:lnTo>
                    <a:pt x="2006" y="453"/>
                  </a:lnTo>
                  <a:lnTo>
                    <a:pt x="2013" y="483"/>
                  </a:lnTo>
                  <a:lnTo>
                    <a:pt x="2018" y="517"/>
                  </a:lnTo>
                  <a:lnTo>
                    <a:pt x="2180" y="1526"/>
                  </a:lnTo>
                  <a:lnTo>
                    <a:pt x="2339" y="517"/>
                  </a:lnTo>
                  <a:lnTo>
                    <a:pt x="2344" y="483"/>
                  </a:lnTo>
                  <a:lnTo>
                    <a:pt x="2351" y="453"/>
                  </a:lnTo>
                  <a:lnTo>
                    <a:pt x="2358" y="424"/>
                  </a:lnTo>
                  <a:lnTo>
                    <a:pt x="2365" y="396"/>
                  </a:lnTo>
                  <a:lnTo>
                    <a:pt x="2373" y="372"/>
                  </a:lnTo>
                  <a:lnTo>
                    <a:pt x="2382" y="350"/>
                  </a:lnTo>
                  <a:lnTo>
                    <a:pt x="2391" y="328"/>
                  </a:lnTo>
                  <a:lnTo>
                    <a:pt x="2401" y="310"/>
                  </a:lnTo>
                  <a:lnTo>
                    <a:pt x="2412" y="294"/>
                  </a:lnTo>
                  <a:lnTo>
                    <a:pt x="2417" y="286"/>
                  </a:lnTo>
                  <a:lnTo>
                    <a:pt x="2423" y="280"/>
                  </a:lnTo>
                  <a:lnTo>
                    <a:pt x="2429" y="274"/>
                  </a:lnTo>
                  <a:lnTo>
                    <a:pt x="2435" y="268"/>
                  </a:lnTo>
                  <a:lnTo>
                    <a:pt x="2447" y="258"/>
                  </a:lnTo>
                  <a:lnTo>
                    <a:pt x="2453" y="254"/>
                  </a:lnTo>
                  <a:lnTo>
                    <a:pt x="2460" y="250"/>
                  </a:lnTo>
                  <a:lnTo>
                    <a:pt x="2473" y="246"/>
                  </a:lnTo>
                  <a:lnTo>
                    <a:pt x="2488" y="242"/>
                  </a:lnTo>
                  <a:lnTo>
                    <a:pt x="2503" y="240"/>
                  </a:lnTo>
                  <a:lnTo>
                    <a:pt x="2512" y="242"/>
                  </a:lnTo>
                  <a:lnTo>
                    <a:pt x="2521" y="242"/>
                  </a:lnTo>
                  <a:lnTo>
                    <a:pt x="2530" y="244"/>
                  </a:lnTo>
                  <a:lnTo>
                    <a:pt x="2539" y="248"/>
                  </a:lnTo>
                  <a:lnTo>
                    <a:pt x="2547" y="252"/>
                  </a:lnTo>
                  <a:lnTo>
                    <a:pt x="2556" y="258"/>
                  </a:lnTo>
                  <a:lnTo>
                    <a:pt x="2564" y="264"/>
                  </a:lnTo>
                  <a:lnTo>
                    <a:pt x="2572" y="270"/>
                  </a:lnTo>
                  <a:lnTo>
                    <a:pt x="2580" y="278"/>
                  </a:lnTo>
                  <a:lnTo>
                    <a:pt x="2588" y="286"/>
                  </a:lnTo>
                  <a:lnTo>
                    <a:pt x="2595" y="296"/>
                  </a:lnTo>
                  <a:lnTo>
                    <a:pt x="2602" y="306"/>
                  </a:lnTo>
                  <a:lnTo>
                    <a:pt x="2608" y="316"/>
                  </a:lnTo>
                  <a:lnTo>
                    <a:pt x="2614" y="328"/>
                  </a:lnTo>
                  <a:lnTo>
                    <a:pt x="2620" y="342"/>
                  </a:lnTo>
                  <a:lnTo>
                    <a:pt x="2626" y="354"/>
                  </a:lnTo>
                  <a:lnTo>
                    <a:pt x="2632" y="374"/>
                  </a:lnTo>
                  <a:lnTo>
                    <a:pt x="2635" y="384"/>
                  </a:lnTo>
                  <a:lnTo>
                    <a:pt x="2638" y="392"/>
                  </a:lnTo>
                  <a:lnTo>
                    <a:pt x="2642" y="412"/>
                  </a:lnTo>
                  <a:lnTo>
                    <a:pt x="2646" y="430"/>
                  </a:lnTo>
                  <a:lnTo>
                    <a:pt x="2650" y="451"/>
                  </a:lnTo>
                  <a:lnTo>
                    <a:pt x="2652" y="465"/>
                  </a:lnTo>
                  <a:lnTo>
                    <a:pt x="2653" y="479"/>
                  </a:lnTo>
                  <a:lnTo>
                    <a:pt x="2657" y="515"/>
                  </a:lnTo>
                  <a:lnTo>
                    <a:pt x="2661" y="555"/>
                  </a:lnTo>
                  <a:lnTo>
                    <a:pt x="2680" y="765"/>
                  </a:lnTo>
                  <a:lnTo>
                    <a:pt x="2675" y="791"/>
                  </a:lnTo>
                  <a:lnTo>
                    <a:pt x="2671" y="815"/>
                  </a:lnTo>
                  <a:lnTo>
                    <a:pt x="2664" y="867"/>
                  </a:lnTo>
                  <a:lnTo>
                    <a:pt x="2658" y="919"/>
                  </a:lnTo>
                  <a:lnTo>
                    <a:pt x="2655" y="945"/>
                  </a:lnTo>
                  <a:lnTo>
                    <a:pt x="2653" y="973"/>
                  </a:lnTo>
                  <a:lnTo>
                    <a:pt x="2651" y="999"/>
                  </a:lnTo>
                  <a:lnTo>
                    <a:pt x="2649" y="1027"/>
                  </a:lnTo>
                  <a:lnTo>
                    <a:pt x="2647" y="1053"/>
                  </a:lnTo>
                  <a:lnTo>
                    <a:pt x="2646" y="1081"/>
                  </a:lnTo>
                  <a:lnTo>
                    <a:pt x="2645" y="1107"/>
                  </a:lnTo>
                  <a:lnTo>
                    <a:pt x="2644" y="1135"/>
                  </a:lnTo>
                  <a:lnTo>
                    <a:pt x="2643" y="1191"/>
                  </a:lnTo>
                  <a:close/>
                  <a:moveTo>
                    <a:pt x="4662" y="1920"/>
                  </a:moveTo>
                  <a:lnTo>
                    <a:pt x="4666" y="1934"/>
                  </a:lnTo>
                  <a:lnTo>
                    <a:pt x="4669" y="1946"/>
                  </a:lnTo>
                  <a:lnTo>
                    <a:pt x="4671" y="1960"/>
                  </a:lnTo>
                  <a:lnTo>
                    <a:pt x="4673" y="1972"/>
                  </a:lnTo>
                  <a:lnTo>
                    <a:pt x="4675" y="1986"/>
                  </a:lnTo>
                  <a:lnTo>
                    <a:pt x="4676" y="1998"/>
                  </a:lnTo>
                  <a:lnTo>
                    <a:pt x="4677" y="2012"/>
                  </a:lnTo>
                  <a:lnTo>
                    <a:pt x="4677" y="2024"/>
                  </a:lnTo>
                  <a:lnTo>
                    <a:pt x="4676" y="2048"/>
                  </a:lnTo>
                  <a:lnTo>
                    <a:pt x="4676" y="2060"/>
                  </a:lnTo>
                  <a:lnTo>
                    <a:pt x="4675" y="2072"/>
                  </a:lnTo>
                  <a:lnTo>
                    <a:pt x="4672" y="2094"/>
                  </a:lnTo>
                  <a:lnTo>
                    <a:pt x="4668" y="2114"/>
                  </a:lnTo>
                  <a:lnTo>
                    <a:pt x="4664" y="2134"/>
                  </a:lnTo>
                  <a:lnTo>
                    <a:pt x="4658" y="2152"/>
                  </a:lnTo>
                  <a:lnTo>
                    <a:pt x="4655" y="2162"/>
                  </a:lnTo>
                  <a:lnTo>
                    <a:pt x="4651" y="2170"/>
                  </a:lnTo>
                  <a:lnTo>
                    <a:pt x="4643" y="2186"/>
                  </a:lnTo>
                  <a:lnTo>
                    <a:pt x="4639" y="2194"/>
                  </a:lnTo>
                  <a:lnTo>
                    <a:pt x="4635" y="2202"/>
                  </a:lnTo>
                  <a:lnTo>
                    <a:pt x="4625" y="2214"/>
                  </a:lnTo>
                  <a:lnTo>
                    <a:pt x="4616" y="2226"/>
                  </a:lnTo>
                  <a:lnTo>
                    <a:pt x="4605" y="2234"/>
                  </a:lnTo>
                  <a:lnTo>
                    <a:pt x="4594" y="2242"/>
                  </a:lnTo>
                  <a:lnTo>
                    <a:pt x="4582" y="2246"/>
                  </a:lnTo>
                  <a:lnTo>
                    <a:pt x="4576" y="2248"/>
                  </a:lnTo>
                  <a:lnTo>
                    <a:pt x="4570" y="2250"/>
                  </a:lnTo>
                  <a:lnTo>
                    <a:pt x="4557" y="2250"/>
                  </a:lnTo>
                  <a:lnTo>
                    <a:pt x="4549" y="2250"/>
                  </a:lnTo>
                  <a:lnTo>
                    <a:pt x="4542" y="2248"/>
                  </a:lnTo>
                  <a:lnTo>
                    <a:pt x="4534" y="2246"/>
                  </a:lnTo>
                  <a:lnTo>
                    <a:pt x="4527" y="2242"/>
                  </a:lnTo>
                  <a:lnTo>
                    <a:pt x="4520" y="2236"/>
                  </a:lnTo>
                  <a:lnTo>
                    <a:pt x="4513" y="2230"/>
                  </a:lnTo>
                  <a:lnTo>
                    <a:pt x="4506" y="2222"/>
                  </a:lnTo>
                  <a:lnTo>
                    <a:pt x="4498" y="2214"/>
                  </a:lnTo>
                  <a:lnTo>
                    <a:pt x="4492" y="2204"/>
                  </a:lnTo>
                  <a:lnTo>
                    <a:pt x="4484" y="2192"/>
                  </a:lnTo>
                  <a:lnTo>
                    <a:pt x="4468" y="2162"/>
                  </a:lnTo>
                  <a:lnTo>
                    <a:pt x="4459" y="2144"/>
                  </a:lnTo>
                  <a:lnTo>
                    <a:pt x="4450" y="2122"/>
                  </a:lnTo>
                  <a:lnTo>
                    <a:pt x="4430" y="2074"/>
                  </a:lnTo>
                  <a:lnTo>
                    <a:pt x="4165" y="1432"/>
                  </a:lnTo>
                  <a:lnTo>
                    <a:pt x="4165" y="2008"/>
                  </a:lnTo>
                  <a:lnTo>
                    <a:pt x="4164" y="2036"/>
                  </a:lnTo>
                  <a:lnTo>
                    <a:pt x="4164" y="2050"/>
                  </a:lnTo>
                  <a:lnTo>
                    <a:pt x="4163" y="2064"/>
                  </a:lnTo>
                  <a:lnTo>
                    <a:pt x="4160" y="2088"/>
                  </a:lnTo>
                  <a:lnTo>
                    <a:pt x="4157" y="2112"/>
                  </a:lnTo>
                  <a:lnTo>
                    <a:pt x="4155" y="2124"/>
                  </a:lnTo>
                  <a:lnTo>
                    <a:pt x="4152" y="2134"/>
                  </a:lnTo>
                  <a:lnTo>
                    <a:pt x="4147" y="2154"/>
                  </a:lnTo>
                  <a:lnTo>
                    <a:pt x="4140" y="2174"/>
                  </a:lnTo>
                  <a:lnTo>
                    <a:pt x="4137" y="2182"/>
                  </a:lnTo>
                  <a:lnTo>
                    <a:pt x="4133" y="2190"/>
                  </a:lnTo>
                  <a:lnTo>
                    <a:pt x="4129" y="2198"/>
                  </a:lnTo>
                  <a:lnTo>
                    <a:pt x="4125" y="2206"/>
                  </a:lnTo>
                  <a:lnTo>
                    <a:pt x="4115" y="2218"/>
                  </a:lnTo>
                  <a:lnTo>
                    <a:pt x="4105" y="2230"/>
                  </a:lnTo>
                  <a:lnTo>
                    <a:pt x="4100" y="2234"/>
                  </a:lnTo>
                  <a:lnTo>
                    <a:pt x="4095" y="2238"/>
                  </a:lnTo>
                  <a:lnTo>
                    <a:pt x="4083" y="2246"/>
                  </a:lnTo>
                  <a:lnTo>
                    <a:pt x="4071" y="2250"/>
                  </a:lnTo>
                  <a:lnTo>
                    <a:pt x="4064" y="2252"/>
                  </a:lnTo>
                  <a:lnTo>
                    <a:pt x="4057" y="2254"/>
                  </a:lnTo>
                  <a:lnTo>
                    <a:pt x="4043" y="2254"/>
                  </a:lnTo>
                  <a:lnTo>
                    <a:pt x="4029" y="2254"/>
                  </a:lnTo>
                  <a:lnTo>
                    <a:pt x="4022" y="2252"/>
                  </a:lnTo>
                  <a:lnTo>
                    <a:pt x="4015" y="2250"/>
                  </a:lnTo>
                  <a:lnTo>
                    <a:pt x="4003" y="2246"/>
                  </a:lnTo>
                  <a:lnTo>
                    <a:pt x="3991" y="2238"/>
                  </a:lnTo>
                  <a:lnTo>
                    <a:pt x="3985" y="2234"/>
                  </a:lnTo>
                  <a:lnTo>
                    <a:pt x="3980" y="2230"/>
                  </a:lnTo>
                  <a:lnTo>
                    <a:pt x="3970" y="2218"/>
                  </a:lnTo>
                  <a:lnTo>
                    <a:pt x="3960" y="2206"/>
                  </a:lnTo>
                  <a:lnTo>
                    <a:pt x="3956" y="2198"/>
                  </a:lnTo>
                  <a:lnTo>
                    <a:pt x="3952" y="2190"/>
                  </a:lnTo>
                  <a:lnTo>
                    <a:pt x="3948" y="2182"/>
                  </a:lnTo>
                  <a:lnTo>
                    <a:pt x="3944" y="2174"/>
                  </a:lnTo>
                  <a:lnTo>
                    <a:pt x="3938" y="2154"/>
                  </a:lnTo>
                  <a:lnTo>
                    <a:pt x="3933" y="2134"/>
                  </a:lnTo>
                  <a:lnTo>
                    <a:pt x="3930" y="2124"/>
                  </a:lnTo>
                  <a:lnTo>
                    <a:pt x="3928" y="2112"/>
                  </a:lnTo>
                  <a:lnTo>
                    <a:pt x="3925" y="2088"/>
                  </a:lnTo>
                  <a:lnTo>
                    <a:pt x="3922" y="2064"/>
                  </a:lnTo>
                  <a:lnTo>
                    <a:pt x="3921" y="2036"/>
                  </a:lnTo>
                  <a:lnTo>
                    <a:pt x="3920" y="2008"/>
                  </a:lnTo>
                  <a:lnTo>
                    <a:pt x="3920" y="1842"/>
                  </a:lnTo>
                  <a:lnTo>
                    <a:pt x="3930" y="1804"/>
                  </a:lnTo>
                  <a:lnTo>
                    <a:pt x="3940" y="1768"/>
                  </a:lnTo>
                  <a:lnTo>
                    <a:pt x="3945" y="1748"/>
                  </a:lnTo>
                  <a:lnTo>
                    <a:pt x="3949" y="1730"/>
                  </a:lnTo>
                  <a:lnTo>
                    <a:pt x="3958" y="1692"/>
                  </a:lnTo>
                  <a:lnTo>
                    <a:pt x="3965" y="1652"/>
                  </a:lnTo>
                  <a:lnTo>
                    <a:pt x="3973" y="1612"/>
                  </a:lnTo>
                  <a:lnTo>
                    <a:pt x="3979" y="1572"/>
                  </a:lnTo>
                  <a:lnTo>
                    <a:pt x="3985" y="1532"/>
                  </a:lnTo>
                  <a:lnTo>
                    <a:pt x="3991" y="1490"/>
                  </a:lnTo>
                  <a:lnTo>
                    <a:pt x="3995" y="1450"/>
                  </a:lnTo>
                  <a:lnTo>
                    <a:pt x="3999" y="1408"/>
                  </a:lnTo>
                  <a:lnTo>
                    <a:pt x="4003" y="1364"/>
                  </a:lnTo>
                  <a:lnTo>
                    <a:pt x="4005" y="1323"/>
                  </a:lnTo>
                  <a:lnTo>
                    <a:pt x="4007" y="1279"/>
                  </a:lnTo>
                  <a:lnTo>
                    <a:pt x="4008" y="1235"/>
                  </a:lnTo>
                  <a:lnTo>
                    <a:pt x="4009" y="1191"/>
                  </a:lnTo>
                  <a:lnTo>
                    <a:pt x="4008" y="1147"/>
                  </a:lnTo>
                  <a:lnTo>
                    <a:pt x="4007" y="1103"/>
                  </a:lnTo>
                  <a:lnTo>
                    <a:pt x="4005" y="1059"/>
                  </a:lnTo>
                  <a:lnTo>
                    <a:pt x="4003" y="1017"/>
                  </a:lnTo>
                  <a:lnTo>
                    <a:pt x="3999" y="973"/>
                  </a:lnTo>
                  <a:lnTo>
                    <a:pt x="3995" y="931"/>
                  </a:lnTo>
                  <a:lnTo>
                    <a:pt x="3991" y="889"/>
                  </a:lnTo>
                  <a:lnTo>
                    <a:pt x="3985" y="849"/>
                  </a:lnTo>
                  <a:lnTo>
                    <a:pt x="3979" y="809"/>
                  </a:lnTo>
                  <a:lnTo>
                    <a:pt x="3976" y="787"/>
                  </a:lnTo>
                  <a:lnTo>
                    <a:pt x="3973" y="767"/>
                  </a:lnTo>
                  <a:lnTo>
                    <a:pt x="3965" y="729"/>
                  </a:lnTo>
                  <a:lnTo>
                    <a:pt x="3958" y="689"/>
                  </a:lnTo>
                  <a:lnTo>
                    <a:pt x="3949" y="651"/>
                  </a:lnTo>
                  <a:lnTo>
                    <a:pt x="3940" y="613"/>
                  </a:lnTo>
                  <a:lnTo>
                    <a:pt x="3935" y="595"/>
                  </a:lnTo>
                  <a:lnTo>
                    <a:pt x="3930" y="577"/>
                  </a:lnTo>
                  <a:lnTo>
                    <a:pt x="3920" y="539"/>
                  </a:lnTo>
                  <a:lnTo>
                    <a:pt x="3920" y="499"/>
                  </a:lnTo>
                  <a:lnTo>
                    <a:pt x="3921" y="467"/>
                  </a:lnTo>
                  <a:lnTo>
                    <a:pt x="3921" y="453"/>
                  </a:lnTo>
                  <a:lnTo>
                    <a:pt x="3922" y="440"/>
                  </a:lnTo>
                  <a:lnTo>
                    <a:pt x="3925" y="412"/>
                  </a:lnTo>
                  <a:lnTo>
                    <a:pt x="3926" y="400"/>
                  </a:lnTo>
                  <a:lnTo>
                    <a:pt x="3928" y="388"/>
                  </a:lnTo>
                  <a:lnTo>
                    <a:pt x="3933" y="364"/>
                  </a:lnTo>
                  <a:lnTo>
                    <a:pt x="3939" y="344"/>
                  </a:lnTo>
                  <a:lnTo>
                    <a:pt x="3942" y="334"/>
                  </a:lnTo>
                  <a:lnTo>
                    <a:pt x="3946" y="324"/>
                  </a:lnTo>
                  <a:lnTo>
                    <a:pt x="3953" y="308"/>
                  </a:lnTo>
                  <a:lnTo>
                    <a:pt x="3958" y="300"/>
                  </a:lnTo>
                  <a:lnTo>
                    <a:pt x="3962" y="292"/>
                  </a:lnTo>
                  <a:lnTo>
                    <a:pt x="3972" y="280"/>
                  </a:lnTo>
                  <a:lnTo>
                    <a:pt x="3983" y="268"/>
                  </a:lnTo>
                  <a:lnTo>
                    <a:pt x="3989" y="264"/>
                  </a:lnTo>
                  <a:lnTo>
                    <a:pt x="3995" y="260"/>
                  </a:lnTo>
                  <a:lnTo>
                    <a:pt x="4008" y="254"/>
                  </a:lnTo>
                  <a:lnTo>
                    <a:pt x="4023" y="248"/>
                  </a:lnTo>
                  <a:lnTo>
                    <a:pt x="4030" y="246"/>
                  </a:lnTo>
                  <a:lnTo>
                    <a:pt x="4038" y="246"/>
                  </a:lnTo>
                  <a:lnTo>
                    <a:pt x="4054" y="244"/>
                  </a:lnTo>
                  <a:lnTo>
                    <a:pt x="4257" y="244"/>
                  </a:lnTo>
                  <a:lnTo>
                    <a:pt x="4280" y="244"/>
                  </a:lnTo>
                  <a:lnTo>
                    <a:pt x="4302" y="246"/>
                  </a:lnTo>
                  <a:lnTo>
                    <a:pt x="4323" y="246"/>
                  </a:lnTo>
                  <a:lnTo>
                    <a:pt x="4342" y="250"/>
                  </a:lnTo>
                  <a:lnTo>
                    <a:pt x="4361" y="252"/>
                  </a:lnTo>
                  <a:lnTo>
                    <a:pt x="4379" y="256"/>
                  </a:lnTo>
                  <a:lnTo>
                    <a:pt x="4395" y="260"/>
                  </a:lnTo>
                  <a:lnTo>
                    <a:pt x="4411" y="264"/>
                  </a:lnTo>
                  <a:lnTo>
                    <a:pt x="4425" y="270"/>
                  </a:lnTo>
                  <a:lnTo>
                    <a:pt x="4440" y="278"/>
                  </a:lnTo>
                  <a:lnTo>
                    <a:pt x="4453" y="284"/>
                  </a:lnTo>
                  <a:lnTo>
                    <a:pt x="4466" y="294"/>
                  </a:lnTo>
                  <a:lnTo>
                    <a:pt x="4479" y="302"/>
                  </a:lnTo>
                  <a:lnTo>
                    <a:pt x="4491" y="312"/>
                  </a:lnTo>
                  <a:lnTo>
                    <a:pt x="4504" y="324"/>
                  </a:lnTo>
                  <a:lnTo>
                    <a:pt x="4515" y="336"/>
                  </a:lnTo>
                  <a:lnTo>
                    <a:pt x="4524" y="346"/>
                  </a:lnTo>
                  <a:lnTo>
                    <a:pt x="4533" y="358"/>
                  </a:lnTo>
                  <a:lnTo>
                    <a:pt x="4549" y="380"/>
                  </a:lnTo>
                  <a:lnTo>
                    <a:pt x="4564" y="404"/>
                  </a:lnTo>
                  <a:lnTo>
                    <a:pt x="4579" y="430"/>
                  </a:lnTo>
                  <a:lnTo>
                    <a:pt x="4586" y="444"/>
                  </a:lnTo>
                  <a:lnTo>
                    <a:pt x="4592" y="457"/>
                  </a:lnTo>
                  <a:lnTo>
                    <a:pt x="4605" y="487"/>
                  </a:lnTo>
                  <a:lnTo>
                    <a:pt x="4610" y="503"/>
                  </a:lnTo>
                  <a:lnTo>
                    <a:pt x="4616" y="519"/>
                  </a:lnTo>
                  <a:lnTo>
                    <a:pt x="4621" y="535"/>
                  </a:lnTo>
                  <a:lnTo>
                    <a:pt x="4626" y="551"/>
                  </a:lnTo>
                  <a:lnTo>
                    <a:pt x="4631" y="569"/>
                  </a:lnTo>
                  <a:lnTo>
                    <a:pt x="4636" y="585"/>
                  </a:lnTo>
                  <a:lnTo>
                    <a:pt x="4640" y="603"/>
                  </a:lnTo>
                  <a:lnTo>
                    <a:pt x="4644" y="621"/>
                  </a:lnTo>
                  <a:lnTo>
                    <a:pt x="4647" y="639"/>
                  </a:lnTo>
                  <a:lnTo>
                    <a:pt x="4651" y="657"/>
                  </a:lnTo>
                  <a:lnTo>
                    <a:pt x="4654" y="675"/>
                  </a:lnTo>
                  <a:lnTo>
                    <a:pt x="4656" y="695"/>
                  </a:lnTo>
                  <a:lnTo>
                    <a:pt x="4659" y="713"/>
                  </a:lnTo>
                  <a:lnTo>
                    <a:pt x="4661" y="733"/>
                  </a:lnTo>
                  <a:lnTo>
                    <a:pt x="4664" y="771"/>
                  </a:lnTo>
                  <a:lnTo>
                    <a:pt x="4665" y="791"/>
                  </a:lnTo>
                  <a:lnTo>
                    <a:pt x="4666" y="813"/>
                  </a:lnTo>
                  <a:lnTo>
                    <a:pt x="4666" y="833"/>
                  </a:lnTo>
                  <a:lnTo>
                    <a:pt x="4666" y="853"/>
                  </a:lnTo>
                  <a:lnTo>
                    <a:pt x="4666" y="881"/>
                  </a:lnTo>
                  <a:lnTo>
                    <a:pt x="4665" y="909"/>
                  </a:lnTo>
                  <a:lnTo>
                    <a:pt x="4664" y="935"/>
                  </a:lnTo>
                  <a:lnTo>
                    <a:pt x="4663" y="961"/>
                  </a:lnTo>
                  <a:lnTo>
                    <a:pt x="4661" y="987"/>
                  </a:lnTo>
                  <a:lnTo>
                    <a:pt x="4658" y="1011"/>
                  </a:lnTo>
                  <a:lnTo>
                    <a:pt x="4655" y="1035"/>
                  </a:lnTo>
                  <a:lnTo>
                    <a:pt x="4652" y="1059"/>
                  </a:lnTo>
                  <a:lnTo>
                    <a:pt x="4648" y="1081"/>
                  </a:lnTo>
                  <a:lnTo>
                    <a:pt x="4644" y="1101"/>
                  </a:lnTo>
                  <a:lnTo>
                    <a:pt x="4640" y="1123"/>
                  </a:lnTo>
                  <a:lnTo>
                    <a:pt x="4635" y="1143"/>
                  </a:lnTo>
                  <a:lnTo>
                    <a:pt x="4629" y="1161"/>
                  </a:lnTo>
                  <a:lnTo>
                    <a:pt x="4623" y="1181"/>
                  </a:lnTo>
                  <a:lnTo>
                    <a:pt x="4617" y="1197"/>
                  </a:lnTo>
                  <a:lnTo>
                    <a:pt x="4610" y="1215"/>
                  </a:lnTo>
                  <a:lnTo>
                    <a:pt x="4603" y="1231"/>
                  </a:lnTo>
                  <a:lnTo>
                    <a:pt x="4595" y="1247"/>
                  </a:lnTo>
                  <a:lnTo>
                    <a:pt x="4587" y="1261"/>
                  </a:lnTo>
                  <a:lnTo>
                    <a:pt x="4578" y="1275"/>
                  </a:lnTo>
                  <a:lnTo>
                    <a:pt x="4569" y="1289"/>
                  </a:lnTo>
                  <a:lnTo>
                    <a:pt x="4560" y="1303"/>
                  </a:lnTo>
                  <a:lnTo>
                    <a:pt x="4549" y="1315"/>
                  </a:lnTo>
                  <a:lnTo>
                    <a:pt x="4539" y="1327"/>
                  </a:lnTo>
                  <a:lnTo>
                    <a:pt x="4528" y="1337"/>
                  </a:lnTo>
                  <a:lnTo>
                    <a:pt x="4516" y="1349"/>
                  </a:lnTo>
                  <a:lnTo>
                    <a:pt x="4504" y="1358"/>
                  </a:lnTo>
                  <a:lnTo>
                    <a:pt x="4491" y="1366"/>
                  </a:lnTo>
                  <a:lnTo>
                    <a:pt x="4478" y="1374"/>
                  </a:lnTo>
                  <a:lnTo>
                    <a:pt x="4465" y="1382"/>
                  </a:lnTo>
                  <a:lnTo>
                    <a:pt x="4436" y="1396"/>
                  </a:lnTo>
                  <a:lnTo>
                    <a:pt x="4571" y="1700"/>
                  </a:lnTo>
                  <a:lnTo>
                    <a:pt x="4579" y="1722"/>
                  </a:lnTo>
                  <a:lnTo>
                    <a:pt x="4589" y="1744"/>
                  </a:lnTo>
                  <a:lnTo>
                    <a:pt x="4612" y="1792"/>
                  </a:lnTo>
                  <a:lnTo>
                    <a:pt x="4628" y="1828"/>
                  </a:lnTo>
                  <a:lnTo>
                    <a:pt x="4642" y="1862"/>
                  </a:lnTo>
                  <a:lnTo>
                    <a:pt x="4648" y="1878"/>
                  </a:lnTo>
                  <a:lnTo>
                    <a:pt x="4653" y="1892"/>
                  </a:lnTo>
                  <a:lnTo>
                    <a:pt x="4662" y="1920"/>
                  </a:lnTo>
                  <a:close/>
                  <a:moveTo>
                    <a:pt x="4276" y="1091"/>
                  </a:moveTo>
                  <a:lnTo>
                    <a:pt x="4294" y="1089"/>
                  </a:lnTo>
                  <a:lnTo>
                    <a:pt x="4311" y="1087"/>
                  </a:lnTo>
                  <a:lnTo>
                    <a:pt x="4320" y="1085"/>
                  </a:lnTo>
                  <a:lnTo>
                    <a:pt x="4327" y="1081"/>
                  </a:lnTo>
                  <a:lnTo>
                    <a:pt x="4342" y="1075"/>
                  </a:lnTo>
                  <a:lnTo>
                    <a:pt x="4356" y="1067"/>
                  </a:lnTo>
                  <a:lnTo>
                    <a:pt x="4368" y="1057"/>
                  </a:lnTo>
                  <a:lnTo>
                    <a:pt x="4374" y="1051"/>
                  </a:lnTo>
                  <a:lnTo>
                    <a:pt x="4379" y="1045"/>
                  </a:lnTo>
                  <a:lnTo>
                    <a:pt x="4384" y="1039"/>
                  </a:lnTo>
                  <a:lnTo>
                    <a:pt x="4389" y="1033"/>
                  </a:lnTo>
                  <a:lnTo>
                    <a:pt x="4394" y="1025"/>
                  </a:lnTo>
                  <a:lnTo>
                    <a:pt x="4398" y="1017"/>
                  </a:lnTo>
                  <a:lnTo>
                    <a:pt x="4406" y="999"/>
                  </a:lnTo>
                  <a:lnTo>
                    <a:pt x="4412" y="981"/>
                  </a:lnTo>
                  <a:lnTo>
                    <a:pt x="4415" y="971"/>
                  </a:lnTo>
                  <a:lnTo>
                    <a:pt x="4417" y="959"/>
                  </a:lnTo>
                  <a:lnTo>
                    <a:pt x="4420" y="949"/>
                  </a:lnTo>
                  <a:lnTo>
                    <a:pt x="4421" y="937"/>
                  </a:lnTo>
                  <a:lnTo>
                    <a:pt x="4423" y="925"/>
                  </a:lnTo>
                  <a:lnTo>
                    <a:pt x="4424" y="913"/>
                  </a:lnTo>
                  <a:lnTo>
                    <a:pt x="4426" y="887"/>
                  </a:lnTo>
                  <a:lnTo>
                    <a:pt x="4427" y="873"/>
                  </a:lnTo>
                  <a:lnTo>
                    <a:pt x="4427" y="859"/>
                  </a:lnTo>
                  <a:lnTo>
                    <a:pt x="4426" y="835"/>
                  </a:lnTo>
                  <a:lnTo>
                    <a:pt x="4424" y="813"/>
                  </a:lnTo>
                  <a:lnTo>
                    <a:pt x="4422" y="791"/>
                  </a:lnTo>
                  <a:lnTo>
                    <a:pt x="4418" y="773"/>
                  </a:lnTo>
                  <a:lnTo>
                    <a:pt x="4413" y="755"/>
                  </a:lnTo>
                  <a:lnTo>
                    <a:pt x="4406" y="739"/>
                  </a:lnTo>
                  <a:lnTo>
                    <a:pt x="4399" y="723"/>
                  </a:lnTo>
                  <a:lnTo>
                    <a:pt x="4391" y="711"/>
                  </a:lnTo>
                  <a:lnTo>
                    <a:pt x="4381" y="699"/>
                  </a:lnTo>
                  <a:lnTo>
                    <a:pt x="4370" y="689"/>
                  </a:lnTo>
                  <a:lnTo>
                    <a:pt x="4358" y="681"/>
                  </a:lnTo>
                  <a:lnTo>
                    <a:pt x="4346" y="673"/>
                  </a:lnTo>
                  <a:lnTo>
                    <a:pt x="4331" y="669"/>
                  </a:lnTo>
                  <a:lnTo>
                    <a:pt x="4316" y="665"/>
                  </a:lnTo>
                  <a:lnTo>
                    <a:pt x="4300" y="663"/>
                  </a:lnTo>
                  <a:lnTo>
                    <a:pt x="4282" y="661"/>
                  </a:lnTo>
                  <a:lnTo>
                    <a:pt x="4165" y="661"/>
                  </a:lnTo>
                  <a:lnTo>
                    <a:pt x="4165" y="1091"/>
                  </a:lnTo>
                  <a:lnTo>
                    <a:pt x="4276" y="10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00"/>
            </a:p>
          </p:txBody>
        </p:sp>
      </p:grp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C2813E5-55F5-8A94-3DE1-71D49DDAE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FCAF050F-3E11-4B9C-AE8E-DDED27B17E80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D8B47C5-11B1-0904-E798-3D21F88B9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5E8C107-73AF-09B8-3331-EEE2C8E6A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393BD64-6D58-4343-D3B4-7FB7BB2348C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655153" y="0"/>
            <a:ext cx="4488848" cy="6858000"/>
          </a:xfrm>
          <a:custGeom>
            <a:avLst/>
            <a:gdLst>
              <a:gd name="connsiteX0" fmla="*/ 0 w 5985131"/>
              <a:gd name="connsiteY0" fmla="*/ 0 h 6858000"/>
              <a:gd name="connsiteX1" fmla="*/ 5985131 w 5985131"/>
              <a:gd name="connsiteY1" fmla="*/ 0 h 6858000"/>
              <a:gd name="connsiteX2" fmla="*/ 5985131 w 5985131"/>
              <a:gd name="connsiteY2" fmla="*/ 6858000 h 6858000"/>
              <a:gd name="connsiteX3" fmla="*/ 3519977 w 5985131"/>
              <a:gd name="connsiteY3" fmla="*/ 6858000 h 6858000"/>
              <a:gd name="connsiteX4" fmla="*/ 3079682 w 5985131"/>
              <a:gd name="connsiteY4" fmla="*/ 5999657 h 6858000"/>
              <a:gd name="connsiteX5" fmla="*/ 2639387 w 5985131"/>
              <a:gd name="connsiteY5" fmla="*/ 5142904 h 6858000"/>
              <a:gd name="connsiteX6" fmla="*/ 2199091 w 5985131"/>
              <a:gd name="connsiteY6" fmla="*/ 4286151 h 6858000"/>
              <a:gd name="connsiteX7" fmla="*/ 1759591 w 5985131"/>
              <a:gd name="connsiteY7" fmla="*/ 3428603 h 6858000"/>
              <a:gd name="connsiteX8" fmla="*/ 1319296 w 5985131"/>
              <a:gd name="connsiteY8" fmla="*/ 2570260 h 6858000"/>
              <a:gd name="connsiteX9" fmla="*/ 879001 w 5985131"/>
              <a:gd name="connsiteY9" fmla="*/ 1713507 h 6858000"/>
              <a:gd name="connsiteX10" fmla="*/ 438705 w 5985131"/>
              <a:gd name="connsiteY10" fmla="*/ 85675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985131" h="6858000">
                <a:moveTo>
                  <a:pt x="0" y="0"/>
                </a:moveTo>
                <a:lnTo>
                  <a:pt x="5985131" y="0"/>
                </a:lnTo>
                <a:lnTo>
                  <a:pt x="5985131" y="6858000"/>
                </a:lnTo>
                <a:lnTo>
                  <a:pt x="3519977" y="6858000"/>
                </a:lnTo>
                <a:lnTo>
                  <a:pt x="3079682" y="5999657"/>
                </a:lnTo>
                <a:lnTo>
                  <a:pt x="2639387" y="5142904"/>
                </a:lnTo>
                <a:lnTo>
                  <a:pt x="2199091" y="4286151"/>
                </a:lnTo>
                <a:lnTo>
                  <a:pt x="1759591" y="3428603"/>
                </a:lnTo>
                <a:lnTo>
                  <a:pt x="1319296" y="2570260"/>
                </a:lnTo>
                <a:lnTo>
                  <a:pt x="879001" y="1713507"/>
                </a:lnTo>
                <a:lnTo>
                  <a:pt x="438705" y="856753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 anchorCtr="0">
            <a:noAutofit/>
          </a:bodyPr>
          <a:lstStyle>
            <a:lvl1pPr algn="ctr">
              <a:defRPr sz="7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219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6795B2-FE30-1DC4-C7F8-C133E7F17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0AD73C9C-D64F-4A9F-A239-384AB250F667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C8F627-8C81-B2E2-4671-5B5E302AA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61CE72-161B-1D80-1C28-F6DAF5B97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122DD8F-06C8-6092-4AEE-6F419E6AE39C}"/>
              </a:ext>
            </a:extLst>
          </p:cNvPr>
          <p:cNvGrpSpPr>
            <a:grpSpLocks noChangeAspect="1"/>
          </p:cNvGrpSpPr>
          <p:nvPr/>
        </p:nvGrpSpPr>
        <p:grpSpPr>
          <a:xfrm>
            <a:off x="3178193" y="2709000"/>
            <a:ext cx="2787615" cy="1440000"/>
            <a:chOff x="2389188" y="1992313"/>
            <a:chExt cx="7424738" cy="2876551"/>
          </a:xfrm>
          <a:solidFill>
            <a:schemeClr val="accent2"/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DBDC538C-CF08-240D-31FC-42D67CB83C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24113" y="4270376"/>
              <a:ext cx="7361238" cy="598488"/>
            </a:xfrm>
            <a:custGeom>
              <a:avLst/>
              <a:gdLst>
                <a:gd name="T0" fmla="*/ 4474 w 4637"/>
                <a:gd name="T1" fmla="*/ 613 h 753"/>
                <a:gd name="T2" fmla="*/ 4500 w 4637"/>
                <a:gd name="T3" fmla="*/ 735 h 753"/>
                <a:gd name="T4" fmla="*/ 4506 w 4637"/>
                <a:gd name="T5" fmla="*/ 214 h 753"/>
                <a:gd name="T6" fmla="*/ 61 w 4637"/>
                <a:gd name="T7" fmla="*/ 747 h 753"/>
                <a:gd name="T8" fmla="*/ 22 w 4637"/>
                <a:gd name="T9" fmla="*/ 20 h 753"/>
                <a:gd name="T10" fmla="*/ 263 w 4637"/>
                <a:gd name="T11" fmla="*/ 487 h 753"/>
                <a:gd name="T12" fmla="*/ 437 w 4637"/>
                <a:gd name="T13" fmla="*/ 699 h 753"/>
                <a:gd name="T14" fmla="*/ 246 w 4637"/>
                <a:gd name="T15" fmla="*/ 601 h 753"/>
                <a:gd name="T16" fmla="*/ 378 w 4637"/>
                <a:gd name="T17" fmla="*/ 212 h 753"/>
                <a:gd name="T18" fmla="*/ 409 w 4637"/>
                <a:gd name="T19" fmla="*/ 315 h 753"/>
                <a:gd name="T20" fmla="*/ 264 w 4637"/>
                <a:gd name="T21" fmla="*/ 399 h 753"/>
                <a:gd name="T22" fmla="*/ 506 w 4637"/>
                <a:gd name="T23" fmla="*/ 232 h 753"/>
                <a:gd name="T24" fmla="*/ 657 w 4637"/>
                <a:gd name="T25" fmla="*/ 220 h 753"/>
                <a:gd name="T26" fmla="*/ 657 w 4637"/>
                <a:gd name="T27" fmla="*/ 737 h 753"/>
                <a:gd name="T28" fmla="*/ 768 w 4637"/>
                <a:gd name="T29" fmla="*/ 14 h 753"/>
                <a:gd name="T30" fmla="*/ 918 w 4637"/>
                <a:gd name="T31" fmla="*/ 711 h 753"/>
                <a:gd name="T32" fmla="*/ 837 w 4637"/>
                <a:gd name="T33" fmla="*/ 415 h 753"/>
                <a:gd name="T34" fmla="*/ 973 w 4637"/>
                <a:gd name="T35" fmla="*/ 216 h 753"/>
                <a:gd name="T36" fmla="*/ 838 w 4637"/>
                <a:gd name="T37" fmla="*/ 325 h 753"/>
                <a:gd name="T38" fmla="*/ 982 w 4637"/>
                <a:gd name="T39" fmla="*/ 659 h 753"/>
                <a:gd name="T40" fmla="*/ 1245 w 4637"/>
                <a:gd name="T41" fmla="*/ 729 h 753"/>
                <a:gd name="T42" fmla="*/ 1265 w 4637"/>
                <a:gd name="T43" fmla="*/ 210 h 753"/>
                <a:gd name="T44" fmla="*/ 1267 w 4637"/>
                <a:gd name="T45" fmla="*/ 250 h 753"/>
                <a:gd name="T46" fmla="*/ 1276 w 4637"/>
                <a:gd name="T47" fmla="*/ 711 h 753"/>
                <a:gd name="T48" fmla="*/ 1456 w 4637"/>
                <a:gd name="T49" fmla="*/ 6 h 753"/>
                <a:gd name="T50" fmla="*/ 1617 w 4637"/>
                <a:gd name="T51" fmla="*/ 675 h 753"/>
                <a:gd name="T52" fmla="*/ 1700 w 4637"/>
                <a:gd name="T53" fmla="*/ 751 h 753"/>
                <a:gd name="T54" fmla="*/ 1581 w 4637"/>
                <a:gd name="T55" fmla="*/ 315 h 753"/>
                <a:gd name="T56" fmla="*/ 1767 w 4637"/>
                <a:gd name="T57" fmla="*/ 365 h 753"/>
                <a:gd name="T58" fmla="*/ 1681 w 4637"/>
                <a:gd name="T59" fmla="*/ 242 h 753"/>
                <a:gd name="T60" fmla="*/ 2012 w 4637"/>
                <a:gd name="T61" fmla="*/ 731 h 753"/>
                <a:gd name="T62" fmla="*/ 1849 w 4637"/>
                <a:gd name="T63" fmla="*/ 591 h 753"/>
                <a:gd name="T64" fmla="*/ 1999 w 4637"/>
                <a:gd name="T65" fmla="*/ 276 h 753"/>
                <a:gd name="T66" fmla="*/ 1926 w 4637"/>
                <a:gd name="T67" fmla="*/ 204 h 753"/>
                <a:gd name="T68" fmla="*/ 2031 w 4637"/>
                <a:gd name="T69" fmla="*/ 741 h 753"/>
                <a:gd name="T70" fmla="*/ 1881 w 4637"/>
                <a:gd name="T71" fmla="*/ 671 h 753"/>
                <a:gd name="T72" fmla="*/ 2299 w 4637"/>
                <a:gd name="T73" fmla="*/ 355 h 753"/>
                <a:gd name="T74" fmla="*/ 2139 w 4637"/>
                <a:gd name="T75" fmla="*/ 747 h 753"/>
                <a:gd name="T76" fmla="*/ 2224 w 4637"/>
                <a:gd name="T77" fmla="*/ 204 h 753"/>
                <a:gd name="T78" fmla="*/ 2652 w 4637"/>
                <a:gd name="T79" fmla="*/ 753 h 753"/>
                <a:gd name="T80" fmla="*/ 2541 w 4637"/>
                <a:gd name="T81" fmla="*/ 208 h 753"/>
                <a:gd name="T82" fmla="*/ 2681 w 4637"/>
                <a:gd name="T83" fmla="*/ 248 h 753"/>
                <a:gd name="T84" fmla="*/ 2937 w 4637"/>
                <a:gd name="T85" fmla="*/ 751 h 753"/>
                <a:gd name="T86" fmla="*/ 2789 w 4637"/>
                <a:gd name="T87" fmla="*/ 737 h 753"/>
                <a:gd name="T88" fmla="*/ 2882 w 4637"/>
                <a:gd name="T89" fmla="*/ 206 h 753"/>
                <a:gd name="T90" fmla="*/ 3232 w 4637"/>
                <a:gd name="T91" fmla="*/ 487 h 753"/>
                <a:gd name="T92" fmla="*/ 3235 w 4637"/>
                <a:gd name="T93" fmla="*/ 697 h 753"/>
                <a:gd name="T94" fmla="*/ 3046 w 4637"/>
                <a:gd name="T95" fmla="*/ 615 h 753"/>
                <a:gd name="T96" fmla="*/ 3166 w 4637"/>
                <a:gd name="T97" fmla="*/ 206 h 753"/>
                <a:gd name="T98" fmla="*/ 3210 w 4637"/>
                <a:gd name="T99" fmla="*/ 321 h 753"/>
                <a:gd name="T100" fmla="*/ 3064 w 4637"/>
                <a:gd name="T101" fmla="*/ 379 h 753"/>
                <a:gd name="T102" fmla="*/ 3618 w 4637"/>
                <a:gd name="T103" fmla="*/ 305 h 753"/>
                <a:gd name="T104" fmla="*/ 3458 w 4637"/>
                <a:gd name="T105" fmla="*/ 208 h 753"/>
                <a:gd name="T106" fmla="*/ 3634 w 4637"/>
                <a:gd name="T107" fmla="*/ 282 h 753"/>
                <a:gd name="T108" fmla="*/ 3781 w 4637"/>
                <a:gd name="T109" fmla="*/ 232 h 753"/>
                <a:gd name="T110" fmla="*/ 3859 w 4637"/>
                <a:gd name="T111" fmla="*/ 319 h 753"/>
                <a:gd name="T112" fmla="*/ 4039 w 4637"/>
                <a:gd name="T113" fmla="*/ 290 h 753"/>
                <a:gd name="T114" fmla="*/ 3965 w 4637"/>
                <a:gd name="T115" fmla="*/ 753 h 753"/>
                <a:gd name="T116" fmla="*/ 3901 w 4637"/>
                <a:gd name="T117" fmla="*/ 272 h 753"/>
                <a:gd name="T118" fmla="*/ 3919 w 4637"/>
                <a:gd name="T119" fmla="*/ 703 h 753"/>
                <a:gd name="T120" fmla="*/ 4206 w 4637"/>
                <a:gd name="T121" fmla="*/ 250 h 753"/>
                <a:gd name="T122" fmla="*/ 4166 w 4637"/>
                <a:gd name="T123" fmla="*/ 216 h 753"/>
                <a:gd name="T124" fmla="*/ 4339 w 4637"/>
                <a:gd name="T125" fmla="*/ 753 h 7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37" h="753">
                  <a:moveTo>
                    <a:pt x="4615" y="254"/>
                  </a:moveTo>
                  <a:lnTo>
                    <a:pt x="4599" y="250"/>
                  </a:lnTo>
                  <a:lnTo>
                    <a:pt x="4580" y="246"/>
                  </a:lnTo>
                  <a:lnTo>
                    <a:pt x="4561" y="242"/>
                  </a:lnTo>
                  <a:lnTo>
                    <a:pt x="4545" y="242"/>
                  </a:lnTo>
                  <a:lnTo>
                    <a:pt x="4535" y="242"/>
                  </a:lnTo>
                  <a:lnTo>
                    <a:pt x="4526" y="244"/>
                  </a:lnTo>
                  <a:lnTo>
                    <a:pt x="4517" y="248"/>
                  </a:lnTo>
                  <a:lnTo>
                    <a:pt x="4509" y="254"/>
                  </a:lnTo>
                  <a:lnTo>
                    <a:pt x="4503" y="262"/>
                  </a:lnTo>
                  <a:lnTo>
                    <a:pt x="4496" y="270"/>
                  </a:lnTo>
                  <a:lnTo>
                    <a:pt x="4493" y="276"/>
                  </a:lnTo>
                  <a:lnTo>
                    <a:pt x="4491" y="280"/>
                  </a:lnTo>
                  <a:lnTo>
                    <a:pt x="4488" y="286"/>
                  </a:lnTo>
                  <a:lnTo>
                    <a:pt x="4486" y="292"/>
                  </a:lnTo>
                  <a:lnTo>
                    <a:pt x="4482" y="305"/>
                  </a:lnTo>
                  <a:lnTo>
                    <a:pt x="4477" y="319"/>
                  </a:lnTo>
                  <a:lnTo>
                    <a:pt x="4474" y="337"/>
                  </a:lnTo>
                  <a:lnTo>
                    <a:pt x="4471" y="355"/>
                  </a:lnTo>
                  <a:lnTo>
                    <a:pt x="4470" y="375"/>
                  </a:lnTo>
                  <a:lnTo>
                    <a:pt x="4468" y="395"/>
                  </a:lnTo>
                  <a:lnTo>
                    <a:pt x="4468" y="417"/>
                  </a:lnTo>
                  <a:lnTo>
                    <a:pt x="4467" y="443"/>
                  </a:lnTo>
                  <a:lnTo>
                    <a:pt x="4467" y="509"/>
                  </a:lnTo>
                  <a:lnTo>
                    <a:pt x="4468" y="533"/>
                  </a:lnTo>
                  <a:lnTo>
                    <a:pt x="4468" y="555"/>
                  </a:lnTo>
                  <a:lnTo>
                    <a:pt x="4470" y="575"/>
                  </a:lnTo>
                  <a:lnTo>
                    <a:pt x="4471" y="595"/>
                  </a:lnTo>
                  <a:lnTo>
                    <a:pt x="4474" y="613"/>
                  </a:lnTo>
                  <a:lnTo>
                    <a:pt x="4477" y="631"/>
                  </a:lnTo>
                  <a:lnTo>
                    <a:pt x="4480" y="647"/>
                  </a:lnTo>
                  <a:lnTo>
                    <a:pt x="4485" y="659"/>
                  </a:lnTo>
                  <a:lnTo>
                    <a:pt x="4490" y="673"/>
                  </a:lnTo>
                  <a:lnTo>
                    <a:pt x="4496" y="683"/>
                  </a:lnTo>
                  <a:lnTo>
                    <a:pt x="4502" y="693"/>
                  </a:lnTo>
                  <a:lnTo>
                    <a:pt x="4505" y="697"/>
                  </a:lnTo>
                  <a:lnTo>
                    <a:pt x="4509" y="701"/>
                  </a:lnTo>
                  <a:lnTo>
                    <a:pt x="4513" y="703"/>
                  </a:lnTo>
                  <a:lnTo>
                    <a:pt x="4517" y="707"/>
                  </a:lnTo>
                  <a:lnTo>
                    <a:pt x="4525" y="711"/>
                  </a:lnTo>
                  <a:lnTo>
                    <a:pt x="4535" y="713"/>
                  </a:lnTo>
                  <a:lnTo>
                    <a:pt x="4545" y="713"/>
                  </a:lnTo>
                  <a:lnTo>
                    <a:pt x="4563" y="713"/>
                  </a:lnTo>
                  <a:lnTo>
                    <a:pt x="4582" y="709"/>
                  </a:lnTo>
                  <a:lnTo>
                    <a:pt x="4600" y="705"/>
                  </a:lnTo>
                  <a:lnTo>
                    <a:pt x="4615" y="701"/>
                  </a:lnTo>
                  <a:lnTo>
                    <a:pt x="4615" y="254"/>
                  </a:lnTo>
                  <a:close/>
                  <a:moveTo>
                    <a:pt x="4629" y="735"/>
                  </a:moveTo>
                  <a:lnTo>
                    <a:pt x="4611" y="741"/>
                  </a:lnTo>
                  <a:lnTo>
                    <a:pt x="4600" y="745"/>
                  </a:lnTo>
                  <a:lnTo>
                    <a:pt x="4590" y="747"/>
                  </a:lnTo>
                  <a:lnTo>
                    <a:pt x="4567" y="751"/>
                  </a:lnTo>
                  <a:lnTo>
                    <a:pt x="4545" y="753"/>
                  </a:lnTo>
                  <a:lnTo>
                    <a:pt x="4532" y="753"/>
                  </a:lnTo>
                  <a:lnTo>
                    <a:pt x="4521" y="749"/>
                  </a:lnTo>
                  <a:lnTo>
                    <a:pt x="4510" y="743"/>
                  </a:lnTo>
                  <a:lnTo>
                    <a:pt x="4505" y="739"/>
                  </a:lnTo>
                  <a:lnTo>
                    <a:pt x="4500" y="735"/>
                  </a:lnTo>
                  <a:lnTo>
                    <a:pt x="4491" y="725"/>
                  </a:lnTo>
                  <a:lnTo>
                    <a:pt x="4483" y="715"/>
                  </a:lnTo>
                  <a:lnTo>
                    <a:pt x="4478" y="707"/>
                  </a:lnTo>
                  <a:lnTo>
                    <a:pt x="4475" y="701"/>
                  </a:lnTo>
                  <a:lnTo>
                    <a:pt x="4468" y="685"/>
                  </a:lnTo>
                  <a:lnTo>
                    <a:pt x="4463" y="669"/>
                  </a:lnTo>
                  <a:lnTo>
                    <a:pt x="4458" y="649"/>
                  </a:lnTo>
                  <a:lnTo>
                    <a:pt x="4454" y="629"/>
                  </a:lnTo>
                  <a:lnTo>
                    <a:pt x="4451" y="607"/>
                  </a:lnTo>
                  <a:lnTo>
                    <a:pt x="4448" y="585"/>
                  </a:lnTo>
                  <a:lnTo>
                    <a:pt x="4447" y="561"/>
                  </a:lnTo>
                  <a:lnTo>
                    <a:pt x="4445" y="535"/>
                  </a:lnTo>
                  <a:lnTo>
                    <a:pt x="4445" y="509"/>
                  </a:lnTo>
                  <a:lnTo>
                    <a:pt x="4445" y="443"/>
                  </a:lnTo>
                  <a:lnTo>
                    <a:pt x="4446" y="413"/>
                  </a:lnTo>
                  <a:lnTo>
                    <a:pt x="4447" y="387"/>
                  </a:lnTo>
                  <a:lnTo>
                    <a:pt x="4449" y="361"/>
                  </a:lnTo>
                  <a:lnTo>
                    <a:pt x="4451" y="337"/>
                  </a:lnTo>
                  <a:lnTo>
                    <a:pt x="4455" y="315"/>
                  </a:lnTo>
                  <a:lnTo>
                    <a:pt x="4459" y="298"/>
                  </a:lnTo>
                  <a:lnTo>
                    <a:pt x="4464" y="280"/>
                  </a:lnTo>
                  <a:lnTo>
                    <a:pt x="4470" y="264"/>
                  </a:lnTo>
                  <a:lnTo>
                    <a:pt x="4473" y="256"/>
                  </a:lnTo>
                  <a:lnTo>
                    <a:pt x="4476" y="248"/>
                  </a:lnTo>
                  <a:lnTo>
                    <a:pt x="4485" y="236"/>
                  </a:lnTo>
                  <a:lnTo>
                    <a:pt x="4489" y="232"/>
                  </a:lnTo>
                  <a:lnTo>
                    <a:pt x="4493" y="226"/>
                  </a:lnTo>
                  <a:lnTo>
                    <a:pt x="4502" y="218"/>
                  </a:lnTo>
                  <a:lnTo>
                    <a:pt x="4506" y="214"/>
                  </a:lnTo>
                  <a:lnTo>
                    <a:pt x="4511" y="212"/>
                  </a:lnTo>
                  <a:lnTo>
                    <a:pt x="4522" y="206"/>
                  </a:lnTo>
                  <a:lnTo>
                    <a:pt x="4527" y="204"/>
                  </a:lnTo>
                  <a:lnTo>
                    <a:pt x="4533" y="204"/>
                  </a:lnTo>
                  <a:lnTo>
                    <a:pt x="4545" y="202"/>
                  </a:lnTo>
                  <a:lnTo>
                    <a:pt x="4561" y="204"/>
                  </a:lnTo>
                  <a:lnTo>
                    <a:pt x="4580" y="206"/>
                  </a:lnTo>
                  <a:lnTo>
                    <a:pt x="4598" y="212"/>
                  </a:lnTo>
                  <a:lnTo>
                    <a:pt x="4615" y="218"/>
                  </a:lnTo>
                  <a:lnTo>
                    <a:pt x="4615" y="20"/>
                  </a:lnTo>
                  <a:lnTo>
                    <a:pt x="4615" y="16"/>
                  </a:lnTo>
                  <a:lnTo>
                    <a:pt x="4615" y="12"/>
                  </a:lnTo>
                  <a:lnTo>
                    <a:pt x="4617" y="6"/>
                  </a:lnTo>
                  <a:lnTo>
                    <a:pt x="4618" y="4"/>
                  </a:lnTo>
                  <a:lnTo>
                    <a:pt x="4620" y="2"/>
                  </a:lnTo>
                  <a:lnTo>
                    <a:pt x="4623" y="0"/>
                  </a:lnTo>
                  <a:lnTo>
                    <a:pt x="4628" y="0"/>
                  </a:lnTo>
                  <a:lnTo>
                    <a:pt x="4632" y="2"/>
                  </a:lnTo>
                  <a:lnTo>
                    <a:pt x="4635" y="6"/>
                  </a:lnTo>
                  <a:lnTo>
                    <a:pt x="4636" y="12"/>
                  </a:lnTo>
                  <a:lnTo>
                    <a:pt x="4637" y="20"/>
                  </a:lnTo>
                  <a:lnTo>
                    <a:pt x="4637" y="715"/>
                  </a:lnTo>
                  <a:lnTo>
                    <a:pt x="4637" y="723"/>
                  </a:lnTo>
                  <a:lnTo>
                    <a:pt x="4636" y="725"/>
                  </a:lnTo>
                  <a:lnTo>
                    <a:pt x="4635" y="727"/>
                  </a:lnTo>
                  <a:lnTo>
                    <a:pt x="4633" y="731"/>
                  </a:lnTo>
                  <a:lnTo>
                    <a:pt x="4629" y="735"/>
                  </a:lnTo>
                  <a:close/>
                  <a:moveTo>
                    <a:pt x="177" y="747"/>
                  </a:moveTo>
                  <a:lnTo>
                    <a:pt x="61" y="747"/>
                  </a:lnTo>
                  <a:lnTo>
                    <a:pt x="54" y="747"/>
                  </a:lnTo>
                  <a:lnTo>
                    <a:pt x="48" y="745"/>
                  </a:lnTo>
                  <a:lnTo>
                    <a:pt x="41" y="745"/>
                  </a:lnTo>
                  <a:lnTo>
                    <a:pt x="36" y="741"/>
                  </a:lnTo>
                  <a:lnTo>
                    <a:pt x="30" y="739"/>
                  </a:lnTo>
                  <a:lnTo>
                    <a:pt x="28" y="737"/>
                  </a:lnTo>
                  <a:lnTo>
                    <a:pt x="25" y="733"/>
                  </a:lnTo>
                  <a:lnTo>
                    <a:pt x="21" y="729"/>
                  </a:lnTo>
                  <a:lnTo>
                    <a:pt x="16" y="723"/>
                  </a:lnTo>
                  <a:lnTo>
                    <a:pt x="13" y="715"/>
                  </a:lnTo>
                  <a:lnTo>
                    <a:pt x="9" y="707"/>
                  </a:lnTo>
                  <a:lnTo>
                    <a:pt x="7" y="699"/>
                  </a:lnTo>
                  <a:lnTo>
                    <a:pt x="4" y="687"/>
                  </a:lnTo>
                  <a:lnTo>
                    <a:pt x="3" y="677"/>
                  </a:lnTo>
                  <a:lnTo>
                    <a:pt x="1" y="663"/>
                  </a:lnTo>
                  <a:lnTo>
                    <a:pt x="1" y="649"/>
                  </a:lnTo>
                  <a:lnTo>
                    <a:pt x="0" y="635"/>
                  </a:lnTo>
                  <a:lnTo>
                    <a:pt x="0" y="20"/>
                  </a:lnTo>
                  <a:lnTo>
                    <a:pt x="0" y="16"/>
                  </a:lnTo>
                  <a:lnTo>
                    <a:pt x="1" y="12"/>
                  </a:lnTo>
                  <a:lnTo>
                    <a:pt x="3" y="6"/>
                  </a:lnTo>
                  <a:lnTo>
                    <a:pt x="4" y="4"/>
                  </a:lnTo>
                  <a:lnTo>
                    <a:pt x="5" y="2"/>
                  </a:lnTo>
                  <a:lnTo>
                    <a:pt x="9" y="0"/>
                  </a:lnTo>
                  <a:lnTo>
                    <a:pt x="14" y="0"/>
                  </a:lnTo>
                  <a:lnTo>
                    <a:pt x="17" y="2"/>
                  </a:lnTo>
                  <a:lnTo>
                    <a:pt x="20" y="6"/>
                  </a:lnTo>
                  <a:lnTo>
                    <a:pt x="22" y="12"/>
                  </a:lnTo>
                  <a:lnTo>
                    <a:pt x="22" y="20"/>
                  </a:lnTo>
                  <a:lnTo>
                    <a:pt x="22" y="635"/>
                  </a:lnTo>
                  <a:lnTo>
                    <a:pt x="23" y="645"/>
                  </a:lnTo>
                  <a:lnTo>
                    <a:pt x="23" y="655"/>
                  </a:lnTo>
                  <a:lnTo>
                    <a:pt x="24" y="665"/>
                  </a:lnTo>
                  <a:lnTo>
                    <a:pt x="25" y="671"/>
                  </a:lnTo>
                  <a:lnTo>
                    <a:pt x="27" y="679"/>
                  </a:lnTo>
                  <a:lnTo>
                    <a:pt x="28" y="685"/>
                  </a:lnTo>
                  <a:lnTo>
                    <a:pt x="30" y="689"/>
                  </a:lnTo>
                  <a:lnTo>
                    <a:pt x="33" y="693"/>
                  </a:lnTo>
                  <a:lnTo>
                    <a:pt x="35" y="697"/>
                  </a:lnTo>
                  <a:lnTo>
                    <a:pt x="38" y="699"/>
                  </a:lnTo>
                  <a:lnTo>
                    <a:pt x="45" y="703"/>
                  </a:lnTo>
                  <a:lnTo>
                    <a:pt x="53" y="705"/>
                  </a:lnTo>
                  <a:lnTo>
                    <a:pt x="61" y="705"/>
                  </a:lnTo>
                  <a:lnTo>
                    <a:pt x="177" y="705"/>
                  </a:lnTo>
                  <a:lnTo>
                    <a:pt x="181" y="707"/>
                  </a:lnTo>
                  <a:lnTo>
                    <a:pt x="182" y="709"/>
                  </a:lnTo>
                  <a:lnTo>
                    <a:pt x="184" y="711"/>
                  </a:lnTo>
                  <a:lnTo>
                    <a:pt x="186" y="715"/>
                  </a:lnTo>
                  <a:lnTo>
                    <a:pt x="186" y="719"/>
                  </a:lnTo>
                  <a:lnTo>
                    <a:pt x="187" y="723"/>
                  </a:lnTo>
                  <a:lnTo>
                    <a:pt x="187" y="731"/>
                  </a:lnTo>
                  <a:lnTo>
                    <a:pt x="186" y="733"/>
                  </a:lnTo>
                  <a:lnTo>
                    <a:pt x="186" y="737"/>
                  </a:lnTo>
                  <a:lnTo>
                    <a:pt x="184" y="743"/>
                  </a:lnTo>
                  <a:lnTo>
                    <a:pt x="181" y="745"/>
                  </a:lnTo>
                  <a:lnTo>
                    <a:pt x="177" y="747"/>
                  </a:lnTo>
                  <a:close/>
                  <a:moveTo>
                    <a:pt x="433" y="487"/>
                  </a:moveTo>
                  <a:lnTo>
                    <a:pt x="263" y="487"/>
                  </a:lnTo>
                  <a:lnTo>
                    <a:pt x="263" y="509"/>
                  </a:lnTo>
                  <a:lnTo>
                    <a:pt x="263" y="539"/>
                  </a:lnTo>
                  <a:lnTo>
                    <a:pt x="264" y="553"/>
                  </a:lnTo>
                  <a:lnTo>
                    <a:pt x="265" y="565"/>
                  </a:lnTo>
                  <a:lnTo>
                    <a:pt x="266" y="579"/>
                  </a:lnTo>
                  <a:lnTo>
                    <a:pt x="267" y="591"/>
                  </a:lnTo>
                  <a:lnTo>
                    <a:pt x="270" y="613"/>
                  </a:lnTo>
                  <a:lnTo>
                    <a:pt x="274" y="631"/>
                  </a:lnTo>
                  <a:lnTo>
                    <a:pt x="279" y="647"/>
                  </a:lnTo>
                  <a:lnTo>
                    <a:pt x="284" y="663"/>
                  </a:lnTo>
                  <a:lnTo>
                    <a:pt x="287" y="669"/>
                  </a:lnTo>
                  <a:lnTo>
                    <a:pt x="290" y="675"/>
                  </a:lnTo>
                  <a:lnTo>
                    <a:pt x="293" y="681"/>
                  </a:lnTo>
                  <a:lnTo>
                    <a:pt x="296" y="685"/>
                  </a:lnTo>
                  <a:lnTo>
                    <a:pt x="303" y="693"/>
                  </a:lnTo>
                  <a:lnTo>
                    <a:pt x="311" y="701"/>
                  </a:lnTo>
                  <a:lnTo>
                    <a:pt x="319" y="705"/>
                  </a:lnTo>
                  <a:lnTo>
                    <a:pt x="327" y="709"/>
                  </a:lnTo>
                  <a:lnTo>
                    <a:pt x="336" y="713"/>
                  </a:lnTo>
                  <a:lnTo>
                    <a:pt x="345" y="713"/>
                  </a:lnTo>
                  <a:lnTo>
                    <a:pt x="354" y="713"/>
                  </a:lnTo>
                  <a:lnTo>
                    <a:pt x="372" y="713"/>
                  </a:lnTo>
                  <a:lnTo>
                    <a:pt x="390" y="709"/>
                  </a:lnTo>
                  <a:lnTo>
                    <a:pt x="410" y="703"/>
                  </a:lnTo>
                  <a:lnTo>
                    <a:pt x="429" y="697"/>
                  </a:lnTo>
                  <a:lnTo>
                    <a:pt x="431" y="697"/>
                  </a:lnTo>
                  <a:lnTo>
                    <a:pt x="432" y="697"/>
                  </a:lnTo>
                  <a:lnTo>
                    <a:pt x="436" y="697"/>
                  </a:lnTo>
                  <a:lnTo>
                    <a:pt x="437" y="699"/>
                  </a:lnTo>
                  <a:lnTo>
                    <a:pt x="438" y="703"/>
                  </a:lnTo>
                  <a:lnTo>
                    <a:pt x="439" y="705"/>
                  </a:lnTo>
                  <a:lnTo>
                    <a:pt x="439" y="709"/>
                  </a:lnTo>
                  <a:lnTo>
                    <a:pt x="439" y="721"/>
                  </a:lnTo>
                  <a:lnTo>
                    <a:pt x="438" y="725"/>
                  </a:lnTo>
                  <a:lnTo>
                    <a:pt x="437" y="729"/>
                  </a:lnTo>
                  <a:lnTo>
                    <a:pt x="436" y="731"/>
                  </a:lnTo>
                  <a:lnTo>
                    <a:pt x="434" y="733"/>
                  </a:lnTo>
                  <a:lnTo>
                    <a:pt x="430" y="737"/>
                  </a:lnTo>
                  <a:lnTo>
                    <a:pt x="411" y="743"/>
                  </a:lnTo>
                  <a:lnTo>
                    <a:pt x="391" y="749"/>
                  </a:lnTo>
                  <a:lnTo>
                    <a:pt x="372" y="751"/>
                  </a:lnTo>
                  <a:lnTo>
                    <a:pt x="354" y="753"/>
                  </a:lnTo>
                  <a:lnTo>
                    <a:pt x="343" y="753"/>
                  </a:lnTo>
                  <a:lnTo>
                    <a:pt x="331" y="751"/>
                  </a:lnTo>
                  <a:lnTo>
                    <a:pt x="320" y="747"/>
                  </a:lnTo>
                  <a:lnTo>
                    <a:pt x="310" y="741"/>
                  </a:lnTo>
                  <a:lnTo>
                    <a:pt x="300" y="735"/>
                  </a:lnTo>
                  <a:lnTo>
                    <a:pt x="295" y="731"/>
                  </a:lnTo>
                  <a:lnTo>
                    <a:pt x="291" y="727"/>
                  </a:lnTo>
                  <a:lnTo>
                    <a:pt x="282" y="715"/>
                  </a:lnTo>
                  <a:lnTo>
                    <a:pt x="274" y="703"/>
                  </a:lnTo>
                  <a:lnTo>
                    <a:pt x="270" y="695"/>
                  </a:lnTo>
                  <a:lnTo>
                    <a:pt x="267" y="687"/>
                  </a:lnTo>
                  <a:lnTo>
                    <a:pt x="260" y="669"/>
                  </a:lnTo>
                  <a:lnTo>
                    <a:pt x="255" y="649"/>
                  </a:lnTo>
                  <a:lnTo>
                    <a:pt x="250" y="627"/>
                  </a:lnTo>
                  <a:lnTo>
                    <a:pt x="248" y="615"/>
                  </a:lnTo>
                  <a:lnTo>
                    <a:pt x="246" y="601"/>
                  </a:lnTo>
                  <a:lnTo>
                    <a:pt x="243" y="573"/>
                  </a:lnTo>
                  <a:lnTo>
                    <a:pt x="241" y="543"/>
                  </a:lnTo>
                  <a:lnTo>
                    <a:pt x="241" y="527"/>
                  </a:lnTo>
                  <a:lnTo>
                    <a:pt x="241" y="509"/>
                  </a:lnTo>
                  <a:lnTo>
                    <a:pt x="241" y="443"/>
                  </a:lnTo>
                  <a:lnTo>
                    <a:pt x="241" y="417"/>
                  </a:lnTo>
                  <a:lnTo>
                    <a:pt x="242" y="391"/>
                  </a:lnTo>
                  <a:lnTo>
                    <a:pt x="245" y="369"/>
                  </a:lnTo>
                  <a:lnTo>
                    <a:pt x="247" y="345"/>
                  </a:lnTo>
                  <a:lnTo>
                    <a:pt x="249" y="335"/>
                  </a:lnTo>
                  <a:lnTo>
                    <a:pt x="251" y="325"/>
                  </a:lnTo>
                  <a:lnTo>
                    <a:pt x="253" y="315"/>
                  </a:lnTo>
                  <a:lnTo>
                    <a:pt x="255" y="305"/>
                  </a:lnTo>
                  <a:lnTo>
                    <a:pt x="258" y="296"/>
                  </a:lnTo>
                  <a:lnTo>
                    <a:pt x="261" y="288"/>
                  </a:lnTo>
                  <a:lnTo>
                    <a:pt x="267" y="270"/>
                  </a:lnTo>
                  <a:lnTo>
                    <a:pt x="274" y="256"/>
                  </a:lnTo>
                  <a:lnTo>
                    <a:pt x="281" y="242"/>
                  </a:lnTo>
                  <a:lnTo>
                    <a:pt x="289" y="230"/>
                  </a:lnTo>
                  <a:lnTo>
                    <a:pt x="299" y="220"/>
                  </a:lnTo>
                  <a:lnTo>
                    <a:pt x="308" y="212"/>
                  </a:lnTo>
                  <a:lnTo>
                    <a:pt x="319" y="208"/>
                  </a:lnTo>
                  <a:lnTo>
                    <a:pt x="330" y="204"/>
                  </a:lnTo>
                  <a:lnTo>
                    <a:pt x="336" y="202"/>
                  </a:lnTo>
                  <a:lnTo>
                    <a:pt x="343" y="202"/>
                  </a:lnTo>
                  <a:lnTo>
                    <a:pt x="355" y="204"/>
                  </a:lnTo>
                  <a:lnTo>
                    <a:pt x="361" y="204"/>
                  </a:lnTo>
                  <a:lnTo>
                    <a:pt x="367" y="206"/>
                  </a:lnTo>
                  <a:lnTo>
                    <a:pt x="378" y="212"/>
                  </a:lnTo>
                  <a:lnTo>
                    <a:pt x="383" y="216"/>
                  </a:lnTo>
                  <a:lnTo>
                    <a:pt x="387" y="220"/>
                  </a:lnTo>
                  <a:lnTo>
                    <a:pt x="397" y="230"/>
                  </a:lnTo>
                  <a:lnTo>
                    <a:pt x="405" y="240"/>
                  </a:lnTo>
                  <a:lnTo>
                    <a:pt x="412" y="254"/>
                  </a:lnTo>
                  <a:lnTo>
                    <a:pt x="416" y="260"/>
                  </a:lnTo>
                  <a:lnTo>
                    <a:pt x="419" y="268"/>
                  </a:lnTo>
                  <a:lnTo>
                    <a:pt x="424" y="286"/>
                  </a:lnTo>
                  <a:lnTo>
                    <a:pt x="429" y="303"/>
                  </a:lnTo>
                  <a:lnTo>
                    <a:pt x="433" y="323"/>
                  </a:lnTo>
                  <a:lnTo>
                    <a:pt x="437" y="343"/>
                  </a:lnTo>
                  <a:lnTo>
                    <a:pt x="439" y="365"/>
                  </a:lnTo>
                  <a:lnTo>
                    <a:pt x="441" y="389"/>
                  </a:lnTo>
                  <a:lnTo>
                    <a:pt x="442" y="415"/>
                  </a:lnTo>
                  <a:lnTo>
                    <a:pt x="443" y="441"/>
                  </a:lnTo>
                  <a:lnTo>
                    <a:pt x="443" y="469"/>
                  </a:lnTo>
                  <a:lnTo>
                    <a:pt x="443" y="473"/>
                  </a:lnTo>
                  <a:lnTo>
                    <a:pt x="442" y="475"/>
                  </a:lnTo>
                  <a:lnTo>
                    <a:pt x="440" y="483"/>
                  </a:lnTo>
                  <a:lnTo>
                    <a:pt x="437" y="487"/>
                  </a:lnTo>
                  <a:lnTo>
                    <a:pt x="433" y="487"/>
                  </a:lnTo>
                  <a:close/>
                  <a:moveTo>
                    <a:pt x="421" y="441"/>
                  </a:moveTo>
                  <a:lnTo>
                    <a:pt x="420" y="417"/>
                  </a:lnTo>
                  <a:lnTo>
                    <a:pt x="420" y="397"/>
                  </a:lnTo>
                  <a:lnTo>
                    <a:pt x="418" y="375"/>
                  </a:lnTo>
                  <a:lnTo>
                    <a:pt x="416" y="357"/>
                  </a:lnTo>
                  <a:lnTo>
                    <a:pt x="414" y="339"/>
                  </a:lnTo>
                  <a:lnTo>
                    <a:pt x="411" y="321"/>
                  </a:lnTo>
                  <a:lnTo>
                    <a:pt x="409" y="315"/>
                  </a:lnTo>
                  <a:lnTo>
                    <a:pt x="407" y="307"/>
                  </a:lnTo>
                  <a:lnTo>
                    <a:pt x="403" y="294"/>
                  </a:lnTo>
                  <a:lnTo>
                    <a:pt x="400" y="288"/>
                  </a:lnTo>
                  <a:lnTo>
                    <a:pt x="398" y="282"/>
                  </a:lnTo>
                  <a:lnTo>
                    <a:pt x="395" y="276"/>
                  </a:lnTo>
                  <a:lnTo>
                    <a:pt x="392" y="272"/>
                  </a:lnTo>
                  <a:lnTo>
                    <a:pt x="389" y="266"/>
                  </a:lnTo>
                  <a:lnTo>
                    <a:pt x="386" y="262"/>
                  </a:lnTo>
                  <a:lnTo>
                    <a:pt x="379" y="256"/>
                  </a:lnTo>
                  <a:lnTo>
                    <a:pt x="371" y="250"/>
                  </a:lnTo>
                  <a:lnTo>
                    <a:pt x="362" y="246"/>
                  </a:lnTo>
                  <a:lnTo>
                    <a:pt x="353" y="242"/>
                  </a:lnTo>
                  <a:lnTo>
                    <a:pt x="343" y="242"/>
                  </a:lnTo>
                  <a:lnTo>
                    <a:pt x="332" y="242"/>
                  </a:lnTo>
                  <a:lnTo>
                    <a:pt x="328" y="244"/>
                  </a:lnTo>
                  <a:lnTo>
                    <a:pt x="323" y="246"/>
                  </a:lnTo>
                  <a:lnTo>
                    <a:pt x="314" y="250"/>
                  </a:lnTo>
                  <a:lnTo>
                    <a:pt x="307" y="256"/>
                  </a:lnTo>
                  <a:lnTo>
                    <a:pt x="299" y="264"/>
                  </a:lnTo>
                  <a:lnTo>
                    <a:pt x="293" y="274"/>
                  </a:lnTo>
                  <a:lnTo>
                    <a:pt x="287" y="284"/>
                  </a:lnTo>
                  <a:lnTo>
                    <a:pt x="282" y="298"/>
                  </a:lnTo>
                  <a:lnTo>
                    <a:pt x="277" y="311"/>
                  </a:lnTo>
                  <a:lnTo>
                    <a:pt x="275" y="317"/>
                  </a:lnTo>
                  <a:lnTo>
                    <a:pt x="273" y="325"/>
                  </a:lnTo>
                  <a:lnTo>
                    <a:pt x="270" y="343"/>
                  </a:lnTo>
                  <a:lnTo>
                    <a:pt x="268" y="361"/>
                  </a:lnTo>
                  <a:lnTo>
                    <a:pt x="266" y="379"/>
                  </a:lnTo>
                  <a:lnTo>
                    <a:pt x="264" y="399"/>
                  </a:lnTo>
                  <a:lnTo>
                    <a:pt x="263" y="421"/>
                  </a:lnTo>
                  <a:lnTo>
                    <a:pt x="263" y="443"/>
                  </a:lnTo>
                  <a:lnTo>
                    <a:pt x="421" y="447"/>
                  </a:lnTo>
                  <a:lnTo>
                    <a:pt x="421" y="441"/>
                  </a:lnTo>
                  <a:close/>
                  <a:moveTo>
                    <a:pt x="649" y="751"/>
                  </a:moveTo>
                  <a:lnTo>
                    <a:pt x="636" y="753"/>
                  </a:lnTo>
                  <a:lnTo>
                    <a:pt x="622" y="753"/>
                  </a:lnTo>
                  <a:lnTo>
                    <a:pt x="610" y="753"/>
                  </a:lnTo>
                  <a:lnTo>
                    <a:pt x="598" y="749"/>
                  </a:lnTo>
                  <a:lnTo>
                    <a:pt x="593" y="745"/>
                  </a:lnTo>
                  <a:lnTo>
                    <a:pt x="589" y="741"/>
                  </a:lnTo>
                  <a:lnTo>
                    <a:pt x="584" y="737"/>
                  </a:lnTo>
                  <a:lnTo>
                    <a:pt x="581" y="731"/>
                  </a:lnTo>
                  <a:lnTo>
                    <a:pt x="577" y="725"/>
                  </a:lnTo>
                  <a:lnTo>
                    <a:pt x="574" y="717"/>
                  </a:lnTo>
                  <a:lnTo>
                    <a:pt x="571" y="709"/>
                  </a:lnTo>
                  <a:lnTo>
                    <a:pt x="569" y="699"/>
                  </a:lnTo>
                  <a:lnTo>
                    <a:pt x="568" y="687"/>
                  </a:lnTo>
                  <a:lnTo>
                    <a:pt x="566" y="675"/>
                  </a:lnTo>
                  <a:lnTo>
                    <a:pt x="566" y="659"/>
                  </a:lnTo>
                  <a:lnTo>
                    <a:pt x="565" y="645"/>
                  </a:lnTo>
                  <a:lnTo>
                    <a:pt x="565" y="248"/>
                  </a:lnTo>
                  <a:lnTo>
                    <a:pt x="516" y="248"/>
                  </a:lnTo>
                  <a:lnTo>
                    <a:pt x="512" y="248"/>
                  </a:lnTo>
                  <a:lnTo>
                    <a:pt x="510" y="246"/>
                  </a:lnTo>
                  <a:lnTo>
                    <a:pt x="509" y="244"/>
                  </a:lnTo>
                  <a:lnTo>
                    <a:pt x="507" y="240"/>
                  </a:lnTo>
                  <a:lnTo>
                    <a:pt x="506" y="236"/>
                  </a:lnTo>
                  <a:lnTo>
                    <a:pt x="506" y="232"/>
                  </a:lnTo>
                  <a:lnTo>
                    <a:pt x="506" y="222"/>
                  </a:lnTo>
                  <a:lnTo>
                    <a:pt x="506" y="220"/>
                  </a:lnTo>
                  <a:lnTo>
                    <a:pt x="507" y="216"/>
                  </a:lnTo>
                  <a:lnTo>
                    <a:pt x="508" y="214"/>
                  </a:lnTo>
                  <a:lnTo>
                    <a:pt x="509" y="212"/>
                  </a:lnTo>
                  <a:lnTo>
                    <a:pt x="510" y="210"/>
                  </a:lnTo>
                  <a:lnTo>
                    <a:pt x="512" y="208"/>
                  </a:lnTo>
                  <a:lnTo>
                    <a:pt x="516" y="208"/>
                  </a:lnTo>
                  <a:lnTo>
                    <a:pt x="565" y="208"/>
                  </a:lnTo>
                  <a:lnTo>
                    <a:pt x="565" y="104"/>
                  </a:lnTo>
                  <a:lnTo>
                    <a:pt x="566" y="96"/>
                  </a:lnTo>
                  <a:lnTo>
                    <a:pt x="567" y="94"/>
                  </a:lnTo>
                  <a:lnTo>
                    <a:pt x="568" y="90"/>
                  </a:lnTo>
                  <a:lnTo>
                    <a:pt x="569" y="88"/>
                  </a:lnTo>
                  <a:lnTo>
                    <a:pt x="570" y="86"/>
                  </a:lnTo>
                  <a:lnTo>
                    <a:pt x="572" y="86"/>
                  </a:lnTo>
                  <a:lnTo>
                    <a:pt x="574" y="84"/>
                  </a:lnTo>
                  <a:lnTo>
                    <a:pt x="580" y="84"/>
                  </a:lnTo>
                  <a:lnTo>
                    <a:pt x="583" y="86"/>
                  </a:lnTo>
                  <a:lnTo>
                    <a:pt x="585" y="90"/>
                  </a:lnTo>
                  <a:lnTo>
                    <a:pt x="587" y="96"/>
                  </a:lnTo>
                  <a:lnTo>
                    <a:pt x="588" y="104"/>
                  </a:lnTo>
                  <a:lnTo>
                    <a:pt x="588" y="208"/>
                  </a:lnTo>
                  <a:lnTo>
                    <a:pt x="648" y="208"/>
                  </a:lnTo>
                  <a:lnTo>
                    <a:pt x="651" y="208"/>
                  </a:lnTo>
                  <a:lnTo>
                    <a:pt x="653" y="210"/>
                  </a:lnTo>
                  <a:lnTo>
                    <a:pt x="654" y="212"/>
                  </a:lnTo>
                  <a:lnTo>
                    <a:pt x="656" y="216"/>
                  </a:lnTo>
                  <a:lnTo>
                    <a:pt x="657" y="220"/>
                  </a:lnTo>
                  <a:lnTo>
                    <a:pt x="657" y="222"/>
                  </a:lnTo>
                  <a:lnTo>
                    <a:pt x="657" y="232"/>
                  </a:lnTo>
                  <a:lnTo>
                    <a:pt x="657" y="236"/>
                  </a:lnTo>
                  <a:lnTo>
                    <a:pt x="656" y="240"/>
                  </a:lnTo>
                  <a:lnTo>
                    <a:pt x="654" y="244"/>
                  </a:lnTo>
                  <a:lnTo>
                    <a:pt x="653" y="246"/>
                  </a:lnTo>
                  <a:lnTo>
                    <a:pt x="651" y="248"/>
                  </a:lnTo>
                  <a:lnTo>
                    <a:pt x="648" y="248"/>
                  </a:lnTo>
                  <a:lnTo>
                    <a:pt x="588" y="248"/>
                  </a:lnTo>
                  <a:lnTo>
                    <a:pt x="588" y="645"/>
                  </a:lnTo>
                  <a:lnTo>
                    <a:pt x="588" y="665"/>
                  </a:lnTo>
                  <a:lnTo>
                    <a:pt x="590" y="681"/>
                  </a:lnTo>
                  <a:lnTo>
                    <a:pt x="593" y="693"/>
                  </a:lnTo>
                  <a:lnTo>
                    <a:pt x="595" y="697"/>
                  </a:lnTo>
                  <a:lnTo>
                    <a:pt x="597" y="701"/>
                  </a:lnTo>
                  <a:lnTo>
                    <a:pt x="599" y="705"/>
                  </a:lnTo>
                  <a:lnTo>
                    <a:pt x="602" y="707"/>
                  </a:lnTo>
                  <a:lnTo>
                    <a:pt x="605" y="711"/>
                  </a:lnTo>
                  <a:lnTo>
                    <a:pt x="608" y="711"/>
                  </a:lnTo>
                  <a:lnTo>
                    <a:pt x="615" y="713"/>
                  </a:lnTo>
                  <a:lnTo>
                    <a:pt x="622" y="713"/>
                  </a:lnTo>
                  <a:lnTo>
                    <a:pt x="647" y="713"/>
                  </a:lnTo>
                  <a:lnTo>
                    <a:pt x="651" y="715"/>
                  </a:lnTo>
                  <a:lnTo>
                    <a:pt x="655" y="717"/>
                  </a:lnTo>
                  <a:lnTo>
                    <a:pt x="656" y="719"/>
                  </a:lnTo>
                  <a:lnTo>
                    <a:pt x="657" y="723"/>
                  </a:lnTo>
                  <a:lnTo>
                    <a:pt x="657" y="725"/>
                  </a:lnTo>
                  <a:lnTo>
                    <a:pt x="657" y="729"/>
                  </a:lnTo>
                  <a:lnTo>
                    <a:pt x="657" y="737"/>
                  </a:lnTo>
                  <a:lnTo>
                    <a:pt x="655" y="743"/>
                  </a:lnTo>
                  <a:lnTo>
                    <a:pt x="654" y="747"/>
                  </a:lnTo>
                  <a:lnTo>
                    <a:pt x="653" y="747"/>
                  </a:lnTo>
                  <a:lnTo>
                    <a:pt x="649" y="751"/>
                  </a:lnTo>
                  <a:close/>
                  <a:moveTo>
                    <a:pt x="767" y="20"/>
                  </a:moveTo>
                  <a:lnTo>
                    <a:pt x="743" y="192"/>
                  </a:lnTo>
                  <a:lnTo>
                    <a:pt x="742" y="202"/>
                  </a:lnTo>
                  <a:lnTo>
                    <a:pt x="740" y="208"/>
                  </a:lnTo>
                  <a:lnTo>
                    <a:pt x="737" y="210"/>
                  </a:lnTo>
                  <a:lnTo>
                    <a:pt x="734" y="212"/>
                  </a:lnTo>
                  <a:lnTo>
                    <a:pt x="726" y="212"/>
                  </a:lnTo>
                  <a:lnTo>
                    <a:pt x="724" y="210"/>
                  </a:lnTo>
                  <a:lnTo>
                    <a:pt x="722" y="208"/>
                  </a:lnTo>
                  <a:lnTo>
                    <a:pt x="722" y="206"/>
                  </a:lnTo>
                  <a:lnTo>
                    <a:pt x="722" y="202"/>
                  </a:lnTo>
                  <a:lnTo>
                    <a:pt x="722" y="198"/>
                  </a:lnTo>
                  <a:lnTo>
                    <a:pt x="722" y="192"/>
                  </a:lnTo>
                  <a:lnTo>
                    <a:pt x="743" y="20"/>
                  </a:lnTo>
                  <a:lnTo>
                    <a:pt x="744" y="10"/>
                  </a:lnTo>
                  <a:lnTo>
                    <a:pt x="745" y="6"/>
                  </a:lnTo>
                  <a:lnTo>
                    <a:pt x="746" y="4"/>
                  </a:lnTo>
                  <a:lnTo>
                    <a:pt x="749" y="2"/>
                  </a:lnTo>
                  <a:lnTo>
                    <a:pt x="753" y="0"/>
                  </a:lnTo>
                  <a:lnTo>
                    <a:pt x="762" y="0"/>
                  </a:lnTo>
                  <a:lnTo>
                    <a:pt x="765" y="0"/>
                  </a:lnTo>
                  <a:lnTo>
                    <a:pt x="767" y="2"/>
                  </a:lnTo>
                  <a:lnTo>
                    <a:pt x="768" y="6"/>
                  </a:lnTo>
                  <a:lnTo>
                    <a:pt x="768" y="12"/>
                  </a:lnTo>
                  <a:lnTo>
                    <a:pt x="768" y="14"/>
                  </a:lnTo>
                  <a:lnTo>
                    <a:pt x="767" y="20"/>
                  </a:lnTo>
                  <a:close/>
                  <a:moveTo>
                    <a:pt x="898" y="753"/>
                  </a:moveTo>
                  <a:lnTo>
                    <a:pt x="879" y="753"/>
                  </a:lnTo>
                  <a:lnTo>
                    <a:pt x="859" y="749"/>
                  </a:lnTo>
                  <a:lnTo>
                    <a:pt x="841" y="745"/>
                  </a:lnTo>
                  <a:lnTo>
                    <a:pt x="825" y="739"/>
                  </a:lnTo>
                  <a:lnTo>
                    <a:pt x="820" y="737"/>
                  </a:lnTo>
                  <a:lnTo>
                    <a:pt x="818" y="735"/>
                  </a:lnTo>
                  <a:lnTo>
                    <a:pt x="817" y="735"/>
                  </a:lnTo>
                  <a:lnTo>
                    <a:pt x="815" y="733"/>
                  </a:lnTo>
                  <a:lnTo>
                    <a:pt x="814" y="729"/>
                  </a:lnTo>
                  <a:lnTo>
                    <a:pt x="814" y="727"/>
                  </a:lnTo>
                  <a:lnTo>
                    <a:pt x="814" y="723"/>
                  </a:lnTo>
                  <a:lnTo>
                    <a:pt x="814" y="711"/>
                  </a:lnTo>
                  <a:lnTo>
                    <a:pt x="814" y="707"/>
                  </a:lnTo>
                  <a:lnTo>
                    <a:pt x="814" y="705"/>
                  </a:lnTo>
                  <a:lnTo>
                    <a:pt x="816" y="701"/>
                  </a:lnTo>
                  <a:lnTo>
                    <a:pt x="817" y="699"/>
                  </a:lnTo>
                  <a:lnTo>
                    <a:pt x="819" y="699"/>
                  </a:lnTo>
                  <a:lnTo>
                    <a:pt x="820" y="697"/>
                  </a:lnTo>
                  <a:lnTo>
                    <a:pt x="822" y="697"/>
                  </a:lnTo>
                  <a:lnTo>
                    <a:pt x="825" y="697"/>
                  </a:lnTo>
                  <a:lnTo>
                    <a:pt x="844" y="703"/>
                  </a:lnTo>
                  <a:lnTo>
                    <a:pt x="863" y="709"/>
                  </a:lnTo>
                  <a:lnTo>
                    <a:pt x="873" y="711"/>
                  </a:lnTo>
                  <a:lnTo>
                    <a:pt x="882" y="713"/>
                  </a:lnTo>
                  <a:lnTo>
                    <a:pt x="899" y="713"/>
                  </a:lnTo>
                  <a:lnTo>
                    <a:pt x="912" y="713"/>
                  </a:lnTo>
                  <a:lnTo>
                    <a:pt x="918" y="711"/>
                  </a:lnTo>
                  <a:lnTo>
                    <a:pt x="924" y="709"/>
                  </a:lnTo>
                  <a:lnTo>
                    <a:pt x="930" y="707"/>
                  </a:lnTo>
                  <a:lnTo>
                    <a:pt x="935" y="703"/>
                  </a:lnTo>
                  <a:lnTo>
                    <a:pt x="940" y="699"/>
                  </a:lnTo>
                  <a:lnTo>
                    <a:pt x="944" y="695"/>
                  </a:lnTo>
                  <a:lnTo>
                    <a:pt x="948" y="689"/>
                  </a:lnTo>
                  <a:lnTo>
                    <a:pt x="952" y="681"/>
                  </a:lnTo>
                  <a:lnTo>
                    <a:pt x="955" y="673"/>
                  </a:lnTo>
                  <a:lnTo>
                    <a:pt x="958" y="663"/>
                  </a:lnTo>
                  <a:lnTo>
                    <a:pt x="960" y="653"/>
                  </a:lnTo>
                  <a:lnTo>
                    <a:pt x="961" y="641"/>
                  </a:lnTo>
                  <a:lnTo>
                    <a:pt x="962" y="627"/>
                  </a:lnTo>
                  <a:lnTo>
                    <a:pt x="963" y="613"/>
                  </a:lnTo>
                  <a:lnTo>
                    <a:pt x="962" y="599"/>
                  </a:lnTo>
                  <a:lnTo>
                    <a:pt x="960" y="585"/>
                  </a:lnTo>
                  <a:lnTo>
                    <a:pt x="959" y="579"/>
                  </a:lnTo>
                  <a:lnTo>
                    <a:pt x="957" y="573"/>
                  </a:lnTo>
                  <a:lnTo>
                    <a:pt x="952" y="561"/>
                  </a:lnTo>
                  <a:lnTo>
                    <a:pt x="949" y="555"/>
                  </a:lnTo>
                  <a:lnTo>
                    <a:pt x="945" y="547"/>
                  </a:lnTo>
                  <a:lnTo>
                    <a:pt x="935" y="535"/>
                  </a:lnTo>
                  <a:lnTo>
                    <a:pt x="924" y="519"/>
                  </a:lnTo>
                  <a:lnTo>
                    <a:pt x="909" y="503"/>
                  </a:lnTo>
                  <a:lnTo>
                    <a:pt x="877" y="469"/>
                  </a:lnTo>
                  <a:lnTo>
                    <a:pt x="864" y="453"/>
                  </a:lnTo>
                  <a:lnTo>
                    <a:pt x="852" y="439"/>
                  </a:lnTo>
                  <a:lnTo>
                    <a:pt x="841" y="423"/>
                  </a:lnTo>
                  <a:lnTo>
                    <a:pt x="839" y="419"/>
                  </a:lnTo>
                  <a:lnTo>
                    <a:pt x="837" y="415"/>
                  </a:lnTo>
                  <a:lnTo>
                    <a:pt x="832" y="407"/>
                  </a:lnTo>
                  <a:lnTo>
                    <a:pt x="829" y="399"/>
                  </a:lnTo>
                  <a:lnTo>
                    <a:pt x="825" y="389"/>
                  </a:lnTo>
                  <a:lnTo>
                    <a:pt x="823" y="381"/>
                  </a:lnTo>
                  <a:lnTo>
                    <a:pt x="820" y="371"/>
                  </a:lnTo>
                  <a:lnTo>
                    <a:pt x="819" y="361"/>
                  </a:lnTo>
                  <a:lnTo>
                    <a:pt x="817" y="349"/>
                  </a:lnTo>
                  <a:lnTo>
                    <a:pt x="816" y="337"/>
                  </a:lnTo>
                  <a:lnTo>
                    <a:pt x="816" y="325"/>
                  </a:lnTo>
                  <a:lnTo>
                    <a:pt x="817" y="309"/>
                  </a:lnTo>
                  <a:lnTo>
                    <a:pt x="818" y="294"/>
                  </a:lnTo>
                  <a:lnTo>
                    <a:pt x="820" y="280"/>
                  </a:lnTo>
                  <a:lnTo>
                    <a:pt x="823" y="268"/>
                  </a:lnTo>
                  <a:lnTo>
                    <a:pt x="826" y="256"/>
                  </a:lnTo>
                  <a:lnTo>
                    <a:pt x="830" y="246"/>
                  </a:lnTo>
                  <a:lnTo>
                    <a:pt x="835" y="238"/>
                  </a:lnTo>
                  <a:lnTo>
                    <a:pt x="840" y="230"/>
                  </a:lnTo>
                  <a:lnTo>
                    <a:pt x="845" y="222"/>
                  </a:lnTo>
                  <a:lnTo>
                    <a:pt x="851" y="216"/>
                  </a:lnTo>
                  <a:lnTo>
                    <a:pt x="858" y="212"/>
                  </a:lnTo>
                  <a:lnTo>
                    <a:pt x="864" y="208"/>
                  </a:lnTo>
                  <a:lnTo>
                    <a:pt x="871" y="206"/>
                  </a:lnTo>
                  <a:lnTo>
                    <a:pt x="878" y="204"/>
                  </a:lnTo>
                  <a:lnTo>
                    <a:pt x="893" y="202"/>
                  </a:lnTo>
                  <a:lnTo>
                    <a:pt x="917" y="204"/>
                  </a:lnTo>
                  <a:lnTo>
                    <a:pt x="936" y="206"/>
                  </a:lnTo>
                  <a:lnTo>
                    <a:pt x="965" y="212"/>
                  </a:lnTo>
                  <a:lnTo>
                    <a:pt x="970" y="214"/>
                  </a:lnTo>
                  <a:lnTo>
                    <a:pt x="973" y="216"/>
                  </a:lnTo>
                  <a:lnTo>
                    <a:pt x="974" y="218"/>
                  </a:lnTo>
                  <a:lnTo>
                    <a:pt x="975" y="220"/>
                  </a:lnTo>
                  <a:lnTo>
                    <a:pt x="976" y="224"/>
                  </a:lnTo>
                  <a:lnTo>
                    <a:pt x="976" y="228"/>
                  </a:lnTo>
                  <a:lnTo>
                    <a:pt x="976" y="236"/>
                  </a:lnTo>
                  <a:lnTo>
                    <a:pt x="975" y="246"/>
                  </a:lnTo>
                  <a:lnTo>
                    <a:pt x="973" y="252"/>
                  </a:lnTo>
                  <a:lnTo>
                    <a:pt x="970" y="254"/>
                  </a:lnTo>
                  <a:lnTo>
                    <a:pt x="965" y="252"/>
                  </a:lnTo>
                  <a:lnTo>
                    <a:pt x="953" y="250"/>
                  </a:lnTo>
                  <a:lnTo>
                    <a:pt x="936" y="246"/>
                  </a:lnTo>
                  <a:lnTo>
                    <a:pt x="926" y="244"/>
                  </a:lnTo>
                  <a:lnTo>
                    <a:pt x="916" y="244"/>
                  </a:lnTo>
                  <a:lnTo>
                    <a:pt x="895" y="242"/>
                  </a:lnTo>
                  <a:lnTo>
                    <a:pt x="883" y="242"/>
                  </a:lnTo>
                  <a:lnTo>
                    <a:pt x="873" y="244"/>
                  </a:lnTo>
                  <a:lnTo>
                    <a:pt x="868" y="246"/>
                  </a:lnTo>
                  <a:lnTo>
                    <a:pt x="863" y="250"/>
                  </a:lnTo>
                  <a:lnTo>
                    <a:pt x="859" y="254"/>
                  </a:lnTo>
                  <a:lnTo>
                    <a:pt x="855" y="258"/>
                  </a:lnTo>
                  <a:lnTo>
                    <a:pt x="851" y="262"/>
                  </a:lnTo>
                  <a:lnTo>
                    <a:pt x="848" y="268"/>
                  </a:lnTo>
                  <a:lnTo>
                    <a:pt x="845" y="276"/>
                  </a:lnTo>
                  <a:lnTo>
                    <a:pt x="844" y="278"/>
                  </a:lnTo>
                  <a:lnTo>
                    <a:pt x="843" y="282"/>
                  </a:lnTo>
                  <a:lnTo>
                    <a:pt x="841" y="292"/>
                  </a:lnTo>
                  <a:lnTo>
                    <a:pt x="839" y="301"/>
                  </a:lnTo>
                  <a:lnTo>
                    <a:pt x="839" y="313"/>
                  </a:lnTo>
                  <a:lnTo>
                    <a:pt x="838" y="325"/>
                  </a:lnTo>
                  <a:lnTo>
                    <a:pt x="838" y="333"/>
                  </a:lnTo>
                  <a:lnTo>
                    <a:pt x="839" y="341"/>
                  </a:lnTo>
                  <a:lnTo>
                    <a:pt x="840" y="349"/>
                  </a:lnTo>
                  <a:lnTo>
                    <a:pt x="842" y="355"/>
                  </a:lnTo>
                  <a:lnTo>
                    <a:pt x="843" y="363"/>
                  </a:lnTo>
                  <a:lnTo>
                    <a:pt x="846" y="369"/>
                  </a:lnTo>
                  <a:lnTo>
                    <a:pt x="848" y="375"/>
                  </a:lnTo>
                  <a:lnTo>
                    <a:pt x="851" y="381"/>
                  </a:lnTo>
                  <a:lnTo>
                    <a:pt x="858" y="393"/>
                  </a:lnTo>
                  <a:lnTo>
                    <a:pt x="867" y="405"/>
                  </a:lnTo>
                  <a:lnTo>
                    <a:pt x="876" y="417"/>
                  </a:lnTo>
                  <a:lnTo>
                    <a:pt x="887" y="431"/>
                  </a:lnTo>
                  <a:lnTo>
                    <a:pt x="921" y="467"/>
                  </a:lnTo>
                  <a:lnTo>
                    <a:pt x="936" y="485"/>
                  </a:lnTo>
                  <a:lnTo>
                    <a:pt x="948" y="501"/>
                  </a:lnTo>
                  <a:lnTo>
                    <a:pt x="954" y="509"/>
                  </a:lnTo>
                  <a:lnTo>
                    <a:pt x="959" y="517"/>
                  </a:lnTo>
                  <a:lnTo>
                    <a:pt x="968" y="533"/>
                  </a:lnTo>
                  <a:lnTo>
                    <a:pt x="972" y="541"/>
                  </a:lnTo>
                  <a:lnTo>
                    <a:pt x="976" y="551"/>
                  </a:lnTo>
                  <a:lnTo>
                    <a:pt x="978" y="559"/>
                  </a:lnTo>
                  <a:lnTo>
                    <a:pt x="981" y="569"/>
                  </a:lnTo>
                  <a:lnTo>
                    <a:pt x="982" y="579"/>
                  </a:lnTo>
                  <a:lnTo>
                    <a:pt x="984" y="589"/>
                  </a:lnTo>
                  <a:lnTo>
                    <a:pt x="985" y="601"/>
                  </a:lnTo>
                  <a:lnTo>
                    <a:pt x="985" y="613"/>
                  </a:lnTo>
                  <a:lnTo>
                    <a:pt x="984" y="633"/>
                  </a:lnTo>
                  <a:lnTo>
                    <a:pt x="983" y="651"/>
                  </a:lnTo>
                  <a:lnTo>
                    <a:pt x="982" y="659"/>
                  </a:lnTo>
                  <a:lnTo>
                    <a:pt x="981" y="667"/>
                  </a:lnTo>
                  <a:lnTo>
                    <a:pt x="979" y="673"/>
                  </a:lnTo>
                  <a:lnTo>
                    <a:pt x="978" y="681"/>
                  </a:lnTo>
                  <a:lnTo>
                    <a:pt x="974" y="693"/>
                  </a:lnTo>
                  <a:lnTo>
                    <a:pt x="972" y="699"/>
                  </a:lnTo>
                  <a:lnTo>
                    <a:pt x="970" y="705"/>
                  </a:lnTo>
                  <a:lnTo>
                    <a:pt x="964" y="715"/>
                  </a:lnTo>
                  <a:lnTo>
                    <a:pt x="959" y="723"/>
                  </a:lnTo>
                  <a:lnTo>
                    <a:pt x="953" y="731"/>
                  </a:lnTo>
                  <a:lnTo>
                    <a:pt x="946" y="737"/>
                  </a:lnTo>
                  <a:lnTo>
                    <a:pt x="939" y="743"/>
                  </a:lnTo>
                  <a:lnTo>
                    <a:pt x="931" y="747"/>
                  </a:lnTo>
                  <a:lnTo>
                    <a:pt x="923" y="749"/>
                  </a:lnTo>
                  <a:lnTo>
                    <a:pt x="915" y="751"/>
                  </a:lnTo>
                  <a:lnTo>
                    <a:pt x="906" y="753"/>
                  </a:lnTo>
                  <a:lnTo>
                    <a:pt x="898" y="753"/>
                  </a:lnTo>
                  <a:close/>
                  <a:moveTo>
                    <a:pt x="1357" y="745"/>
                  </a:moveTo>
                  <a:lnTo>
                    <a:pt x="1341" y="747"/>
                  </a:lnTo>
                  <a:lnTo>
                    <a:pt x="1324" y="751"/>
                  </a:lnTo>
                  <a:lnTo>
                    <a:pt x="1309" y="753"/>
                  </a:lnTo>
                  <a:lnTo>
                    <a:pt x="1296" y="753"/>
                  </a:lnTo>
                  <a:lnTo>
                    <a:pt x="1283" y="751"/>
                  </a:lnTo>
                  <a:lnTo>
                    <a:pt x="1277" y="751"/>
                  </a:lnTo>
                  <a:lnTo>
                    <a:pt x="1271" y="749"/>
                  </a:lnTo>
                  <a:lnTo>
                    <a:pt x="1265" y="745"/>
                  </a:lnTo>
                  <a:lnTo>
                    <a:pt x="1260" y="743"/>
                  </a:lnTo>
                  <a:lnTo>
                    <a:pt x="1255" y="739"/>
                  </a:lnTo>
                  <a:lnTo>
                    <a:pt x="1250" y="733"/>
                  </a:lnTo>
                  <a:lnTo>
                    <a:pt x="1245" y="729"/>
                  </a:lnTo>
                  <a:lnTo>
                    <a:pt x="1241" y="723"/>
                  </a:lnTo>
                  <a:lnTo>
                    <a:pt x="1233" y="711"/>
                  </a:lnTo>
                  <a:lnTo>
                    <a:pt x="1225" y="697"/>
                  </a:lnTo>
                  <a:lnTo>
                    <a:pt x="1219" y="681"/>
                  </a:lnTo>
                  <a:lnTo>
                    <a:pt x="1213" y="663"/>
                  </a:lnTo>
                  <a:lnTo>
                    <a:pt x="1209" y="645"/>
                  </a:lnTo>
                  <a:lnTo>
                    <a:pt x="1205" y="625"/>
                  </a:lnTo>
                  <a:lnTo>
                    <a:pt x="1202" y="603"/>
                  </a:lnTo>
                  <a:lnTo>
                    <a:pt x="1199" y="581"/>
                  </a:lnTo>
                  <a:lnTo>
                    <a:pt x="1197" y="557"/>
                  </a:lnTo>
                  <a:lnTo>
                    <a:pt x="1196" y="535"/>
                  </a:lnTo>
                  <a:lnTo>
                    <a:pt x="1196" y="509"/>
                  </a:lnTo>
                  <a:lnTo>
                    <a:pt x="1196" y="443"/>
                  </a:lnTo>
                  <a:lnTo>
                    <a:pt x="1196" y="417"/>
                  </a:lnTo>
                  <a:lnTo>
                    <a:pt x="1197" y="393"/>
                  </a:lnTo>
                  <a:lnTo>
                    <a:pt x="1199" y="371"/>
                  </a:lnTo>
                  <a:lnTo>
                    <a:pt x="1202" y="349"/>
                  </a:lnTo>
                  <a:lnTo>
                    <a:pt x="1205" y="327"/>
                  </a:lnTo>
                  <a:lnTo>
                    <a:pt x="1209" y="307"/>
                  </a:lnTo>
                  <a:lnTo>
                    <a:pt x="1213" y="290"/>
                  </a:lnTo>
                  <a:lnTo>
                    <a:pt x="1219" y="272"/>
                  </a:lnTo>
                  <a:lnTo>
                    <a:pt x="1222" y="264"/>
                  </a:lnTo>
                  <a:lnTo>
                    <a:pt x="1225" y="258"/>
                  </a:lnTo>
                  <a:lnTo>
                    <a:pt x="1233" y="244"/>
                  </a:lnTo>
                  <a:lnTo>
                    <a:pt x="1237" y="238"/>
                  </a:lnTo>
                  <a:lnTo>
                    <a:pt x="1241" y="232"/>
                  </a:lnTo>
                  <a:lnTo>
                    <a:pt x="1250" y="222"/>
                  </a:lnTo>
                  <a:lnTo>
                    <a:pt x="1260" y="214"/>
                  </a:lnTo>
                  <a:lnTo>
                    <a:pt x="1265" y="210"/>
                  </a:lnTo>
                  <a:lnTo>
                    <a:pt x="1271" y="208"/>
                  </a:lnTo>
                  <a:lnTo>
                    <a:pt x="1277" y="206"/>
                  </a:lnTo>
                  <a:lnTo>
                    <a:pt x="1283" y="204"/>
                  </a:lnTo>
                  <a:lnTo>
                    <a:pt x="1289" y="202"/>
                  </a:lnTo>
                  <a:lnTo>
                    <a:pt x="1296" y="202"/>
                  </a:lnTo>
                  <a:lnTo>
                    <a:pt x="1309" y="204"/>
                  </a:lnTo>
                  <a:lnTo>
                    <a:pt x="1324" y="206"/>
                  </a:lnTo>
                  <a:lnTo>
                    <a:pt x="1341" y="208"/>
                  </a:lnTo>
                  <a:lnTo>
                    <a:pt x="1357" y="212"/>
                  </a:lnTo>
                  <a:lnTo>
                    <a:pt x="1361" y="214"/>
                  </a:lnTo>
                  <a:lnTo>
                    <a:pt x="1364" y="218"/>
                  </a:lnTo>
                  <a:lnTo>
                    <a:pt x="1365" y="220"/>
                  </a:lnTo>
                  <a:lnTo>
                    <a:pt x="1366" y="222"/>
                  </a:lnTo>
                  <a:lnTo>
                    <a:pt x="1366" y="230"/>
                  </a:lnTo>
                  <a:lnTo>
                    <a:pt x="1366" y="236"/>
                  </a:lnTo>
                  <a:lnTo>
                    <a:pt x="1365" y="240"/>
                  </a:lnTo>
                  <a:lnTo>
                    <a:pt x="1365" y="244"/>
                  </a:lnTo>
                  <a:lnTo>
                    <a:pt x="1363" y="248"/>
                  </a:lnTo>
                  <a:lnTo>
                    <a:pt x="1362" y="250"/>
                  </a:lnTo>
                  <a:lnTo>
                    <a:pt x="1360" y="250"/>
                  </a:lnTo>
                  <a:lnTo>
                    <a:pt x="1356" y="250"/>
                  </a:lnTo>
                  <a:lnTo>
                    <a:pt x="1339" y="246"/>
                  </a:lnTo>
                  <a:lnTo>
                    <a:pt x="1323" y="244"/>
                  </a:lnTo>
                  <a:lnTo>
                    <a:pt x="1309" y="242"/>
                  </a:lnTo>
                  <a:lnTo>
                    <a:pt x="1296" y="242"/>
                  </a:lnTo>
                  <a:lnTo>
                    <a:pt x="1285" y="242"/>
                  </a:lnTo>
                  <a:lnTo>
                    <a:pt x="1276" y="246"/>
                  </a:lnTo>
                  <a:lnTo>
                    <a:pt x="1272" y="248"/>
                  </a:lnTo>
                  <a:lnTo>
                    <a:pt x="1267" y="250"/>
                  </a:lnTo>
                  <a:lnTo>
                    <a:pt x="1259" y="256"/>
                  </a:lnTo>
                  <a:lnTo>
                    <a:pt x="1252" y="264"/>
                  </a:lnTo>
                  <a:lnTo>
                    <a:pt x="1246" y="274"/>
                  </a:lnTo>
                  <a:lnTo>
                    <a:pt x="1240" y="284"/>
                  </a:lnTo>
                  <a:lnTo>
                    <a:pt x="1236" y="296"/>
                  </a:lnTo>
                  <a:lnTo>
                    <a:pt x="1231" y="309"/>
                  </a:lnTo>
                  <a:lnTo>
                    <a:pt x="1228" y="325"/>
                  </a:lnTo>
                  <a:lnTo>
                    <a:pt x="1225" y="341"/>
                  </a:lnTo>
                  <a:lnTo>
                    <a:pt x="1222" y="359"/>
                  </a:lnTo>
                  <a:lnTo>
                    <a:pt x="1221" y="379"/>
                  </a:lnTo>
                  <a:lnTo>
                    <a:pt x="1219" y="399"/>
                  </a:lnTo>
                  <a:lnTo>
                    <a:pt x="1219" y="419"/>
                  </a:lnTo>
                  <a:lnTo>
                    <a:pt x="1218" y="443"/>
                  </a:lnTo>
                  <a:lnTo>
                    <a:pt x="1218" y="509"/>
                  </a:lnTo>
                  <a:lnTo>
                    <a:pt x="1219" y="531"/>
                  </a:lnTo>
                  <a:lnTo>
                    <a:pt x="1219" y="553"/>
                  </a:lnTo>
                  <a:lnTo>
                    <a:pt x="1221" y="573"/>
                  </a:lnTo>
                  <a:lnTo>
                    <a:pt x="1222" y="593"/>
                  </a:lnTo>
                  <a:lnTo>
                    <a:pt x="1225" y="611"/>
                  </a:lnTo>
                  <a:lnTo>
                    <a:pt x="1228" y="627"/>
                  </a:lnTo>
                  <a:lnTo>
                    <a:pt x="1231" y="643"/>
                  </a:lnTo>
                  <a:lnTo>
                    <a:pt x="1236" y="657"/>
                  </a:lnTo>
                  <a:lnTo>
                    <a:pt x="1240" y="671"/>
                  </a:lnTo>
                  <a:lnTo>
                    <a:pt x="1246" y="681"/>
                  </a:lnTo>
                  <a:lnTo>
                    <a:pt x="1252" y="691"/>
                  </a:lnTo>
                  <a:lnTo>
                    <a:pt x="1259" y="699"/>
                  </a:lnTo>
                  <a:lnTo>
                    <a:pt x="1267" y="705"/>
                  </a:lnTo>
                  <a:lnTo>
                    <a:pt x="1272" y="709"/>
                  </a:lnTo>
                  <a:lnTo>
                    <a:pt x="1276" y="711"/>
                  </a:lnTo>
                  <a:lnTo>
                    <a:pt x="1285" y="713"/>
                  </a:lnTo>
                  <a:lnTo>
                    <a:pt x="1296" y="713"/>
                  </a:lnTo>
                  <a:lnTo>
                    <a:pt x="1309" y="713"/>
                  </a:lnTo>
                  <a:lnTo>
                    <a:pt x="1323" y="711"/>
                  </a:lnTo>
                  <a:lnTo>
                    <a:pt x="1339" y="709"/>
                  </a:lnTo>
                  <a:lnTo>
                    <a:pt x="1356" y="705"/>
                  </a:lnTo>
                  <a:lnTo>
                    <a:pt x="1360" y="705"/>
                  </a:lnTo>
                  <a:lnTo>
                    <a:pt x="1362" y="705"/>
                  </a:lnTo>
                  <a:lnTo>
                    <a:pt x="1363" y="707"/>
                  </a:lnTo>
                  <a:lnTo>
                    <a:pt x="1365" y="709"/>
                  </a:lnTo>
                  <a:lnTo>
                    <a:pt x="1365" y="711"/>
                  </a:lnTo>
                  <a:lnTo>
                    <a:pt x="1366" y="715"/>
                  </a:lnTo>
                  <a:lnTo>
                    <a:pt x="1366" y="719"/>
                  </a:lnTo>
                  <a:lnTo>
                    <a:pt x="1366" y="731"/>
                  </a:lnTo>
                  <a:lnTo>
                    <a:pt x="1365" y="735"/>
                  </a:lnTo>
                  <a:lnTo>
                    <a:pt x="1364" y="737"/>
                  </a:lnTo>
                  <a:lnTo>
                    <a:pt x="1363" y="741"/>
                  </a:lnTo>
                  <a:lnTo>
                    <a:pt x="1361" y="741"/>
                  </a:lnTo>
                  <a:lnTo>
                    <a:pt x="1357" y="745"/>
                  </a:lnTo>
                  <a:close/>
                  <a:moveTo>
                    <a:pt x="1467" y="753"/>
                  </a:moveTo>
                  <a:lnTo>
                    <a:pt x="1462" y="753"/>
                  </a:lnTo>
                  <a:lnTo>
                    <a:pt x="1458" y="751"/>
                  </a:lnTo>
                  <a:lnTo>
                    <a:pt x="1456" y="747"/>
                  </a:lnTo>
                  <a:lnTo>
                    <a:pt x="1454" y="741"/>
                  </a:lnTo>
                  <a:lnTo>
                    <a:pt x="1453" y="735"/>
                  </a:lnTo>
                  <a:lnTo>
                    <a:pt x="1453" y="20"/>
                  </a:lnTo>
                  <a:lnTo>
                    <a:pt x="1454" y="16"/>
                  </a:lnTo>
                  <a:lnTo>
                    <a:pt x="1454" y="12"/>
                  </a:lnTo>
                  <a:lnTo>
                    <a:pt x="1456" y="6"/>
                  </a:lnTo>
                  <a:lnTo>
                    <a:pt x="1457" y="4"/>
                  </a:lnTo>
                  <a:lnTo>
                    <a:pt x="1458" y="2"/>
                  </a:lnTo>
                  <a:lnTo>
                    <a:pt x="1462" y="0"/>
                  </a:lnTo>
                  <a:lnTo>
                    <a:pt x="1467" y="0"/>
                  </a:lnTo>
                  <a:lnTo>
                    <a:pt x="1470" y="2"/>
                  </a:lnTo>
                  <a:lnTo>
                    <a:pt x="1473" y="6"/>
                  </a:lnTo>
                  <a:lnTo>
                    <a:pt x="1475" y="12"/>
                  </a:lnTo>
                  <a:lnTo>
                    <a:pt x="1476" y="20"/>
                  </a:lnTo>
                  <a:lnTo>
                    <a:pt x="1476" y="735"/>
                  </a:lnTo>
                  <a:lnTo>
                    <a:pt x="1475" y="737"/>
                  </a:lnTo>
                  <a:lnTo>
                    <a:pt x="1475" y="741"/>
                  </a:lnTo>
                  <a:lnTo>
                    <a:pt x="1473" y="747"/>
                  </a:lnTo>
                  <a:lnTo>
                    <a:pt x="1472" y="749"/>
                  </a:lnTo>
                  <a:lnTo>
                    <a:pt x="1470" y="751"/>
                  </a:lnTo>
                  <a:lnTo>
                    <a:pt x="1467" y="753"/>
                  </a:lnTo>
                  <a:close/>
                  <a:moveTo>
                    <a:pt x="1761" y="487"/>
                  </a:moveTo>
                  <a:lnTo>
                    <a:pt x="1591" y="487"/>
                  </a:lnTo>
                  <a:lnTo>
                    <a:pt x="1591" y="509"/>
                  </a:lnTo>
                  <a:lnTo>
                    <a:pt x="1591" y="539"/>
                  </a:lnTo>
                  <a:lnTo>
                    <a:pt x="1592" y="553"/>
                  </a:lnTo>
                  <a:lnTo>
                    <a:pt x="1593" y="565"/>
                  </a:lnTo>
                  <a:lnTo>
                    <a:pt x="1594" y="579"/>
                  </a:lnTo>
                  <a:lnTo>
                    <a:pt x="1595" y="591"/>
                  </a:lnTo>
                  <a:lnTo>
                    <a:pt x="1598" y="613"/>
                  </a:lnTo>
                  <a:lnTo>
                    <a:pt x="1602" y="631"/>
                  </a:lnTo>
                  <a:lnTo>
                    <a:pt x="1606" y="647"/>
                  </a:lnTo>
                  <a:lnTo>
                    <a:pt x="1612" y="663"/>
                  </a:lnTo>
                  <a:lnTo>
                    <a:pt x="1614" y="669"/>
                  </a:lnTo>
                  <a:lnTo>
                    <a:pt x="1617" y="675"/>
                  </a:lnTo>
                  <a:lnTo>
                    <a:pt x="1621" y="681"/>
                  </a:lnTo>
                  <a:lnTo>
                    <a:pt x="1624" y="685"/>
                  </a:lnTo>
                  <a:lnTo>
                    <a:pt x="1631" y="693"/>
                  </a:lnTo>
                  <a:lnTo>
                    <a:pt x="1638" y="701"/>
                  </a:lnTo>
                  <a:lnTo>
                    <a:pt x="1646" y="705"/>
                  </a:lnTo>
                  <a:lnTo>
                    <a:pt x="1655" y="709"/>
                  </a:lnTo>
                  <a:lnTo>
                    <a:pt x="1664" y="713"/>
                  </a:lnTo>
                  <a:lnTo>
                    <a:pt x="1673" y="713"/>
                  </a:lnTo>
                  <a:lnTo>
                    <a:pt x="1682" y="713"/>
                  </a:lnTo>
                  <a:lnTo>
                    <a:pt x="1699" y="713"/>
                  </a:lnTo>
                  <a:lnTo>
                    <a:pt x="1718" y="709"/>
                  </a:lnTo>
                  <a:lnTo>
                    <a:pt x="1737" y="703"/>
                  </a:lnTo>
                  <a:lnTo>
                    <a:pt x="1756" y="697"/>
                  </a:lnTo>
                  <a:lnTo>
                    <a:pt x="1758" y="697"/>
                  </a:lnTo>
                  <a:lnTo>
                    <a:pt x="1760" y="697"/>
                  </a:lnTo>
                  <a:lnTo>
                    <a:pt x="1764" y="697"/>
                  </a:lnTo>
                  <a:lnTo>
                    <a:pt x="1765" y="699"/>
                  </a:lnTo>
                  <a:lnTo>
                    <a:pt x="1766" y="703"/>
                  </a:lnTo>
                  <a:lnTo>
                    <a:pt x="1767" y="705"/>
                  </a:lnTo>
                  <a:lnTo>
                    <a:pt x="1767" y="709"/>
                  </a:lnTo>
                  <a:lnTo>
                    <a:pt x="1767" y="721"/>
                  </a:lnTo>
                  <a:lnTo>
                    <a:pt x="1766" y="725"/>
                  </a:lnTo>
                  <a:lnTo>
                    <a:pt x="1765" y="729"/>
                  </a:lnTo>
                  <a:lnTo>
                    <a:pt x="1764" y="731"/>
                  </a:lnTo>
                  <a:lnTo>
                    <a:pt x="1762" y="733"/>
                  </a:lnTo>
                  <a:lnTo>
                    <a:pt x="1757" y="737"/>
                  </a:lnTo>
                  <a:lnTo>
                    <a:pt x="1739" y="743"/>
                  </a:lnTo>
                  <a:lnTo>
                    <a:pt x="1719" y="749"/>
                  </a:lnTo>
                  <a:lnTo>
                    <a:pt x="1700" y="751"/>
                  </a:lnTo>
                  <a:lnTo>
                    <a:pt x="1682" y="753"/>
                  </a:lnTo>
                  <a:lnTo>
                    <a:pt x="1670" y="753"/>
                  </a:lnTo>
                  <a:lnTo>
                    <a:pt x="1659" y="751"/>
                  </a:lnTo>
                  <a:lnTo>
                    <a:pt x="1648" y="747"/>
                  </a:lnTo>
                  <a:lnTo>
                    <a:pt x="1638" y="741"/>
                  </a:lnTo>
                  <a:lnTo>
                    <a:pt x="1628" y="735"/>
                  </a:lnTo>
                  <a:lnTo>
                    <a:pt x="1623" y="731"/>
                  </a:lnTo>
                  <a:lnTo>
                    <a:pt x="1619" y="727"/>
                  </a:lnTo>
                  <a:lnTo>
                    <a:pt x="1610" y="715"/>
                  </a:lnTo>
                  <a:lnTo>
                    <a:pt x="1602" y="703"/>
                  </a:lnTo>
                  <a:lnTo>
                    <a:pt x="1598" y="695"/>
                  </a:lnTo>
                  <a:lnTo>
                    <a:pt x="1595" y="687"/>
                  </a:lnTo>
                  <a:lnTo>
                    <a:pt x="1588" y="669"/>
                  </a:lnTo>
                  <a:lnTo>
                    <a:pt x="1582" y="649"/>
                  </a:lnTo>
                  <a:lnTo>
                    <a:pt x="1578" y="627"/>
                  </a:lnTo>
                  <a:lnTo>
                    <a:pt x="1575" y="615"/>
                  </a:lnTo>
                  <a:lnTo>
                    <a:pt x="1574" y="601"/>
                  </a:lnTo>
                  <a:lnTo>
                    <a:pt x="1571" y="573"/>
                  </a:lnTo>
                  <a:lnTo>
                    <a:pt x="1569" y="543"/>
                  </a:lnTo>
                  <a:lnTo>
                    <a:pt x="1569" y="527"/>
                  </a:lnTo>
                  <a:lnTo>
                    <a:pt x="1569" y="509"/>
                  </a:lnTo>
                  <a:lnTo>
                    <a:pt x="1569" y="443"/>
                  </a:lnTo>
                  <a:lnTo>
                    <a:pt x="1569" y="417"/>
                  </a:lnTo>
                  <a:lnTo>
                    <a:pt x="1570" y="391"/>
                  </a:lnTo>
                  <a:lnTo>
                    <a:pt x="1572" y="369"/>
                  </a:lnTo>
                  <a:lnTo>
                    <a:pt x="1575" y="345"/>
                  </a:lnTo>
                  <a:lnTo>
                    <a:pt x="1577" y="335"/>
                  </a:lnTo>
                  <a:lnTo>
                    <a:pt x="1579" y="325"/>
                  </a:lnTo>
                  <a:lnTo>
                    <a:pt x="1581" y="315"/>
                  </a:lnTo>
                  <a:lnTo>
                    <a:pt x="1583" y="305"/>
                  </a:lnTo>
                  <a:lnTo>
                    <a:pt x="1586" y="296"/>
                  </a:lnTo>
                  <a:lnTo>
                    <a:pt x="1589" y="288"/>
                  </a:lnTo>
                  <a:lnTo>
                    <a:pt x="1595" y="270"/>
                  </a:lnTo>
                  <a:lnTo>
                    <a:pt x="1601" y="256"/>
                  </a:lnTo>
                  <a:lnTo>
                    <a:pt x="1609" y="242"/>
                  </a:lnTo>
                  <a:lnTo>
                    <a:pt x="1617" y="230"/>
                  </a:lnTo>
                  <a:lnTo>
                    <a:pt x="1626" y="220"/>
                  </a:lnTo>
                  <a:lnTo>
                    <a:pt x="1636" y="212"/>
                  </a:lnTo>
                  <a:lnTo>
                    <a:pt x="1647" y="208"/>
                  </a:lnTo>
                  <a:lnTo>
                    <a:pt x="1658" y="204"/>
                  </a:lnTo>
                  <a:lnTo>
                    <a:pt x="1664" y="202"/>
                  </a:lnTo>
                  <a:lnTo>
                    <a:pt x="1670" y="202"/>
                  </a:lnTo>
                  <a:lnTo>
                    <a:pt x="1683" y="204"/>
                  </a:lnTo>
                  <a:lnTo>
                    <a:pt x="1689" y="204"/>
                  </a:lnTo>
                  <a:lnTo>
                    <a:pt x="1695" y="206"/>
                  </a:lnTo>
                  <a:lnTo>
                    <a:pt x="1705" y="212"/>
                  </a:lnTo>
                  <a:lnTo>
                    <a:pt x="1710" y="216"/>
                  </a:lnTo>
                  <a:lnTo>
                    <a:pt x="1715" y="220"/>
                  </a:lnTo>
                  <a:lnTo>
                    <a:pt x="1724" y="230"/>
                  </a:lnTo>
                  <a:lnTo>
                    <a:pt x="1733" y="240"/>
                  </a:lnTo>
                  <a:lnTo>
                    <a:pt x="1740" y="254"/>
                  </a:lnTo>
                  <a:lnTo>
                    <a:pt x="1743" y="260"/>
                  </a:lnTo>
                  <a:lnTo>
                    <a:pt x="1746" y="268"/>
                  </a:lnTo>
                  <a:lnTo>
                    <a:pt x="1752" y="286"/>
                  </a:lnTo>
                  <a:lnTo>
                    <a:pt x="1757" y="303"/>
                  </a:lnTo>
                  <a:lnTo>
                    <a:pt x="1761" y="323"/>
                  </a:lnTo>
                  <a:lnTo>
                    <a:pt x="1765" y="343"/>
                  </a:lnTo>
                  <a:lnTo>
                    <a:pt x="1767" y="365"/>
                  </a:lnTo>
                  <a:lnTo>
                    <a:pt x="1769" y="389"/>
                  </a:lnTo>
                  <a:lnTo>
                    <a:pt x="1770" y="415"/>
                  </a:lnTo>
                  <a:lnTo>
                    <a:pt x="1770" y="441"/>
                  </a:lnTo>
                  <a:lnTo>
                    <a:pt x="1770" y="469"/>
                  </a:lnTo>
                  <a:lnTo>
                    <a:pt x="1770" y="473"/>
                  </a:lnTo>
                  <a:lnTo>
                    <a:pt x="1770" y="475"/>
                  </a:lnTo>
                  <a:lnTo>
                    <a:pt x="1768" y="483"/>
                  </a:lnTo>
                  <a:lnTo>
                    <a:pt x="1765" y="487"/>
                  </a:lnTo>
                  <a:lnTo>
                    <a:pt x="1761" y="487"/>
                  </a:lnTo>
                  <a:close/>
                  <a:moveTo>
                    <a:pt x="1748" y="441"/>
                  </a:moveTo>
                  <a:lnTo>
                    <a:pt x="1748" y="417"/>
                  </a:lnTo>
                  <a:lnTo>
                    <a:pt x="1747" y="397"/>
                  </a:lnTo>
                  <a:lnTo>
                    <a:pt x="1746" y="375"/>
                  </a:lnTo>
                  <a:lnTo>
                    <a:pt x="1744" y="357"/>
                  </a:lnTo>
                  <a:lnTo>
                    <a:pt x="1742" y="339"/>
                  </a:lnTo>
                  <a:lnTo>
                    <a:pt x="1739" y="321"/>
                  </a:lnTo>
                  <a:lnTo>
                    <a:pt x="1737" y="315"/>
                  </a:lnTo>
                  <a:lnTo>
                    <a:pt x="1735" y="307"/>
                  </a:lnTo>
                  <a:lnTo>
                    <a:pt x="1731" y="294"/>
                  </a:lnTo>
                  <a:lnTo>
                    <a:pt x="1728" y="288"/>
                  </a:lnTo>
                  <a:lnTo>
                    <a:pt x="1726" y="282"/>
                  </a:lnTo>
                  <a:lnTo>
                    <a:pt x="1723" y="276"/>
                  </a:lnTo>
                  <a:lnTo>
                    <a:pt x="1720" y="272"/>
                  </a:lnTo>
                  <a:lnTo>
                    <a:pt x="1717" y="266"/>
                  </a:lnTo>
                  <a:lnTo>
                    <a:pt x="1714" y="262"/>
                  </a:lnTo>
                  <a:lnTo>
                    <a:pt x="1706" y="256"/>
                  </a:lnTo>
                  <a:lnTo>
                    <a:pt x="1699" y="250"/>
                  </a:lnTo>
                  <a:lnTo>
                    <a:pt x="1690" y="246"/>
                  </a:lnTo>
                  <a:lnTo>
                    <a:pt x="1681" y="242"/>
                  </a:lnTo>
                  <a:lnTo>
                    <a:pt x="1670" y="242"/>
                  </a:lnTo>
                  <a:lnTo>
                    <a:pt x="1660" y="242"/>
                  </a:lnTo>
                  <a:lnTo>
                    <a:pt x="1655" y="244"/>
                  </a:lnTo>
                  <a:lnTo>
                    <a:pt x="1651" y="246"/>
                  </a:lnTo>
                  <a:lnTo>
                    <a:pt x="1642" y="250"/>
                  </a:lnTo>
                  <a:lnTo>
                    <a:pt x="1634" y="256"/>
                  </a:lnTo>
                  <a:lnTo>
                    <a:pt x="1627" y="264"/>
                  </a:lnTo>
                  <a:lnTo>
                    <a:pt x="1621" y="274"/>
                  </a:lnTo>
                  <a:lnTo>
                    <a:pt x="1615" y="284"/>
                  </a:lnTo>
                  <a:lnTo>
                    <a:pt x="1610" y="298"/>
                  </a:lnTo>
                  <a:lnTo>
                    <a:pt x="1605" y="311"/>
                  </a:lnTo>
                  <a:lnTo>
                    <a:pt x="1603" y="317"/>
                  </a:lnTo>
                  <a:lnTo>
                    <a:pt x="1601" y="325"/>
                  </a:lnTo>
                  <a:lnTo>
                    <a:pt x="1598" y="343"/>
                  </a:lnTo>
                  <a:lnTo>
                    <a:pt x="1595" y="361"/>
                  </a:lnTo>
                  <a:lnTo>
                    <a:pt x="1593" y="379"/>
                  </a:lnTo>
                  <a:lnTo>
                    <a:pt x="1592" y="399"/>
                  </a:lnTo>
                  <a:lnTo>
                    <a:pt x="1591" y="421"/>
                  </a:lnTo>
                  <a:lnTo>
                    <a:pt x="1591" y="443"/>
                  </a:lnTo>
                  <a:lnTo>
                    <a:pt x="1748" y="447"/>
                  </a:lnTo>
                  <a:lnTo>
                    <a:pt x="1748" y="441"/>
                  </a:lnTo>
                  <a:close/>
                  <a:moveTo>
                    <a:pt x="2024" y="747"/>
                  </a:moveTo>
                  <a:lnTo>
                    <a:pt x="2021" y="747"/>
                  </a:lnTo>
                  <a:lnTo>
                    <a:pt x="2019" y="745"/>
                  </a:lnTo>
                  <a:lnTo>
                    <a:pt x="2017" y="743"/>
                  </a:lnTo>
                  <a:lnTo>
                    <a:pt x="2015" y="741"/>
                  </a:lnTo>
                  <a:lnTo>
                    <a:pt x="2013" y="739"/>
                  </a:lnTo>
                  <a:lnTo>
                    <a:pt x="2012" y="735"/>
                  </a:lnTo>
                  <a:lnTo>
                    <a:pt x="2012" y="731"/>
                  </a:lnTo>
                  <a:lnTo>
                    <a:pt x="2012" y="727"/>
                  </a:lnTo>
                  <a:lnTo>
                    <a:pt x="2012" y="701"/>
                  </a:lnTo>
                  <a:lnTo>
                    <a:pt x="2002" y="711"/>
                  </a:lnTo>
                  <a:lnTo>
                    <a:pt x="1992" y="721"/>
                  </a:lnTo>
                  <a:lnTo>
                    <a:pt x="1982" y="731"/>
                  </a:lnTo>
                  <a:lnTo>
                    <a:pt x="1977" y="735"/>
                  </a:lnTo>
                  <a:lnTo>
                    <a:pt x="1971" y="737"/>
                  </a:lnTo>
                  <a:lnTo>
                    <a:pt x="1960" y="745"/>
                  </a:lnTo>
                  <a:lnTo>
                    <a:pt x="1949" y="749"/>
                  </a:lnTo>
                  <a:lnTo>
                    <a:pt x="1943" y="751"/>
                  </a:lnTo>
                  <a:lnTo>
                    <a:pt x="1938" y="753"/>
                  </a:lnTo>
                  <a:lnTo>
                    <a:pt x="1926" y="753"/>
                  </a:lnTo>
                  <a:lnTo>
                    <a:pt x="1919" y="753"/>
                  </a:lnTo>
                  <a:lnTo>
                    <a:pt x="1912" y="751"/>
                  </a:lnTo>
                  <a:lnTo>
                    <a:pt x="1905" y="749"/>
                  </a:lnTo>
                  <a:lnTo>
                    <a:pt x="1898" y="745"/>
                  </a:lnTo>
                  <a:lnTo>
                    <a:pt x="1891" y="741"/>
                  </a:lnTo>
                  <a:lnTo>
                    <a:pt x="1888" y="739"/>
                  </a:lnTo>
                  <a:lnTo>
                    <a:pt x="1885" y="735"/>
                  </a:lnTo>
                  <a:lnTo>
                    <a:pt x="1879" y="727"/>
                  </a:lnTo>
                  <a:lnTo>
                    <a:pt x="1873" y="719"/>
                  </a:lnTo>
                  <a:lnTo>
                    <a:pt x="1868" y="709"/>
                  </a:lnTo>
                  <a:lnTo>
                    <a:pt x="1863" y="697"/>
                  </a:lnTo>
                  <a:lnTo>
                    <a:pt x="1859" y="685"/>
                  </a:lnTo>
                  <a:lnTo>
                    <a:pt x="1856" y="669"/>
                  </a:lnTo>
                  <a:lnTo>
                    <a:pt x="1853" y="653"/>
                  </a:lnTo>
                  <a:lnTo>
                    <a:pt x="1851" y="635"/>
                  </a:lnTo>
                  <a:lnTo>
                    <a:pt x="1849" y="613"/>
                  </a:lnTo>
                  <a:lnTo>
                    <a:pt x="1849" y="591"/>
                  </a:lnTo>
                  <a:lnTo>
                    <a:pt x="1849" y="579"/>
                  </a:lnTo>
                  <a:lnTo>
                    <a:pt x="1849" y="559"/>
                  </a:lnTo>
                  <a:lnTo>
                    <a:pt x="1851" y="541"/>
                  </a:lnTo>
                  <a:lnTo>
                    <a:pt x="1853" y="525"/>
                  </a:lnTo>
                  <a:lnTo>
                    <a:pt x="1854" y="517"/>
                  </a:lnTo>
                  <a:lnTo>
                    <a:pt x="1855" y="511"/>
                  </a:lnTo>
                  <a:lnTo>
                    <a:pt x="1859" y="497"/>
                  </a:lnTo>
                  <a:lnTo>
                    <a:pt x="1864" y="483"/>
                  </a:lnTo>
                  <a:lnTo>
                    <a:pt x="1870" y="471"/>
                  </a:lnTo>
                  <a:lnTo>
                    <a:pt x="1877" y="461"/>
                  </a:lnTo>
                  <a:lnTo>
                    <a:pt x="1885" y="453"/>
                  </a:lnTo>
                  <a:lnTo>
                    <a:pt x="1894" y="445"/>
                  </a:lnTo>
                  <a:lnTo>
                    <a:pt x="1904" y="439"/>
                  </a:lnTo>
                  <a:lnTo>
                    <a:pt x="1915" y="433"/>
                  </a:lnTo>
                  <a:lnTo>
                    <a:pt x="1928" y="429"/>
                  </a:lnTo>
                  <a:lnTo>
                    <a:pt x="1942" y="425"/>
                  </a:lnTo>
                  <a:lnTo>
                    <a:pt x="1957" y="423"/>
                  </a:lnTo>
                  <a:lnTo>
                    <a:pt x="1973" y="423"/>
                  </a:lnTo>
                  <a:lnTo>
                    <a:pt x="2012" y="423"/>
                  </a:lnTo>
                  <a:lnTo>
                    <a:pt x="2012" y="387"/>
                  </a:lnTo>
                  <a:lnTo>
                    <a:pt x="2012" y="367"/>
                  </a:lnTo>
                  <a:lnTo>
                    <a:pt x="2011" y="351"/>
                  </a:lnTo>
                  <a:lnTo>
                    <a:pt x="2010" y="335"/>
                  </a:lnTo>
                  <a:lnTo>
                    <a:pt x="2010" y="327"/>
                  </a:lnTo>
                  <a:lnTo>
                    <a:pt x="2009" y="319"/>
                  </a:lnTo>
                  <a:lnTo>
                    <a:pt x="2007" y="307"/>
                  </a:lnTo>
                  <a:lnTo>
                    <a:pt x="2005" y="296"/>
                  </a:lnTo>
                  <a:lnTo>
                    <a:pt x="2002" y="284"/>
                  </a:lnTo>
                  <a:lnTo>
                    <a:pt x="1999" y="276"/>
                  </a:lnTo>
                  <a:lnTo>
                    <a:pt x="1995" y="268"/>
                  </a:lnTo>
                  <a:lnTo>
                    <a:pt x="1990" y="260"/>
                  </a:lnTo>
                  <a:lnTo>
                    <a:pt x="1985" y="254"/>
                  </a:lnTo>
                  <a:lnTo>
                    <a:pt x="1979" y="250"/>
                  </a:lnTo>
                  <a:lnTo>
                    <a:pt x="1973" y="246"/>
                  </a:lnTo>
                  <a:lnTo>
                    <a:pt x="1965" y="244"/>
                  </a:lnTo>
                  <a:lnTo>
                    <a:pt x="1957" y="242"/>
                  </a:lnTo>
                  <a:lnTo>
                    <a:pt x="1949" y="242"/>
                  </a:lnTo>
                  <a:lnTo>
                    <a:pt x="1927" y="242"/>
                  </a:lnTo>
                  <a:lnTo>
                    <a:pt x="1909" y="244"/>
                  </a:lnTo>
                  <a:lnTo>
                    <a:pt x="1894" y="248"/>
                  </a:lnTo>
                  <a:lnTo>
                    <a:pt x="1877" y="250"/>
                  </a:lnTo>
                  <a:lnTo>
                    <a:pt x="1873" y="250"/>
                  </a:lnTo>
                  <a:lnTo>
                    <a:pt x="1869" y="250"/>
                  </a:lnTo>
                  <a:lnTo>
                    <a:pt x="1868" y="248"/>
                  </a:lnTo>
                  <a:lnTo>
                    <a:pt x="1867" y="246"/>
                  </a:lnTo>
                  <a:lnTo>
                    <a:pt x="1867" y="244"/>
                  </a:lnTo>
                  <a:lnTo>
                    <a:pt x="1866" y="240"/>
                  </a:lnTo>
                  <a:lnTo>
                    <a:pt x="1866" y="236"/>
                  </a:lnTo>
                  <a:lnTo>
                    <a:pt x="1866" y="230"/>
                  </a:lnTo>
                  <a:lnTo>
                    <a:pt x="1866" y="224"/>
                  </a:lnTo>
                  <a:lnTo>
                    <a:pt x="1867" y="220"/>
                  </a:lnTo>
                  <a:lnTo>
                    <a:pt x="1869" y="218"/>
                  </a:lnTo>
                  <a:lnTo>
                    <a:pt x="1870" y="216"/>
                  </a:lnTo>
                  <a:lnTo>
                    <a:pt x="1872" y="214"/>
                  </a:lnTo>
                  <a:lnTo>
                    <a:pt x="1877" y="212"/>
                  </a:lnTo>
                  <a:lnTo>
                    <a:pt x="1893" y="208"/>
                  </a:lnTo>
                  <a:lnTo>
                    <a:pt x="1908" y="206"/>
                  </a:lnTo>
                  <a:lnTo>
                    <a:pt x="1926" y="204"/>
                  </a:lnTo>
                  <a:lnTo>
                    <a:pt x="1949" y="202"/>
                  </a:lnTo>
                  <a:lnTo>
                    <a:pt x="1961" y="204"/>
                  </a:lnTo>
                  <a:lnTo>
                    <a:pt x="1972" y="206"/>
                  </a:lnTo>
                  <a:lnTo>
                    <a:pt x="1977" y="208"/>
                  </a:lnTo>
                  <a:lnTo>
                    <a:pt x="1982" y="210"/>
                  </a:lnTo>
                  <a:lnTo>
                    <a:pt x="1986" y="212"/>
                  </a:lnTo>
                  <a:lnTo>
                    <a:pt x="1991" y="216"/>
                  </a:lnTo>
                  <a:lnTo>
                    <a:pt x="1995" y="220"/>
                  </a:lnTo>
                  <a:lnTo>
                    <a:pt x="1999" y="224"/>
                  </a:lnTo>
                  <a:lnTo>
                    <a:pt x="2002" y="228"/>
                  </a:lnTo>
                  <a:lnTo>
                    <a:pt x="2006" y="232"/>
                  </a:lnTo>
                  <a:lnTo>
                    <a:pt x="2009" y="238"/>
                  </a:lnTo>
                  <a:lnTo>
                    <a:pt x="2012" y="242"/>
                  </a:lnTo>
                  <a:lnTo>
                    <a:pt x="2014" y="248"/>
                  </a:lnTo>
                  <a:lnTo>
                    <a:pt x="2017" y="254"/>
                  </a:lnTo>
                  <a:lnTo>
                    <a:pt x="2021" y="268"/>
                  </a:lnTo>
                  <a:lnTo>
                    <a:pt x="2025" y="282"/>
                  </a:lnTo>
                  <a:lnTo>
                    <a:pt x="2028" y="296"/>
                  </a:lnTo>
                  <a:lnTo>
                    <a:pt x="2029" y="303"/>
                  </a:lnTo>
                  <a:lnTo>
                    <a:pt x="2030" y="311"/>
                  </a:lnTo>
                  <a:lnTo>
                    <a:pt x="2032" y="329"/>
                  </a:lnTo>
                  <a:lnTo>
                    <a:pt x="2033" y="347"/>
                  </a:lnTo>
                  <a:lnTo>
                    <a:pt x="2034" y="367"/>
                  </a:lnTo>
                  <a:lnTo>
                    <a:pt x="2034" y="387"/>
                  </a:lnTo>
                  <a:lnTo>
                    <a:pt x="2034" y="727"/>
                  </a:lnTo>
                  <a:lnTo>
                    <a:pt x="2034" y="731"/>
                  </a:lnTo>
                  <a:lnTo>
                    <a:pt x="2033" y="735"/>
                  </a:lnTo>
                  <a:lnTo>
                    <a:pt x="2032" y="739"/>
                  </a:lnTo>
                  <a:lnTo>
                    <a:pt x="2031" y="741"/>
                  </a:lnTo>
                  <a:lnTo>
                    <a:pt x="2030" y="743"/>
                  </a:lnTo>
                  <a:lnTo>
                    <a:pt x="2028" y="745"/>
                  </a:lnTo>
                  <a:lnTo>
                    <a:pt x="2024" y="747"/>
                  </a:lnTo>
                  <a:close/>
                  <a:moveTo>
                    <a:pt x="2012" y="463"/>
                  </a:moveTo>
                  <a:lnTo>
                    <a:pt x="1973" y="463"/>
                  </a:lnTo>
                  <a:lnTo>
                    <a:pt x="1960" y="463"/>
                  </a:lnTo>
                  <a:lnTo>
                    <a:pt x="1947" y="463"/>
                  </a:lnTo>
                  <a:lnTo>
                    <a:pt x="1936" y="465"/>
                  </a:lnTo>
                  <a:lnTo>
                    <a:pt x="1925" y="469"/>
                  </a:lnTo>
                  <a:lnTo>
                    <a:pt x="1916" y="471"/>
                  </a:lnTo>
                  <a:lnTo>
                    <a:pt x="1908" y="477"/>
                  </a:lnTo>
                  <a:lnTo>
                    <a:pt x="1900" y="481"/>
                  </a:lnTo>
                  <a:lnTo>
                    <a:pt x="1894" y="489"/>
                  </a:lnTo>
                  <a:lnTo>
                    <a:pt x="1888" y="495"/>
                  </a:lnTo>
                  <a:lnTo>
                    <a:pt x="1883" y="503"/>
                  </a:lnTo>
                  <a:lnTo>
                    <a:pt x="1879" y="513"/>
                  </a:lnTo>
                  <a:lnTo>
                    <a:pt x="1876" y="523"/>
                  </a:lnTo>
                  <a:lnTo>
                    <a:pt x="1875" y="529"/>
                  </a:lnTo>
                  <a:lnTo>
                    <a:pt x="1874" y="535"/>
                  </a:lnTo>
                  <a:lnTo>
                    <a:pt x="1872" y="549"/>
                  </a:lnTo>
                  <a:lnTo>
                    <a:pt x="1871" y="563"/>
                  </a:lnTo>
                  <a:lnTo>
                    <a:pt x="1871" y="579"/>
                  </a:lnTo>
                  <a:lnTo>
                    <a:pt x="1871" y="591"/>
                  </a:lnTo>
                  <a:lnTo>
                    <a:pt x="1871" y="607"/>
                  </a:lnTo>
                  <a:lnTo>
                    <a:pt x="1872" y="623"/>
                  </a:lnTo>
                  <a:lnTo>
                    <a:pt x="1874" y="637"/>
                  </a:lnTo>
                  <a:lnTo>
                    <a:pt x="1875" y="649"/>
                  </a:lnTo>
                  <a:lnTo>
                    <a:pt x="1878" y="661"/>
                  </a:lnTo>
                  <a:lnTo>
                    <a:pt x="1881" y="671"/>
                  </a:lnTo>
                  <a:lnTo>
                    <a:pt x="1884" y="679"/>
                  </a:lnTo>
                  <a:lnTo>
                    <a:pt x="1885" y="683"/>
                  </a:lnTo>
                  <a:lnTo>
                    <a:pt x="1887" y="687"/>
                  </a:lnTo>
                  <a:lnTo>
                    <a:pt x="1891" y="695"/>
                  </a:lnTo>
                  <a:lnTo>
                    <a:pt x="1895" y="699"/>
                  </a:lnTo>
                  <a:lnTo>
                    <a:pt x="1900" y="705"/>
                  </a:lnTo>
                  <a:lnTo>
                    <a:pt x="1905" y="707"/>
                  </a:lnTo>
                  <a:lnTo>
                    <a:pt x="1910" y="711"/>
                  </a:lnTo>
                  <a:lnTo>
                    <a:pt x="1915" y="713"/>
                  </a:lnTo>
                  <a:lnTo>
                    <a:pt x="1926" y="713"/>
                  </a:lnTo>
                  <a:lnTo>
                    <a:pt x="1936" y="713"/>
                  </a:lnTo>
                  <a:lnTo>
                    <a:pt x="1947" y="711"/>
                  </a:lnTo>
                  <a:lnTo>
                    <a:pt x="1952" y="709"/>
                  </a:lnTo>
                  <a:lnTo>
                    <a:pt x="1957" y="707"/>
                  </a:lnTo>
                  <a:lnTo>
                    <a:pt x="1967" y="701"/>
                  </a:lnTo>
                  <a:lnTo>
                    <a:pt x="1977" y="695"/>
                  </a:lnTo>
                  <a:lnTo>
                    <a:pt x="1988" y="685"/>
                  </a:lnTo>
                  <a:lnTo>
                    <a:pt x="2000" y="675"/>
                  </a:lnTo>
                  <a:lnTo>
                    <a:pt x="2012" y="663"/>
                  </a:lnTo>
                  <a:lnTo>
                    <a:pt x="2012" y="463"/>
                  </a:lnTo>
                  <a:close/>
                  <a:moveTo>
                    <a:pt x="2313" y="747"/>
                  </a:moveTo>
                  <a:lnTo>
                    <a:pt x="2310" y="747"/>
                  </a:lnTo>
                  <a:lnTo>
                    <a:pt x="2307" y="745"/>
                  </a:lnTo>
                  <a:lnTo>
                    <a:pt x="2303" y="741"/>
                  </a:lnTo>
                  <a:lnTo>
                    <a:pt x="2301" y="735"/>
                  </a:lnTo>
                  <a:lnTo>
                    <a:pt x="2300" y="729"/>
                  </a:lnTo>
                  <a:lnTo>
                    <a:pt x="2300" y="393"/>
                  </a:lnTo>
                  <a:lnTo>
                    <a:pt x="2300" y="373"/>
                  </a:lnTo>
                  <a:lnTo>
                    <a:pt x="2299" y="355"/>
                  </a:lnTo>
                  <a:lnTo>
                    <a:pt x="2297" y="337"/>
                  </a:lnTo>
                  <a:lnTo>
                    <a:pt x="2295" y="321"/>
                  </a:lnTo>
                  <a:lnTo>
                    <a:pt x="2292" y="307"/>
                  </a:lnTo>
                  <a:lnTo>
                    <a:pt x="2288" y="296"/>
                  </a:lnTo>
                  <a:lnTo>
                    <a:pt x="2285" y="284"/>
                  </a:lnTo>
                  <a:lnTo>
                    <a:pt x="2280" y="276"/>
                  </a:lnTo>
                  <a:lnTo>
                    <a:pt x="2275" y="266"/>
                  </a:lnTo>
                  <a:lnTo>
                    <a:pt x="2270" y="260"/>
                  </a:lnTo>
                  <a:lnTo>
                    <a:pt x="2265" y="254"/>
                  </a:lnTo>
                  <a:lnTo>
                    <a:pt x="2259" y="250"/>
                  </a:lnTo>
                  <a:lnTo>
                    <a:pt x="2252" y="246"/>
                  </a:lnTo>
                  <a:lnTo>
                    <a:pt x="2246" y="244"/>
                  </a:lnTo>
                  <a:lnTo>
                    <a:pt x="2239" y="242"/>
                  </a:lnTo>
                  <a:lnTo>
                    <a:pt x="2232" y="242"/>
                  </a:lnTo>
                  <a:lnTo>
                    <a:pt x="2222" y="242"/>
                  </a:lnTo>
                  <a:lnTo>
                    <a:pt x="2212" y="244"/>
                  </a:lnTo>
                  <a:lnTo>
                    <a:pt x="2202" y="248"/>
                  </a:lnTo>
                  <a:lnTo>
                    <a:pt x="2192" y="254"/>
                  </a:lnTo>
                  <a:lnTo>
                    <a:pt x="2182" y="260"/>
                  </a:lnTo>
                  <a:lnTo>
                    <a:pt x="2172" y="266"/>
                  </a:lnTo>
                  <a:lnTo>
                    <a:pt x="2162" y="274"/>
                  </a:lnTo>
                  <a:lnTo>
                    <a:pt x="2152" y="284"/>
                  </a:lnTo>
                  <a:lnTo>
                    <a:pt x="2152" y="729"/>
                  </a:lnTo>
                  <a:lnTo>
                    <a:pt x="2152" y="731"/>
                  </a:lnTo>
                  <a:lnTo>
                    <a:pt x="2152" y="735"/>
                  </a:lnTo>
                  <a:lnTo>
                    <a:pt x="2150" y="741"/>
                  </a:lnTo>
                  <a:lnTo>
                    <a:pt x="2147" y="745"/>
                  </a:lnTo>
                  <a:lnTo>
                    <a:pt x="2142" y="747"/>
                  </a:lnTo>
                  <a:lnTo>
                    <a:pt x="2139" y="747"/>
                  </a:lnTo>
                  <a:lnTo>
                    <a:pt x="2137" y="745"/>
                  </a:lnTo>
                  <a:lnTo>
                    <a:pt x="2133" y="741"/>
                  </a:lnTo>
                  <a:lnTo>
                    <a:pt x="2130" y="735"/>
                  </a:lnTo>
                  <a:lnTo>
                    <a:pt x="2129" y="729"/>
                  </a:lnTo>
                  <a:lnTo>
                    <a:pt x="2129" y="228"/>
                  </a:lnTo>
                  <a:lnTo>
                    <a:pt x="2129" y="224"/>
                  </a:lnTo>
                  <a:lnTo>
                    <a:pt x="2130" y="220"/>
                  </a:lnTo>
                  <a:lnTo>
                    <a:pt x="2132" y="214"/>
                  </a:lnTo>
                  <a:lnTo>
                    <a:pt x="2133" y="210"/>
                  </a:lnTo>
                  <a:lnTo>
                    <a:pt x="2135" y="210"/>
                  </a:lnTo>
                  <a:lnTo>
                    <a:pt x="2136" y="208"/>
                  </a:lnTo>
                  <a:lnTo>
                    <a:pt x="2138" y="208"/>
                  </a:lnTo>
                  <a:lnTo>
                    <a:pt x="2142" y="208"/>
                  </a:lnTo>
                  <a:lnTo>
                    <a:pt x="2144" y="208"/>
                  </a:lnTo>
                  <a:lnTo>
                    <a:pt x="2147" y="210"/>
                  </a:lnTo>
                  <a:lnTo>
                    <a:pt x="2149" y="210"/>
                  </a:lnTo>
                  <a:lnTo>
                    <a:pt x="2150" y="214"/>
                  </a:lnTo>
                  <a:lnTo>
                    <a:pt x="2151" y="216"/>
                  </a:lnTo>
                  <a:lnTo>
                    <a:pt x="2152" y="220"/>
                  </a:lnTo>
                  <a:lnTo>
                    <a:pt x="2152" y="224"/>
                  </a:lnTo>
                  <a:lnTo>
                    <a:pt x="2152" y="228"/>
                  </a:lnTo>
                  <a:lnTo>
                    <a:pt x="2152" y="244"/>
                  </a:lnTo>
                  <a:lnTo>
                    <a:pt x="2162" y="234"/>
                  </a:lnTo>
                  <a:lnTo>
                    <a:pt x="2172" y="226"/>
                  </a:lnTo>
                  <a:lnTo>
                    <a:pt x="2183" y="220"/>
                  </a:lnTo>
                  <a:lnTo>
                    <a:pt x="2193" y="214"/>
                  </a:lnTo>
                  <a:lnTo>
                    <a:pt x="2203" y="208"/>
                  </a:lnTo>
                  <a:lnTo>
                    <a:pt x="2213" y="206"/>
                  </a:lnTo>
                  <a:lnTo>
                    <a:pt x="2224" y="204"/>
                  </a:lnTo>
                  <a:lnTo>
                    <a:pt x="2234" y="202"/>
                  </a:lnTo>
                  <a:lnTo>
                    <a:pt x="2242" y="204"/>
                  </a:lnTo>
                  <a:lnTo>
                    <a:pt x="2251" y="204"/>
                  </a:lnTo>
                  <a:lnTo>
                    <a:pt x="2260" y="208"/>
                  </a:lnTo>
                  <a:lnTo>
                    <a:pt x="2268" y="212"/>
                  </a:lnTo>
                  <a:lnTo>
                    <a:pt x="2275" y="218"/>
                  </a:lnTo>
                  <a:lnTo>
                    <a:pt x="2283" y="226"/>
                  </a:lnTo>
                  <a:lnTo>
                    <a:pt x="2290" y="236"/>
                  </a:lnTo>
                  <a:lnTo>
                    <a:pt x="2296" y="246"/>
                  </a:lnTo>
                  <a:lnTo>
                    <a:pt x="2302" y="258"/>
                  </a:lnTo>
                  <a:lnTo>
                    <a:pt x="2307" y="272"/>
                  </a:lnTo>
                  <a:lnTo>
                    <a:pt x="2311" y="288"/>
                  </a:lnTo>
                  <a:lnTo>
                    <a:pt x="2313" y="296"/>
                  </a:lnTo>
                  <a:lnTo>
                    <a:pt x="2315" y="305"/>
                  </a:lnTo>
                  <a:lnTo>
                    <a:pt x="2317" y="315"/>
                  </a:lnTo>
                  <a:lnTo>
                    <a:pt x="2318" y="325"/>
                  </a:lnTo>
                  <a:lnTo>
                    <a:pt x="2320" y="345"/>
                  </a:lnTo>
                  <a:lnTo>
                    <a:pt x="2322" y="369"/>
                  </a:lnTo>
                  <a:lnTo>
                    <a:pt x="2322" y="393"/>
                  </a:lnTo>
                  <a:lnTo>
                    <a:pt x="2322" y="729"/>
                  </a:lnTo>
                  <a:lnTo>
                    <a:pt x="2322" y="731"/>
                  </a:lnTo>
                  <a:lnTo>
                    <a:pt x="2321" y="735"/>
                  </a:lnTo>
                  <a:lnTo>
                    <a:pt x="2319" y="741"/>
                  </a:lnTo>
                  <a:lnTo>
                    <a:pt x="2318" y="743"/>
                  </a:lnTo>
                  <a:lnTo>
                    <a:pt x="2316" y="745"/>
                  </a:lnTo>
                  <a:lnTo>
                    <a:pt x="2313" y="747"/>
                  </a:lnTo>
                  <a:close/>
                  <a:moveTo>
                    <a:pt x="2678" y="751"/>
                  </a:moveTo>
                  <a:lnTo>
                    <a:pt x="2665" y="753"/>
                  </a:lnTo>
                  <a:lnTo>
                    <a:pt x="2652" y="753"/>
                  </a:lnTo>
                  <a:lnTo>
                    <a:pt x="2639" y="753"/>
                  </a:lnTo>
                  <a:lnTo>
                    <a:pt x="2628" y="749"/>
                  </a:lnTo>
                  <a:lnTo>
                    <a:pt x="2623" y="745"/>
                  </a:lnTo>
                  <a:lnTo>
                    <a:pt x="2618" y="741"/>
                  </a:lnTo>
                  <a:lnTo>
                    <a:pt x="2614" y="737"/>
                  </a:lnTo>
                  <a:lnTo>
                    <a:pt x="2610" y="731"/>
                  </a:lnTo>
                  <a:lnTo>
                    <a:pt x="2606" y="725"/>
                  </a:lnTo>
                  <a:lnTo>
                    <a:pt x="2603" y="717"/>
                  </a:lnTo>
                  <a:lnTo>
                    <a:pt x="2601" y="709"/>
                  </a:lnTo>
                  <a:lnTo>
                    <a:pt x="2599" y="699"/>
                  </a:lnTo>
                  <a:lnTo>
                    <a:pt x="2597" y="687"/>
                  </a:lnTo>
                  <a:lnTo>
                    <a:pt x="2596" y="675"/>
                  </a:lnTo>
                  <a:lnTo>
                    <a:pt x="2595" y="659"/>
                  </a:lnTo>
                  <a:lnTo>
                    <a:pt x="2595" y="645"/>
                  </a:lnTo>
                  <a:lnTo>
                    <a:pt x="2595" y="248"/>
                  </a:lnTo>
                  <a:lnTo>
                    <a:pt x="2545" y="248"/>
                  </a:lnTo>
                  <a:lnTo>
                    <a:pt x="2541" y="248"/>
                  </a:lnTo>
                  <a:lnTo>
                    <a:pt x="2540" y="246"/>
                  </a:lnTo>
                  <a:lnTo>
                    <a:pt x="2538" y="244"/>
                  </a:lnTo>
                  <a:lnTo>
                    <a:pt x="2536" y="240"/>
                  </a:lnTo>
                  <a:lnTo>
                    <a:pt x="2536" y="236"/>
                  </a:lnTo>
                  <a:lnTo>
                    <a:pt x="2535" y="232"/>
                  </a:lnTo>
                  <a:lnTo>
                    <a:pt x="2535" y="222"/>
                  </a:lnTo>
                  <a:lnTo>
                    <a:pt x="2536" y="220"/>
                  </a:lnTo>
                  <a:lnTo>
                    <a:pt x="2536" y="216"/>
                  </a:lnTo>
                  <a:lnTo>
                    <a:pt x="2537" y="214"/>
                  </a:lnTo>
                  <a:lnTo>
                    <a:pt x="2538" y="212"/>
                  </a:lnTo>
                  <a:lnTo>
                    <a:pt x="2540" y="210"/>
                  </a:lnTo>
                  <a:lnTo>
                    <a:pt x="2541" y="208"/>
                  </a:lnTo>
                  <a:lnTo>
                    <a:pt x="2545" y="208"/>
                  </a:lnTo>
                  <a:lnTo>
                    <a:pt x="2595" y="208"/>
                  </a:lnTo>
                  <a:lnTo>
                    <a:pt x="2595" y="104"/>
                  </a:lnTo>
                  <a:lnTo>
                    <a:pt x="2595" y="96"/>
                  </a:lnTo>
                  <a:lnTo>
                    <a:pt x="2596" y="94"/>
                  </a:lnTo>
                  <a:lnTo>
                    <a:pt x="2597" y="90"/>
                  </a:lnTo>
                  <a:lnTo>
                    <a:pt x="2598" y="88"/>
                  </a:lnTo>
                  <a:lnTo>
                    <a:pt x="2600" y="86"/>
                  </a:lnTo>
                  <a:lnTo>
                    <a:pt x="2602" y="86"/>
                  </a:lnTo>
                  <a:lnTo>
                    <a:pt x="2603" y="84"/>
                  </a:lnTo>
                  <a:lnTo>
                    <a:pt x="2609" y="84"/>
                  </a:lnTo>
                  <a:lnTo>
                    <a:pt x="2612" y="86"/>
                  </a:lnTo>
                  <a:lnTo>
                    <a:pt x="2615" y="90"/>
                  </a:lnTo>
                  <a:lnTo>
                    <a:pt x="2617" y="96"/>
                  </a:lnTo>
                  <a:lnTo>
                    <a:pt x="2617" y="104"/>
                  </a:lnTo>
                  <a:lnTo>
                    <a:pt x="2617" y="208"/>
                  </a:lnTo>
                  <a:lnTo>
                    <a:pt x="2677" y="208"/>
                  </a:lnTo>
                  <a:lnTo>
                    <a:pt x="2681" y="208"/>
                  </a:lnTo>
                  <a:lnTo>
                    <a:pt x="2682" y="210"/>
                  </a:lnTo>
                  <a:lnTo>
                    <a:pt x="2684" y="212"/>
                  </a:lnTo>
                  <a:lnTo>
                    <a:pt x="2686" y="216"/>
                  </a:lnTo>
                  <a:lnTo>
                    <a:pt x="2686" y="220"/>
                  </a:lnTo>
                  <a:lnTo>
                    <a:pt x="2687" y="222"/>
                  </a:lnTo>
                  <a:lnTo>
                    <a:pt x="2687" y="232"/>
                  </a:lnTo>
                  <a:lnTo>
                    <a:pt x="2686" y="236"/>
                  </a:lnTo>
                  <a:lnTo>
                    <a:pt x="2686" y="240"/>
                  </a:lnTo>
                  <a:lnTo>
                    <a:pt x="2684" y="244"/>
                  </a:lnTo>
                  <a:lnTo>
                    <a:pt x="2682" y="246"/>
                  </a:lnTo>
                  <a:lnTo>
                    <a:pt x="2681" y="248"/>
                  </a:lnTo>
                  <a:lnTo>
                    <a:pt x="2677" y="248"/>
                  </a:lnTo>
                  <a:lnTo>
                    <a:pt x="2617" y="248"/>
                  </a:lnTo>
                  <a:lnTo>
                    <a:pt x="2617" y="645"/>
                  </a:lnTo>
                  <a:lnTo>
                    <a:pt x="2618" y="665"/>
                  </a:lnTo>
                  <a:lnTo>
                    <a:pt x="2619" y="681"/>
                  </a:lnTo>
                  <a:lnTo>
                    <a:pt x="2622" y="693"/>
                  </a:lnTo>
                  <a:lnTo>
                    <a:pt x="2624" y="697"/>
                  </a:lnTo>
                  <a:lnTo>
                    <a:pt x="2626" y="701"/>
                  </a:lnTo>
                  <a:lnTo>
                    <a:pt x="2628" y="705"/>
                  </a:lnTo>
                  <a:lnTo>
                    <a:pt x="2631" y="707"/>
                  </a:lnTo>
                  <a:lnTo>
                    <a:pt x="2634" y="711"/>
                  </a:lnTo>
                  <a:lnTo>
                    <a:pt x="2637" y="711"/>
                  </a:lnTo>
                  <a:lnTo>
                    <a:pt x="2644" y="713"/>
                  </a:lnTo>
                  <a:lnTo>
                    <a:pt x="2652" y="713"/>
                  </a:lnTo>
                  <a:lnTo>
                    <a:pt x="2676" y="713"/>
                  </a:lnTo>
                  <a:lnTo>
                    <a:pt x="2681" y="715"/>
                  </a:lnTo>
                  <a:lnTo>
                    <a:pt x="2684" y="717"/>
                  </a:lnTo>
                  <a:lnTo>
                    <a:pt x="2685" y="719"/>
                  </a:lnTo>
                  <a:lnTo>
                    <a:pt x="2686" y="723"/>
                  </a:lnTo>
                  <a:lnTo>
                    <a:pt x="2686" y="725"/>
                  </a:lnTo>
                  <a:lnTo>
                    <a:pt x="2687" y="729"/>
                  </a:lnTo>
                  <a:lnTo>
                    <a:pt x="2686" y="737"/>
                  </a:lnTo>
                  <a:lnTo>
                    <a:pt x="2685" y="743"/>
                  </a:lnTo>
                  <a:lnTo>
                    <a:pt x="2684" y="747"/>
                  </a:lnTo>
                  <a:lnTo>
                    <a:pt x="2682" y="747"/>
                  </a:lnTo>
                  <a:lnTo>
                    <a:pt x="2678" y="751"/>
                  </a:lnTo>
                  <a:close/>
                  <a:moveTo>
                    <a:pt x="2945" y="753"/>
                  </a:moveTo>
                  <a:lnTo>
                    <a:pt x="2940" y="753"/>
                  </a:lnTo>
                  <a:lnTo>
                    <a:pt x="2937" y="751"/>
                  </a:lnTo>
                  <a:lnTo>
                    <a:pt x="2934" y="747"/>
                  </a:lnTo>
                  <a:lnTo>
                    <a:pt x="2933" y="741"/>
                  </a:lnTo>
                  <a:lnTo>
                    <a:pt x="2932" y="735"/>
                  </a:lnTo>
                  <a:lnTo>
                    <a:pt x="2932" y="395"/>
                  </a:lnTo>
                  <a:lnTo>
                    <a:pt x="2932" y="377"/>
                  </a:lnTo>
                  <a:lnTo>
                    <a:pt x="2931" y="359"/>
                  </a:lnTo>
                  <a:lnTo>
                    <a:pt x="2930" y="343"/>
                  </a:lnTo>
                  <a:lnTo>
                    <a:pt x="2928" y="329"/>
                  </a:lnTo>
                  <a:lnTo>
                    <a:pt x="2926" y="315"/>
                  </a:lnTo>
                  <a:lnTo>
                    <a:pt x="2923" y="303"/>
                  </a:lnTo>
                  <a:lnTo>
                    <a:pt x="2919" y="292"/>
                  </a:lnTo>
                  <a:lnTo>
                    <a:pt x="2915" y="282"/>
                  </a:lnTo>
                  <a:lnTo>
                    <a:pt x="2913" y="276"/>
                  </a:lnTo>
                  <a:lnTo>
                    <a:pt x="2910" y="272"/>
                  </a:lnTo>
                  <a:lnTo>
                    <a:pt x="2905" y="264"/>
                  </a:lnTo>
                  <a:lnTo>
                    <a:pt x="2899" y="258"/>
                  </a:lnTo>
                  <a:lnTo>
                    <a:pt x="2892" y="252"/>
                  </a:lnTo>
                  <a:lnTo>
                    <a:pt x="2885" y="248"/>
                  </a:lnTo>
                  <a:lnTo>
                    <a:pt x="2881" y="246"/>
                  </a:lnTo>
                  <a:lnTo>
                    <a:pt x="2876" y="244"/>
                  </a:lnTo>
                  <a:lnTo>
                    <a:pt x="2867" y="242"/>
                  </a:lnTo>
                  <a:lnTo>
                    <a:pt x="2858" y="242"/>
                  </a:lnTo>
                  <a:lnTo>
                    <a:pt x="2841" y="244"/>
                  </a:lnTo>
                  <a:lnTo>
                    <a:pt x="2823" y="246"/>
                  </a:lnTo>
                  <a:lnTo>
                    <a:pt x="2804" y="252"/>
                  </a:lnTo>
                  <a:lnTo>
                    <a:pt x="2796" y="256"/>
                  </a:lnTo>
                  <a:lnTo>
                    <a:pt x="2789" y="260"/>
                  </a:lnTo>
                  <a:lnTo>
                    <a:pt x="2789" y="735"/>
                  </a:lnTo>
                  <a:lnTo>
                    <a:pt x="2789" y="737"/>
                  </a:lnTo>
                  <a:lnTo>
                    <a:pt x="2788" y="741"/>
                  </a:lnTo>
                  <a:lnTo>
                    <a:pt x="2786" y="747"/>
                  </a:lnTo>
                  <a:lnTo>
                    <a:pt x="2785" y="749"/>
                  </a:lnTo>
                  <a:lnTo>
                    <a:pt x="2784" y="751"/>
                  </a:lnTo>
                  <a:lnTo>
                    <a:pt x="2780" y="753"/>
                  </a:lnTo>
                  <a:lnTo>
                    <a:pt x="2775" y="753"/>
                  </a:lnTo>
                  <a:lnTo>
                    <a:pt x="2772" y="751"/>
                  </a:lnTo>
                  <a:lnTo>
                    <a:pt x="2769" y="747"/>
                  </a:lnTo>
                  <a:lnTo>
                    <a:pt x="2767" y="741"/>
                  </a:lnTo>
                  <a:lnTo>
                    <a:pt x="2767" y="735"/>
                  </a:lnTo>
                  <a:lnTo>
                    <a:pt x="2767" y="20"/>
                  </a:lnTo>
                  <a:lnTo>
                    <a:pt x="2767" y="16"/>
                  </a:lnTo>
                  <a:lnTo>
                    <a:pt x="2767" y="12"/>
                  </a:lnTo>
                  <a:lnTo>
                    <a:pt x="2769" y="6"/>
                  </a:lnTo>
                  <a:lnTo>
                    <a:pt x="2770" y="4"/>
                  </a:lnTo>
                  <a:lnTo>
                    <a:pt x="2772" y="2"/>
                  </a:lnTo>
                  <a:lnTo>
                    <a:pt x="2775" y="0"/>
                  </a:lnTo>
                  <a:lnTo>
                    <a:pt x="2780" y="0"/>
                  </a:lnTo>
                  <a:lnTo>
                    <a:pt x="2784" y="2"/>
                  </a:lnTo>
                  <a:lnTo>
                    <a:pt x="2786" y="6"/>
                  </a:lnTo>
                  <a:lnTo>
                    <a:pt x="2788" y="12"/>
                  </a:lnTo>
                  <a:lnTo>
                    <a:pt x="2789" y="20"/>
                  </a:lnTo>
                  <a:lnTo>
                    <a:pt x="2789" y="220"/>
                  </a:lnTo>
                  <a:lnTo>
                    <a:pt x="2804" y="214"/>
                  </a:lnTo>
                  <a:lnTo>
                    <a:pt x="2823" y="208"/>
                  </a:lnTo>
                  <a:lnTo>
                    <a:pt x="2840" y="204"/>
                  </a:lnTo>
                  <a:lnTo>
                    <a:pt x="2858" y="202"/>
                  </a:lnTo>
                  <a:lnTo>
                    <a:pt x="2870" y="204"/>
                  </a:lnTo>
                  <a:lnTo>
                    <a:pt x="2882" y="206"/>
                  </a:lnTo>
                  <a:lnTo>
                    <a:pt x="2887" y="208"/>
                  </a:lnTo>
                  <a:lnTo>
                    <a:pt x="2892" y="210"/>
                  </a:lnTo>
                  <a:lnTo>
                    <a:pt x="2902" y="216"/>
                  </a:lnTo>
                  <a:lnTo>
                    <a:pt x="2911" y="224"/>
                  </a:lnTo>
                  <a:lnTo>
                    <a:pt x="2915" y="230"/>
                  </a:lnTo>
                  <a:lnTo>
                    <a:pt x="2919" y="234"/>
                  </a:lnTo>
                  <a:lnTo>
                    <a:pt x="2926" y="244"/>
                  </a:lnTo>
                  <a:lnTo>
                    <a:pt x="2932" y="256"/>
                  </a:lnTo>
                  <a:lnTo>
                    <a:pt x="2937" y="270"/>
                  </a:lnTo>
                  <a:lnTo>
                    <a:pt x="2940" y="278"/>
                  </a:lnTo>
                  <a:lnTo>
                    <a:pt x="2942" y="286"/>
                  </a:lnTo>
                  <a:lnTo>
                    <a:pt x="2944" y="292"/>
                  </a:lnTo>
                  <a:lnTo>
                    <a:pt x="2946" y="300"/>
                  </a:lnTo>
                  <a:lnTo>
                    <a:pt x="2947" y="309"/>
                  </a:lnTo>
                  <a:lnTo>
                    <a:pt x="2949" y="317"/>
                  </a:lnTo>
                  <a:lnTo>
                    <a:pt x="2951" y="335"/>
                  </a:lnTo>
                  <a:lnTo>
                    <a:pt x="2952" y="345"/>
                  </a:lnTo>
                  <a:lnTo>
                    <a:pt x="2953" y="355"/>
                  </a:lnTo>
                  <a:lnTo>
                    <a:pt x="2953" y="375"/>
                  </a:lnTo>
                  <a:lnTo>
                    <a:pt x="2954" y="395"/>
                  </a:lnTo>
                  <a:lnTo>
                    <a:pt x="2954" y="735"/>
                  </a:lnTo>
                  <a:lnTo>
                    <a:pt x="2953" y="741"/>
                  </a:lnTo>
                  <a:lnTo>
                    <a:pt x="2953" y="745"/>
                  </a:lnTo>
                  <a:lnTo>
                    <a:pt x="2952" y="747"/>
                  </a:lnTo>
                  <a:lnTo>
                    <a:pt x="2950" y="749"/>
                  </a:lnTo>
                  <a:lnTo>
                    <a:pt x="2949" y="751"/>
                  </a:lnTo>
                  <a:lnTo>
                    <a:pt x="2947" y="753"/>
                  </a:lnTo>
                  <a:lnTo>
                    <a:pt x="2945" y="753"/>
                  </a:lnTo>
                  <a:close/>
                  <a:moveTo>
                    <a:pt x="3232" y="487"/>
                  </a:moveTo>
                  <a:lnTo>
                    <a:pt x="3061" y="487"/>
                  </a:lnTo>
                  <a:lnTo>
                    <a:pt x="3061" y="509"/>
                  </a:lnTo>
                  <a:lnTo>
                    <a:pt x="3061" y="539"/>
                  </a:lnTo>
                  <a:lnTo>
                    <a:pt x="3062" y="553"/>
                  </a:lnTo>
                  <a:lnTo>
                    <a:pt x="3063" y="565"/>
                  </a:lnTo>
                  <a:lnTo>
                    <a:pt x="3064" y="579"/>
                  </a:lnTo>
                  <a:lnTo>
                    <a:pt x="3065" y="591"/>
                  </a:lnTo>
                  <a:lnTo>
                    <a:pt x="3068" y="613"/>
                  </a:lnTo>
                  <a:lnTo>
                    <a:pt x="3072" y="631"/>
                  </a:lnTo>
                  <a:lnTo>
                    <a:pt x="3077" y="647"/>
                  </a:lnTo>
                  <a:lnTo>
                    <a:pt x="3082" y="663"/>
                  </a:lnTo>
                  <a:lnTo>
                    <a:pt x="3085" y="669"/>
                  </a:lnTo>
                  <a:lnTo>
                    <a:pt x="3088" y="675"/>
                  </a:lnTo>
                  <a:lnTo>
                    <a:pt x="3091" y="681"/>
                  </a:lnTo>
                  <a:lnTo>
                    <a:pt x="3094" y="685"/>
                  </a:lnTo>
                  <a:lnTo>
                    <a:pt x="3101" y="693"/>
                  </a:lnTo>
                  <a:lnTo>
                    <a:pt x="3109" y="701"/>
                  </a:lnTo>
                  <a:lnTo>
                    <a:pt x="3117" y="705"/>
                  </a:lnTo>
                  <a:lnTo>
                    <a:pt x="3125" y="709"/>
                  </a:lnTo>
                  <a:lnTo>
                    <a:pt x="3134" y="713"/>
                  </a:lnTo>
                  <a:lnTo>
                    <a:pt x="3143" y="713"/>
                  </a:lnTo>
                  <a:lnTo>
                    <a:pt x="3153" y="713"/>
                  </a:lnTo>
                  <a:lnTo>
                    <a:pt x="3171" y="713"/>
                  </a:lnTo>
                  <a:lnTo>
                    <a:pt x="3189" y="709"/>
                  </a:lnTo>
                  <a:lnTo>
                    <a:pt x="3209" y="703"/>
                  </a:lnTo>
                  <a:lnTo>
                    <a:pt x="3228" y="697"/>
                  </a:lnTo>
                  <a:lnTo>
                    <a:pt x="3229" y="697"/>
                  </a:lnTo>
                  <a:lnTo>
                    <a:pt x="3231" y="697"/>
                  </a:lnTo>
                  <a:lnTo>
                    <a:pt x="3235" y="697"/>
                  </a:lnTo>
                  <a:lnTo>
                    <a:pt x="3236" y="699"/>
                  </a:lnTo>
                  <a:lnTo>
                    <a:pt x="3237" y="703"/>
                  </a:lnTo>
                  <a:lnTo>
                    <a:pt x="3238" y="705"/>
                  </a:lnTo>
                  <a:lnTo>
                    <a:pt x="3238" y="709"/>
                  </a:lnTo>
                  <a:lnTo>
                    <a:pt x="3238" y="721"/>
                  </a:lnTo>
                  <a:lnTo>
                    <a:pt x="3237" y="725"/>
                  </a:lnTo>
                  <a:lnTo>
                    <a:pt x="3236" y="729"/>
                  </a:lnTo>
                  <a:lnTo>
                    <a:pt x="3235" y="731"/>
                  </a:lnTo>
                  <a:lnTo>
                    <a:pt x="3233" y="733"/>
                  </a:lnTo>
                  <a:lnTo>
                    <a:pt x="3229" y="737"/>
                  </a:lnTo>
                  <a:lnTo>
                    <a:pt x="3210" y="743"/>
                  </a:lnTo>
                  <a:lnTo>
                    <a:pt x="3190" y="749"/>
                  </a:lnTo>
                  <a:lnTo>
                    <a:pt x="3171" y="751"/>
                  </a:lnTo>
                  <a:lnTo>
                    <a:pt x="3153" y="753"/>
                  </a:lnTo>
                  <a:lnTo>
                    <a:pt x="3141" y="753"/>
                  </a:lnTo>
                  <a:lnTo>
                    <a:pt x="3129" y="751"/>
                  </a:lnTo>
                  <a:lnTo>
                    <a:pt x="3118" y="747"/>
                  </a:lnTo>
                  <a:lnTo>
                    <a:pt x="3108" y="741"/>
                  </a:lnTo>
                  <a:lnTo>
                    <a:pt x="3098" y="735"/>
                  </a:lnTo>
                  <a:lnTo>
                    <a:pt x="3093" y="731"/>
                  </a:lnTo>
                  <a:lnTo>
                    <a:pt x="3089" y="727"/>
                  </a:lnTo>
                  <a:lnTo>
                    <a:pt x="3080" y="715"/>
                  </a:lnTo>
                  <a:lnTo>
                    <a:pt x="3072" y="703"/>
                  </a:lnTo>
                  <a:lnTo>
                    <a:pt x="3068" y="695"/>
                  </a:lnTo>
                  <a:lnTo>
                    <a:pt x="3065" y="687"/>
                  </a:lnTo>
                  <a:lnTo>
                    <a:pt x="3058" y="669"/>
                  </a:lnTo>
                  <a:lnTo>
                    <a:pt x="3053" y="649"/>
                  </a:lnTo>
                  <a:lnTo>
                    <a:pt x="3048" y="627"/>
                  </a:lnTo>
                  <a:lnTo>
                    <a:pt x="3046" y="615"/>
                  </a:lnTo>
                  <a:lnTo>
                    <a:pt x="3044" y="601"/>
                  </a:lnTo>
                  <a:lnTo>
                    <a:pt x="3041" y="573"/>
                  </a:lnTo>
                  <a:lnTo>
                    <a:pt x="3039" y="543"/>
                  </a:lnTo>
                  <a:lnTo>
                    <a:pt x="3039" y="527"/>
                  </a:lnTo>
                  <a:lnTo>
                    <a:pt x="3039" y="509"/>
                  </a:lnTo>
                  <a:lnTo>
                    <a:pt x="3039" y="443"/>
                  </a:lnTo>
                  <a:lnTo>
                    <a:pt x="3039" y="417"/>
                  </a:lnTo>
                  <a:lnTo>
                    <a:pt x="3040" y="391"/>
                  </a:lnTo>
                  <a:lnTo>
                    <a:pt x="3043" y="369"/>
                  </a:lnTo>
                  <a:lnTo>
                    <a:pt x="3045" y="345"/>
                  </a:lnTo>
                  <a:lnTo>
                    <a:pt x="3047" y="335"/>
                  </a:lnTo>
                  <a:lnTo>
                    <a:pt x="3049" y="325"/>
                  </a:lnTo>
                  <a:lnTo>
                    <a:pt x="3051" y="315"/>
                  </a:lnTo>
                  <a:lnTo>
                    <a:pt x="3053" y="305"/>
                  </a:lnTo>
                  <a:lnTo>
                    <a:pt x="3056" y="296"/>
                  </a:lnTo>
                  <a:lnTo>
                    <a:pt x="3059" y="288"/>
                  </a:lnTo>
                  <a:lnTo>
                    <a:pt x="3065" y="270"/>
                  </a:lnTo>
                  <a:lnTo>
                    <a:pt x="3072" y="256"/>
                  </a:lnTo>
                  <a:lnTo>
                    <a:pt x="3079" y="242"/>
                  </a:lnTo>
                  <a:lnTo>
                    <a:pt x="3087" y="230"/>
                  </a:lnTo>
                  <a:lnTo>
                    <a:pt x="3097" y="220"/>
                  </a:lnTo>
                  <a:lnTo>
                    <a:pt x="3106" y="212"/>
                  </a:lnTo>
                  <a:lnTo>
                    <a:pt x="3117" y="208"/>
                  </a:lnTo>
                  <a:lnTo>
                    <a:pt x="3128" y="204"/>
                  </a:lnTo>
                  <a:lnTo>
                    <a:pt x="3134" y="202"/>
                  </a:lnTo>
                  <a:lnTo>
                    <a:pt x="3141" y="202"/>
                  </a:lnTo>
                  <a:lnTo>
                    <a:pt x="3154" y="204"/>
                  </a:lnTo>
                  <a:lnTo>
                    <a:pt x="3160" y="204"/>
                  </a:lnTo>
                  <a:lnTo>
                    <a:pt x="3166" y="206"/>
                  </a:lnTo>
                  <a:lnTo>
                    <a:pt x="3177" y="212"/>
                  </a:lnTo>
                  <a:lnTo>
                    <a:pt x="3182" y="216"/>
                  </a:lnTo>
                  <a:lnTo>
                    <a:pt x="3186" y="220"/>
                  </a:lnTo>
                  <a:lnTo>
                    <a:pt x="3196" y="230"/>
                  </a:lnTo>
                  <a:lnTo>
                    <a:pt x="3204" y="240"/>
                  </a:lnTo>
                  <a:lnTo>
                    <a:pt x="3211" y="254"/>
                  </a:lnTo>
                  <a:lnTo>
                    <a:pt x="3214" y="260"/>
                  </a:lnTo>
                  <a:lnTo>
                    <a:pt x="3218" y="268"/>
                  </a:lnTo>
                  <a:lnTo>
                    <a:pt x="3223" y="286"/>
                  </a:lnTo>
                  <a:lnTo>
                    <a:pt x="3228" y="303"/>
                  </a:lnTo>
                  <a:lnTo>
                    <a:pt x="3232" y="323"/>
                  </a:lnTo>
                  <a:lnTo>
                    <a:pt x="3236" y="343"/>
                  </a:lnTo>
                  <a:lnTo>
                    <a:pt x="3238" y="365"/>
                  </a:lnTo>
                  <a:lnTo>
                    <a:pt x="3240" y="389"/>
                  </a:lnTo>
                  <a:lnTo>
                    <a:pt x="3241" y="415"/>
                  </a:lnTo>
                  <a:lnTo>
                    <a:pt x="3242" y="441"/>
                  </a:lnTo>
                  <a:lnTo>
                    <a:pt x="3242" y="469"/>
                  </a:lnTo>
                  <a:lnTo>
                    <a:pt x="3241" y="473"/>
                  </a:lnTo>
                  <a:lnTo>
                    <a:pt x="3241" y="475"/>
                  </a:lnTo>
                  <a:lnTo>
                    <a:pt x="3239" y="483"/>
                  </a:lnTo>
                  <a:lnTo>
                    <a:pt x="3236" y="487"/>
                  </a:lnTo>
                  <a:lnTo>
                    <a:pt x="3232" y="487"/>
                  </a:lnTo>
                  <a:close/>
                  <a:moveTo>
                    <a:pt x="3220" y="441"/>
                  </a:moveTo>
                  <a:lnTo>
                    <a:pt x="3219" y="417"/>
                  </a:lnTo>
                  <a:lnTo>
                    <a:pt x="3219" y="397"/>
                  </a:lnTo>
                  <a:lnTo>
                    <a:pt x="3217" y="375"/>
                  </a:lnTo>
                  <a:lnTo>
                    <a:pt x="3215" y="357"/>
                  </a:lnTo>
                  <a:lnTo>
                    <a:pt x="3213" y="339"/>
                  </a:lnTo>
                  <a:lnTo>
                    <a:pt x="3210" y="321"/>
                  </a:lnTo>
                  <a:lnTo>
                    <a:pt x="3208" y="315"/>
                  </a:lnTo>
                  <a:lnTo>
                    <a:pt x="3206" y="307"/>
                  </a:lnTo>
                  <a:lnTo>
                    <a:pt x="3202" y="294"/>
                  </a:lnTo>
                  <a:lnTo>
                    <a:pt x="3199" y="288"/>
                  </a:lnTo>
                  <a:lnTo>
                    <a:pt x="3197" y="282"/>
                  </a:lnTo>
                  <a:lnTo>
                    <a:pt x="3194" y="276"/>
                  </a:lnTo>
                  <a:lnTo>
                    <a:pt x="3191" y="272"/>
                  </a:lnTo>
                  <a:lnTo>
                    <a:pt x="3188" y="266"/>
                  </a:lnTo>
                  <a:lnTo>
                    <a:pt x="3185" y="262"/>
                  </a:lnTo>
                  <a:lnTo>
                    <a:pt x="3178" y="256"/>
                  </a:lnTo>
                  <a:lnTo>
                    <a:pt x="3170" y="250"/>
                  </a:lnTo>
                  <a:lnTo>
                    <a:pt x="3161" y="246"/>
                  </a:lnTo>
                  <a:lnTo>
                    <a:pt x="3152" y="242"/>
                  </a:lnTo>
                  <a:lnTo>
                    <a:pt x="3141" y="242"/>
                  </a:lnTo>
                  <a:lnTo>
                    <a:pt x="3130" y="242"/>
                  </a:lnTo>
                  <a:lnTo>
                    <a:pt x="3126" y="244"/>
                  </a:lnTo>
                  <a:lnTo>
                    <a:pt x="3121" y="246"/>
                  </a:lnTo>
                  <a:lnTo>
                    <a:pt x="3112" y="250"/>
                  </a:lnTo>
                  <a:lnTo>
                    <a:pt x="3105" y="256"/>
                  </a:lnTo>
                  <a:lnTo>
                    <a:pt x="3097" y="264"/>
                  </a:lnTo>
                  <a:lnTo>
                    <a:pt x="3091" y="274"/>
                  </a:lnTo>
                  <a:lnTo>
                    <a:pt x="3085" y="284"/>
                  </a:lnTo>
                  <a:lnTo>
                    <a:pt x="3080" y="298"/>
                  </a:lnTo>
                  <a:lnTo>
                    <a:pt x="3075" y="311"/>
                  </a:lnTo>
                  <a:lnTo>
                    <a:pt x="3073" y="317"/>
                  </a:lnTo>
                  <a:lnTo>
                    <a:pt x="3071" y="325"/>
                  </a:lnTo>
                  <a:lnTo>
                    <a:pt x="3068" y="343"/>
                  </a:lnTo>
                  <a:lnTo>
                    <a:pt x="3066" y="361"/>
                  </a:lnTo>
                  <a:lnTo>
                    <a:pt x="3064" y="379"/>
                  </a:lnTo>
                  <a:lnTo>
                    <a:pt x="3062" y="399"/>
                  </a:lnTo>
                  <a:lnTo>
                    <a:pt x="3061" y="421"/>
                  </a:lnTo>
                  <a:lnTo>
                    <a:pt x="3061" y="443"/>
                  </a:lnTo>
                  <a:lnTo>
                    <a:pt x="3220" y="447"/>
                  </a:lnTo>
                  <a:lnTo>
                    <a:pt x="3220" y="441"/>
                  </a:lnTo>
                  <a:close/>
                  <a:moveTo>
                    <a:pt x="3726" y="699"/>
                  </a:moveTo>
                  <a:lnTo>
                    <a:pt x="3724" y="713"/>
                  </a:lnTo>
                  <a:lnTo>
                    <a:pt x="3722" y="723"/>
                  </a:lnTo>
                  <a:lnTo>
                    <a:pt x="3720" y="733"/>
                  </a:lnTo>
                  <a:lnTo>
                    <a:pt x="3718" y="737"/>
                  </a:lnTo>
                  <a:lnTo>
                    <a:pt x="3717" y="741"/>
                  </a:lnTo>
                  <a:lnTo>
                    <a:pt x="3714" y="747"/>
                  </a:lnTo>
                  <a:lnTo>
                    <a:pt x="3710" y="751"/>
                  </a:lnTo>
                  <a:lnTo>
                    <a:pt x="3705" y="753"/>
                  </a:lnTo>
                  <a:lnTo>
                    <a:pt x="3700" y="753"/>
                  </a:lnTo>
                  <a:lnTo>
                    <a:pt x="3694" y="753"/>
                  </a:lnTo>
                  <a:lnTo>
                    <a:pt x="3692" y="751"/>
                  </a:lnTo>
                  <a:lnTo>
                    <a:pt x="3690" y="749"/>
                  </a:lnTo>
                  <a:lnTo>
                    <a:pt x="3688" y="747"/>
                  </a:lnTo>
                  <a:lnTo>
                    <a:pt x="3686" y="745"/>
                  </a:lnTo>
                  <a:lnTo>
                    <a:pt x="3684" y="741"/>
                  </a:lnTo>
                  <a:lnTo>
                    <a:pt x="3683" y="739"/>
                  </a:lnTo>
                  <a:lnTo>
                    <a:pt x="3680" y="731"/>
                  </a:lnTo>
                  <a:lnTo>
                    <a:pt x="3678" y="721"/>
                  </a:lnTo>
                  <a:lnTo>
                    <a:pt x="3676" y="709"/>
                  </a:lnTo>
                  <a:lnTo>
                    <a:pt x="3674" y="695"/>
                  </a:lnTo>
                  <a:lnTo>
                    <a:pt x="3621" y="313"/>
                  </a:lnTo>
                  <a:lnTo>
                    <a:pt x="3619" y="305"/>
                  </a:lnTo>
                  <a:lnTo>
                    <a:pt x="3618" y="305"/>
                  </a:lnTo>
                  <a:lnTo>
                    <a:pt x="3617" y="305"/>
                  </a:lnTo>
                  <a:lnTo>
                    <a:pt x="3615" y="305"/>
                  </a:lnTo>
                  <a:lnTo>
                    <a:pt x="3614" y="313"/>
                  </a:lnTo>
                  <a:lnTo>
                    <a:pt x="3560" y="695"/>
                  </a:lnTo>
                  <a:lnTo>
                    <a:pt x="3556" y="721"/>
                  </a:lnTo>
                  <a:lnTo>
                    <a:pt x="3554" y="731"/>
                  </a:lnTo>
                  <a:lnTo>
                    <a:pt x="3552" y="739"/>
                  </a:lnTo>
                  <a:lnTo>
                    <a:pt x="3548" y="745"/>
                  </a:lnTo>
                  <a:lnTo>
                    <a:pt x="3545" y="749"/>
                  </a:lnTo>
                  <a:lnTo>
                    <a:pt x="3540" y="753"/>
                  </a:lnTo>
                  <a:lnTo>
                    <a:pt x="3535" y="753"/>
                  </a:lnTo>
                  <a:lnTo>
                    <a:pt x="3529" y="753"/>
                  </a:lnTo>
                  <a:lnTo>
                    <a:pt x="3525" y="751"/>
                  </a:lnTo>
                  <a:lnTo>
                    <a:pt x="3521" y="747"/>
                  </a:lnTo>
                  <a:lnTo>
                    <a:pt x="3517" y="741"/>
                  </a:lnTo>
                  <a:lnTo>
                    <a:pt x="3516" y="737"/>
                  </a:lnTo>
                  <a:lnTo>
                    <a:pt x="3515" y="733"/>
                  </a:lnTo>
                  <a:lnTo>
                    <a:pt x="3513" y="729"/>
                  </a:lnTo>
                  <a:lnTo>
                    <a:pt x="3512" y="723"/>
                  </a:lnTo>
                  <a:lnTo>
                    <a:pt x="3510" y="713"/>
                  </a:lnTo>
                  <a:lnTo>
                    <a:pt x="3508" y="699"/>
                  </a:lnTo>
                  <a:lnTo>
                    <a:pt x="3452" y="232"/>
                  </a:lnTo>
                  <a:lnTo>
                    <a:pt x="3452" y="228"/>
                  </a:lnTo>
                  <a:lnTo>
                    <a:pt x="3452" y="222"/>
                  </a:lnTo>
                  <a:lnTo>
                    <a:pt x="3452" y="218"/>
                  </a:lnTo>
                  <a:lnTo>
                    <a:pt x="3453" y="216"/>
                  </a:lnTo>
                  <a:lnTo>
                    <a:pt x="3454" y="212"/>
                  </a:lnTo>
                  <a:lnTo>
                    <a:pt x="3456" y="210"/>
                  </a:lnTo>
                  <a:lnTo>
                    <a:pt x="3458" y="208"/>
                  </a:lnTo>
                  <a:lnTo>
                    <a:pt x="3461" y="208"/>
                  </a:lnTo>
                  <a:lnTo>
                    <a:pt x="3467" y="208"/>
                  </a:lnTo>
                  <a:lnTo>
                    <a:pt x="3470" y="212"/>
                  </a:lnTo>
                  <a:lnTo>
                    <a:pt x="3471" y="216"/>
                  </a:lnTo>
                  <a:lnTo>
                    <a:pt x="3472" y="222"/>
                  </a:lnTo>
                  <a:lnTo>
                    <a:pt x="3528" y="689"/>
                  </a:lnTo>
                  <a:lnTo>
                    <a:pt x="3530" y="703"/>
                  </a:lnTo>
                  <a:lnTo>
                    <a:pt x="3531" y="711"/>
                  </a:lnTo>
                  <a:lnTo>
                    <a:pt x="3533" y="713"/>
                  </a:lnTo>
                  <a:lnTo>
                    <a:pt x="3535" y="713"/>
                  </a:lnTo>
                  <a:lnTo>
                    <a:pt x="3536" y="713"/>
                  </a:lnTo>
                  <a:lnTo>
                    <a:pt x="3538" y="709"/>
                  </a:lnTo>
                  <a:lnTo>
                    <a:pt x="3539" y="703"/>
                  </a:lnTo>
                  <a:lnTo>
                    <a:pt x="3541" y="689"/>
                  </a:lnTo>
                  <a:lnTo>
                    <a:pt x="3596" y="301"/>
                  </a:lnTo>
                  <a:lnTo>
                    <a:pt x="3597" y="294"/>
                  </a:lnTo>
                  <a:lnTo>
                    <a:pt x="3599" y="286"/>
                  </a:lnTo>
                  <a:lnTo>
                    <a:pt x="3601" y="280"/>
                  </a:lnTo>
                  <a:lnTo>
                    <a:pt x="3604" y="274"/>
                  </a:lnTo>
                  <a:lnTo>
                    <a:pt x="3607" y="270"/>
                  </a:lnTo>
                  <a:lnTo>
                    <a:pt x="3610" y="268"/>
                  </a:lnTo>
                  <a:lnTo>
                    <a:pt x="3614" y="266"/>
                  </a:lnTo>
                  <a:lnTo>
                    <a:pt x="3617" y="266"/>
                  </a:lnTo>
                  <a:lnTo>
                    <a:pt x="3621" y="266"/>
                  </a:lnTo>
                  <a:lnTo>
                    <a:pt x="3624" y="268"/>
                  </a:lnTo>
                  <a:lnTo>
                    <a:pt x="3627" y="270"/>
                  </a:lnTo>
                  <a:lnTo>
                    <a:pt x="3630" y="274"/>
                  </a:lnTo>
                  <a:lnTo>
                    <a:pt x="3633" y="280"/>
                  </a:lnTo>
                  <a:lnTo>
                    <a:pt x="3634" y="282"/>
                  </a:lnTo>
                  <a:lnTo>
                    <a:pt x="3635" y="286"/>
                  </a:lnTo>
                  <a:lnTo>
                    <a:pt x="3637" y="294"/>
                  </a:lnTo>
                  <a:lnTo>
                    <a:pt x="3639" y="301"/>
                  </a:lnTo>
                  <a:lnTo>
                    <a:pt x="3693" y="689"/>
                  </a:lnTo>
                  <a:lnTo>
                    <a:pt x="3695" y="703"/>
                  </a:lnTo>
                  <a:lnTo>
                    <a:pt x="3696" y="707"/>
                  </a:lnTo>
                  <a:lnTo>
                    <a:pt x="3697" y="709"/>
                  </a:lnTo>
                  <a:lnTo>
                    <a:pt x="3698" y="713"/>
                  </a:lnTo>
                  <a:lnTo>
                    <a:pt x="3700" y="713"/>
                  </a:lnTo>
                  <a:lnTo>
                    <a:pt x="3701" y="713"/>
                  </a:lnTo>
                  <a:lnTo>
                    <a:pt x="3702" y="713"/>
                  </a:lnTo>
                  <a:lnTo>
                    <a:pt x="3703" y="711"/>
                  </a:lnTo>
                  <a:lnTo>
                    <a:pt x="3704" y="707"/>
                  </a:lnTo>
                  <a:lnTo>
                    <a:pt x="3705" y="703"/>
                  </a:lnTo>
                  <a:lnTo>
                    <a:pt x="3707" y="689"/>
                  </a:lnTo>
                  <a:lnTo>
                    <a:pt x="3761" y="222"/>
                  </a:lnTo>
                  <a:lnTo>
                    <a:pt x="3762" y="216"/>
                  </a:lnTo>
                  <a:lnTo>
                    <a:pt x="3763" y="212"/>
                  </a:lnTo>
                  <a:lnTo>
                    <a:pt x="3764" y="210"/>
                  </a:lnTo>
                  <a:lnTo>
                    <a:pt x="3766" y="208"/>
                  </a:lnTo>
                  <a:lnTo>
                    <a:pt x="3767" y="208"/>
                  </a:lnTo>
                  <a:lnTo>
                    <a:pt x="3769" y="208"/>
                  </a:lnTo>
                  <a:lnTo>
                    <a:pt x="3773" y="208"/>
                  </a:lnTo>
                  <a:lnTo>
                    <a:pt x="3777" y="210"/>
                  </a:lnTo>
                  <a:lnTo>
                    <a:pt x="3779" y="212"/>
                  </a:lnTo>
                  <a:lnTo>
                    <a:pt x="3781" y="214"/>
                  </a:lnTo>
                  <a:lnTo>
                    <a:pt x="3782" y="218"/>
                  </a:lnTo>
                  <a:lnTo>
                    <a:pt x="3782" y="222"/>
                  </a:lnTo>
                  <a:lnTo>
                    <a:pt x="3781" y="232"/>
                  </a:lnTo>
                  <a:lnTo>
                    <a:pt x="3726" y="699"/>
                  </a:lnTo>
                  <a:close/>
                  <a:moveTo>
                    <a:pt x="3953" y="753"/>
                  </a:moveTo>
                  <a:lnTo>
                    <a:pt x="3940" y="753"/>
                  </a:lnTo>
                  <a:lnTo>
                    <a:pt x="3934" y="751"/>
                  </a:lnTo>
                  <a:lnTo>
                    <a:pt x="3929" y="749"/>
                  </a:lnTo>
                  <a:lnTo>
                    <a:pt x="3918" y="745"/>
                  </a:lnTo>
                  <a:lnTo>
                    <a:pt x="3908" y="737"/>
                  </a:lnTo>
                  <a:lnTo>
                    <a:pt x="3903" y="733"/>
                  </a:lnTo>
                  <a:lnTo>
                    <a:pt x="3898" y="729"/>
                  </a:lnTo>
                  <a:lnTo>
                    <a:pt x="3890" y="717"/>
                  </a:lnTo>
                  <a:lnTo>
                    <a:pt x="3882" y="705"/>
                  </a:lnTo>
                  <a:lnTo>
                    <a:pt x="3875" y="689"/>
                  </a:lnTo>
                  <a:lnTo>
                    <a:pt x="3872" y="683"/>
                  </a:lnTo>
                  <a:lnTo>
                    <a:pt x="3869" y="673"/>
                  </a:lnTo>
                  <a:lnTo>
                    <a:pt x="3866" y="665"/>
                  </a:lnTo>
                  <a:lnTo>
                    <a:pt x="3864" y="655"/>
                  </a:lnTo>
                  <a:lnTo>
                    <a:pt x="3859" y="635"/>
                  </a:lnTo>
                  <a:lnTo>
                    <a:pt x="3856" y="615"/>
                  </a:lnTo>
                  <a:lnTo>
                    <a:pt x="3853" y="591"/>
                  </a:lnTo>
                  <a:lnTo>
                    <a:pt x="3851" y="567"/>
                  </a:lnTo>
                  <a:lnTo>
                    <a:pt x="3850" y="541"/>
                  </a:lnTo>
                  <a:lnTo>
                    <a:pt x="3849" y="513"/>
                  </a:lnTo>
                  <a:lnTo>
                    <a:pt x="3849" y="443"/>
                  </a:lnTo>
                  <a:lnTo>
                    <a:pt x="3850" y="415"/>
                  </a:lnTo>
                  <a:lnTo>
                    <a:pt x="3851" y="389"/>
                  </a:lnTo>
                  <a:lnTo>
                    <a:pt x="3853" y="363"/>
                  </a:lnTo>
                  <a:lnTo>
                    <a:pt x="3856" y="341"/>
                  </a:lnTo>
                  <a:lnTo>
                    <a:pt x="3857" y="329"/>
                  </a:lnTo>
                  <a:lnTo>
                    <a:pt x="3859" y="319"/>
                  </a:lnTo>
                  <a:lnTo>
                    <a:pt x="3861" y="309"/>
                  </a:lnTo>
                  <a:lnTo>
                    <a:pt x="3864" y="300"/>
                  </a:lnTo>
                  <a:lnTo>
                    <a:pt x="3866" y="290"/>
                  </a:lnTo>
                  <a:lnTo>
                    <a:pt x="3869" y="282"/>
                  </a:lnTo>
                  <a:lnTo>
                    <a:pt x="3875" y="266"/>
                  </a:lnTo>
                  <a:lnTo>
                    <a:pt x="3882" y="252"/>
                  </a:lnTo>
                  <a:lnTo>
                    <a:pt x="3886" y="244"/>
                  </a:lnTo>
                  <a:lnTo>
                    <a:pt x="3890" y="238"/>
                  </a:lnTo>
                  <a:lnTo>
                    <a:pt x="3898" y="228"/>
                  </a:lnTo>
                  <a:lnTo>
                    <a:pt x="3903" y="222"/>
                  </a:lnTo>
                  <a:lnTo>
                    <a:pt x="3908" y="218"/>
                  </a:lnTo>
                  <a:lnTo>
                    <a:pt x="3918" y="212"/>
                  </a:lnTo>
                  <a:lnTo>
                    <a:pt x="3929" y="206"/>
                  </a:lnTo>
                  <a:lnTo>
                    <a:pt x="3934" y="204"/>
                  </a:lnTo>
                  <a:lnTo>
                    <a:pt x="3940" y="204"/>
                  </a:lnTo>
                  <a:lnTo>
                    <a:pt x="3953" y="202"/>
                  </a:lnTo>
                  <a:lnTo>
                    <a:pt x="3965" y="204"/>
                  </a:lnTo>
                  <a:lnTo>
                    <a:pt x="3971" y="204"/>
                  </a:lnTo>
                  <a:lnTo>
                    <a:pt x="3977" y="206"/>
                  </a:lnTo>
                  <a:lnTo>
                    <a:pt x="3988" y="212"/>
                  </a:lnTo>
                  <a:lnTo>
                    <a:pt x="3998" y="218"/>
                  </a:lnTo>
                  <a:lnTo>
                    <a:pt x="4003" y="222"/>
                  </a:lnTo>
                  <a:lnTo>
                    <a:pt x="4007" y="228"/>
                  </a:lnTo>
                  <a:lnTo>
                    <a:pt x="4016" y="238"/>
                  </a:lnTo>
                  <a:lnTo>
                    <a:pt x="4024" y="252"/>
                  </a:lnTo>
                  <a:lnTo>
                    <a:pt x="4031" y="266"/>
                  </a:lnTo>
                  <a:lnTo>
                    <a:pt x="4034" y="274"/>
                  </a:lnTo>
                  <a:lnTo>
                    <a:pt x="4037" y="282"/>
                  </a:lnTo>
                  <a:lnTo>
                    <a:pt x="4039" y="290"/>
                  </a:lnTo>
                  <a:lnTo>
                    <a:pt x="4042" y="300"/>
                  </a:lnTo>
                  <a:lnTo>
                    <a:pt x="4046" y="319"/>
                  </a:lnTo>
                  <a:lnTo>
                    <a:pt x="4050" y="341"/>
                  </a:lnTo>
                  <a:lnTo>
                    <a:pt x="4053" y="363"/>
                  </a:lnTo>
                  <a:lnTo>
                    <a:pt x="4055" y="389"/>
                  </a:lnTo>
                  <a:lnTo>
                    <a:pt x="4056" y="415"/>
                  </a:lnTo>
                  <a:lnTo>
                    <a:pt x="4057" y="443"/>
                  </a:lnTo>
                  <a:lnTo>
                    <a:pt x="4057" y="513"/>
                  </a:lnTo>
                  <a:lnTo>
                    <a:pt x="4056" y="541"/>
                  </a:lnTo>
                  <a:lnTo>
                    <a:pt x="4055" y="567"/>
                  </a:lnTo>
                  <a:lnTo>
                    <a:pt x="4053" y="591"/>
                  </a:lnTo>
                  <a:lnTo>
                    <a:pt x="4050" y="615"/>
                  </a:lnTo>
                  <a:lnTo>
                    <a:pt x="4048" y="625"/>
                  </a:lnTo>
                  <a:lnTo>
                    <a:pt x="4046" y="635"/>
                  </a:lnTo>
                  <a:lnTo>
                    <a:pt x="4044" y="645"/>
                  </a:lnTo>
                  <a:lnTo>
                    <a:pt x="4042" y="655"/>
                  </a:lnTo>
                  <a:lnTo>
                    <a:pt x="4039" y="665"/>
                  </a:lnTo>
                  <a:lnTo>
                    <a:pt x="4037" y="673"/>
                  </a:lnTo>
                  <a:lnTo>
                    <a:pt x="4031" y="689"/>
                  </a:lnTo>
                  <a:lnTo>
                    <a:pt x="4024" y="705"/>
                  </a:lnTo>
                  <a:lnTo>
                    <a:pt x="4020" y="711"/>
                  </a:lnTo>
                  <a:lnTo>
                    <a:pt x="4016" y="717"/>
                  </a:lnTo>
                  <a:lnTo>
                    <a:pt x="4007" y="729"/>
                  </a:lnTo>
                  <a:lnTo>
                    <a:pt x="4003" y="733"/>
                  </a:lnTo>
                  <a:lnTo>
                    <a:pt x="3998" y="737"/>
                  </a:lnTo>
                  <a:lnTo>
                    <a:pt x="3988" y="745"/>
                  </a:lnTo>
                  <a:lnTo>
                    <a:pt x="3977" y="749"/>
                  </a:lnTo>
                  <a:lnTo>
                    <a:pt x="3971" y="751"/>
                  </a:lnTo>
                  <a:lnTo>
                    <a:pt x="3965" y="753"/>
                  </a:lnTo>
                  <a:lnTo>
                    <a:pt x="3953" y="753"/>
                  </a:lnTo>
                  <a:close/>
                  <a:moveTo>
                    <a:pt x="4034" y="443"/>
                  </a:moveTo>
                  <a:lnTo>
                    <a:pt x="4034" y="419"/>
                  </a:lnTo>
                  <a:lnTo>
                    <a:pt x="4033" y="397"/>
                  </a:lnTo>
                  <a:lnTo>
                    <a:pt x="4033" y="387"/>
                  </a:lnTo>
                  <a:lnTo>
                    <a:pt x="4032" y="377"/>
                  </a:lnTo>
                  <a:lnTo>
                    <a:pt x="4030" y="359"/>
                  </a:lnTo>
                  <a:lnTo>
                    <a:pt x="4027" y="341"/>
                  </a:lnTo>
                  <a:lnTo>
                    <a:pt x="4024" y="323"/>
                  </a:lnTo>
                  <a:lnTo>
                    <a:pt x="4020" y="309"/>
                  </a:lnTo>
                  <a:lnTo>
                    <a:pt x="4016" y="296"/>
                  </a:lnTo>
                  <a:lnTo>
                    <a:pt x="4011" y="284"/>
                  </a:lnTo>
                  <a:lnTo>
                    <a:pt x="4008" y="278"/>
                  </a:lnTo>
                  <a:lnTo>
                    <a:pt x="4005" y="272"/>
                  </a:lnTo>
                  <a:lnTo>
                    <a:pt x="3998" y="264"/>
                  </a:lnTo>
                  <a:lnTo>
                    <a:pt x="3994" y="260"/>
                  </a:lnTo>
                  <a:lnTo>
                    <a:pt x="3990" y="256"/>
                  </a:lnTo>
                  <a:lnTo>
                    <a:pt x="3986" y="252"/>
                  </a:lnTo>
                  <a:lnTo>
                    <a:pt x="3982" y="250"/>
                  </a:lnTo>
                  <a:lnTo>
                    <a:pt x="3973" y="246"/>
                  </a:lnTo>
                  <a:lnTo>
                    <a:pt x="3963" y="242"/>
                  </a:lnTo>
                  <a:lnTo>
                    <a:pt x="3953" y="242"/>
                  </a:lnTo>
                  <a:lnTo>
                    <a:pt x="3942" y="242"/>
                  </a:lnTo>
                  <a:lnTo>
                    <a:pt x="3932" y="246"/>
                  </a:lnTo>
                  <a:lnTo>
                    <a:pt x="3928" y="248"/>
                  </a:lnTo>
                  <a:lnTo>
                    <a:pt x="3923" y="250"/>
                  </a:lnTo>
                  <a:lnTo>
                    <a:pt x="3915" y="256"/>
                  </a:lnTo>
                  <a:lnTo>
                    <a:pt x="3908" y="264"/>
                  </a:lnTo>
                  <a:lnTo>
                    <a:pt x="3901" y="272"/>
                  </a:lnTo>
                  <a:lnTo>
                    <a:pt x="3895" y="284"/>
                  </a:lnTo>
                  <a:lnTo>
                    <a:pt x="3890" y="296"/>
                  </a:lnTo>
                  <a:lnTo>
                    <a:pt x="3888" y="301"/>
                  </a:lnTo>
                  <a:lnTo>
                    <a:pt x="3885" y="309"/>
                  </a:lnTo>
                  <a:lnTo>
                    <a:pt x="3882" y="323"/>
                  </a:lnTo>
                  <a:lnTo>
                    <a:pt x="3878" y="341"/>
                  </a:lnTo>
                  <a:lnTo>
                    <a:pt x="3876" y="359"/>
                  </a:lnTo>
                  <a:lnTo>
                    <a:pt x="3874" y="377"/>
                  </a:lnTo>
                  <a:lnTo>
                    <a:pt x="3872" y="397"/>
                  </a:lnTo>
                  <a:lnTo>
                    <a:pt x="3872" y="409"/>
                  </a:lnTo>
                  <a:lnTo>
                    <a:pt x="3872" y="419"/>
                  </a:lnTo>
                  <a:lnTo>
                    <a:pt x="3871" y="443"/>
                  </a:lnTo>
                  <a:lnTo>
                    <a:pt x="3871" y="513"/>
                  </a:lnTo>
                  <a:lnTo>
                    <a:pt x="3872" y="535"/>
                  </a:lnTo>
                  <a:lnTo>
                    <a:pt x="3872" y="557"/>
                  </a:lnTo>
                  <a:lnTo>
                    <a:pt x="3873" y="567"/>
                  </a:lnTo>
                  <a:lnTo>
                    <a:pt x="3874" y="577"/>
                  </a:lnTo>
                  <a:lnTo>
                    <a:pt x="3876" y="597"/>
                  </a:lnTo>
                  <a:lnTo>
                    <a:pt x="3878" y="615"/>
                  </a:lnTo>
                  <a:lnTo>
                    <a:pt x="3882" y="631"/>
                  </a:lnTo>
                  <a:lnTo>
                    <a:pt x="3885" y="645"/>
                  </a:lnTo>
                  <a:lnTo>
                    <a:pt x="3890" y="659"/>
                  </a:lnTo>
                  <a:lnTo>
                    <a:pt x="3895" y="673"/>
                  </a:lnTo>
                  <a:lnTo>
                    <a:pt x="3898" y="677"/>
                  </a:lnTo>
                  <a:lnTo>
                    <a:pt x="3901" y="683"/>
                  </a:lnTo>
                  <a:lnTo>
                    <a:pt x="3908" y="693"/>
                  </a:lnTo>
                  <a:lnTo>
                    <a:pt x="3911" y="697"/>
                  </a:lnTo>
                  <a:lnTo>
                    <a:pt x="3915" y="699"/>
                  </a:lnTo>
                  <a:lnTo>
                    <a:pt x="3919" y="703"/>
                  </a:lnTo>
                  <a:lnTo>
                    <a:pt x="3923" y="707"/>
                  </a:lnTo>
                  <a:lnTo>
                    <a:pt x="3932" y="711"/>
                  </a:lnTo>
                  <a:lnTo>
                    <a:pt x="3942" y="713"/>
                  </a:lnTo>
                  <a:lnTo>
                    <a:pt x="3953" y="713"/>
                  </a:lnTo>
                  <a:lnTo>
                    <a:pt x="3963" y="713"/>
                  </a:lnTo>
                  <a:lnTo>
                    <a:pt x="3973" y="711"/>
                  </a:lnTo>
                  <a:lnTo>
                    <a:pt x="3978" y="709"/>
                  </a:lnTo>
                  <a:lnTo>
                    <a:pt x="3982" y="707"/>
                  </a:lnTo>
                  <a:lnTo>
                    <a:pt x="3990" y="699"/>
                  </a:lnTo>
                  <a:lnTo>
                    <a:pt x="3998" y="693"/>
                  </a:lnTo>
                  <a:lnTo>
                    <a:pt x="4005" y="683"/>
                  </a:lnTo>
                  <a:lnTo>
                    <a:pt x="4011" y="673"/>
                  </a:lnTo>
                  <a:lnTo>
                    <a:pt x="4016" y="659"/>
                  </a:lnTo>
                  <a:lnTo>
                    <a:pt x="4018" y="653"/>
                  </a:lnTo>
                  <a:lnTo>
                    <a:pt x="4020" y="645"/>
                  </a:lnTo>
                  <a:lnTo>
                    <a:pt x="4024" y="631"/>
                  </a:lnTo>
                  <a:lnTo>
                    <a:pt x="4027" y="615"/>
                  </a:lnTo>
                  <a:lnTo>
                    <a:pt x="4030" y="597"/>
                  </a:lnTo>
                  <a:lnTo>
                    <a:pt x="4032" y="577"/>
                  </a:lnTo>
                  <a:lnTo>
                    <a:pt x="4033" y="557"/>
                  </a:lnTo>
                  <a:lnTo>
                    <a:pt x="4034" y="547"/>
                  </a:lnTo>
                  <a:lnTo>
                    <a:pt x="4034" y="535"/>
                  </a:lnTo>
                  <a:lnTo>
                    <a:pt x="4034" y="513"/>
                  </a:lnTo>
                  <a:lnTo>
                    <a:pt x="4034" y="443"/>
                  </a:lnTo>
                  <a:close/>
                  <a:moveTo>
                    <a:pt x="4237" y="242"/>
                  </a:moveTo>
                  <a:lnTo>
                    <a:pt x="4230" y="242"/>
                  </a:lnTo>
                  <a:lnTo>
                    <a:pt x="4222" y="244"/>
                  </a:lnTo>
                  <a:lnTo>
                    <a:pt x="4215" y="246"/>
                  </a:lnTo>
                  <a:lnTo>
                    <a:pt x="4206" y="250"/>
                  </a:lnTo>
                  <a:lnTo>
                    <a:pt x="4197" y="258"/>
                  </a:lnTo>
                  <a:lnTo>
                    <a:pt x="4188" y="266"/>
                  </a:lnTo>
                  <a:lnTo>
                    <a:pt x="4178" y="276"/>
                  </a:lnTo>
                  <a:lnTo>
                    <a:pt x="4167" y="288"/>
                  </a:lnTo>
                  <a:lnTo>
                    <a:pt x="4167" y="729"/>
                  </a:lnTo>
                  <a:lnTo>
                    <a:pt x="4167" y="731"/>
                  </a:lnTo>
                  <a:lnTo>
                    <a:pt x="4167" y="735"/>
                  </a:lnTo>
                  <a:lnTo>
                    <a:pt x="4164" y="741"/>
                  </a:lnTo>
                  <a:lnTo>
                    <a:pt x="4161" y="745"/>
                  </a:lnTo>
                  <a:lnTo>
                    <a:pt x="4158" y="747"/>
                  </a:lnTo>
                  <a:lnTo>
                    <a:pt x="4155" y="747"/>
                  </a:lnTo>
                  <a:lnTo>
                    <a:pt x="4152" y="745"/>
                  </a:lnTo>
                  <a:lnTo>
                    <a:pt x="4147" y="741"/>
                  </a:lnTo>
                  <a:lnTo>
                    <a:pt x="4145" y="735"/>
                  </a:lnTo>
                  <a:lnTo>
                    <a:pt x="4144" y="729"/>
                  </a:lnTo>
                  <a:lnTo>
                    <a:pt x="4144" y="228"/>
                  </a:lnTo>
                  <a:lnTo>
                    <a:pt x="4144" y="224"/>
                  </a:lnTo>
                  <a:lnTo>
                    <a:pt x="4145" y="220"/>
                  </a:lnTo>
                  <a:lnTo>
                    <a:pt x="4147" y="214"/>
                  </a:lnTo>
                  <a:lnTo>
                    <a:pt x="4149" y="210"/>
                  </a:lnTo>
                  <a:lnTo>
                    <a:pt x="4150" y="210"/>
                  </a:lnTo>
                  <a:lnTo>
                    <a:pt x="4152" y="208"/>
                  </a:lnTo>
                  <a:lnTo>
                    <a:pt x="4154" y="208"/>
                  </a:lnTo>
                  <a:lnTo>
                    <a:pt x="4158" y="208"/>
                  </a:lnTo>
                  <a:lnTo>
                    <a:pt x="4160" y="208"/>
                  </a:lnTo>
                  <a:lnTo>
                    <a:pt x="4162" y="210"/>
                  </a:lnTo>
                  <a:lnTo>
                    <a:pt x="4164" y="210"/>
                  </a:lnTo>
                  <a:lnTo>
                    <a:pt x="4165" y="214"/>
                  </a:lnTo>
                  <a:lnTo>
                    <a:pt x="4166" y="216"/>
                  </a:lnTo>
                  <a:lnTo>
                    <a:pt x="4167" y="220"/>
                  </a:lnTo>
                  <a:lnTo>
                    <a:pt x="4167" y="224"/>
                  </a:lnTo>
                  <a:lnTo>
                    <a:pt x="4167" y="228"/>
                  </a:lnTo>
                  <a:lnTo>
                    <a:pt x="4167" y="248"/>
                  </a:lnTo>
                  <a:lnTo>
                    <a:pt x="4177" y="238"/>
                  </a:lnTo>
                  <a:lnTo>
                    <a:pt x="4181" y="232"/>
                  </a:lnTo>
                  <a:lnTo>
                    <a:pt x="4186" y="228"/>
                  </a:lnTo>
                  <a:lnTo>
                    <a:pt x="4194" y="220"/>
                  </a:lnTo>
                  <a:lnTo>
                    <a:pt x="4203" y="214"/>
                  </a:lnTo>
                  <a:lnTo>
                    <a:pt x="4211" y="208"/>
                  </a:lnTo>
                  <a:lnTo>
                    <a:pt x="4220" y="206"/>
                  </a:lnTo>
                  <a:lnTo>
                    <a:pt x="4228" y="204"/>
                  </a:lnTo>
                  <a:lnTo>
                    <a:pt x="4237" y="202"/>
                  </a:lnTo>
                  <a:lnTo>
                    <a:pt x="4243" y="204"/>
                  </a:lnTo>
                  <a:lnTo>
                    <a:pt x="4245" y="204"/>
                  </a:lnTo>
                  <a:lnTo>
                    <a:pt x="4247" y="206"/>
                  </a:lnTo>
                  <a:lnTo>
                    <a:pt x="4249" y="208"/>
                  </a:lnTo>
                  <a:lnTo>
                    <a:pt x="4250" y="210"/>
                  </a:lnTo>
                  <a:lnTo>
                    <a:pt x="4251" y="214"/>
                  </a:lnTo>
                  <a:lnTo>
                    <a:pt x="4251" y="218"/>
                  </a:lnTo>
                  <a:lnTo>
                    <a:pt x="4251" y="226"/>
                  </a:lnTo>
                  <a:lnTo>
                    <a:pt x="4251" y="230"/>
                  </a:lnTo>
                  <a:lnTo>
                    <a:pt x="4250" y="234"/>
                  </a:lnTo>
                  <a:lnTo>
                    <a:pt x="4249" y="236"/>
                  </a:lnTo>
                  <a:lnTo>
                    <a:pt x="4247" y="238"/>
                  </a:lnTo>
                  <a:lnTo>
                    <a:pt x="4243" y="242"/>
                  </a:lnTo>
                  <a:lnTo>
                    <a:pt x="4237" y="242"/>
                  </a:lnTo>
                  <a:close/>
                  <a:moveTo>
                    <a:pt x="4344" y="753"/>
                  </a:moveTo>
                  <a:lnTo>
                    <a:pt x="4339" y="753"/>
                  </a:lnTo>
                  <a:lnTo>
                    <a:pt x="4335" y="751"/>
                  </a:lnTo>
                  <a:lnTo>
                    <a:pt x="4333" y="747"/>
                  </a:lnTo>
                  <a:lnTo>
                    <a:pt x="4331" y="741"/>
                  </a:lnTo>
                  <a:lnTo>
                    <a:pt x="4330" y="735"/>
                  </a:lnTo>
                  <a:lnTo>
                    <a:pt x="4330" y="20"/>
                  </a:lnTo>
                  <a:lnTo>
                    <a:pt x="4331" y="16"/>
                  </a:lnTo>
                  <a:lnTo>
                    <a:pt x="4331" y="12"/>
                  </a:lnTo>
                  <a:lnTo>
                    <a:pt x="4333" y="6"/>
                  </a:lnTo>
                  <a:lnTo>
                    <a:pt x="4334" y="4"/>
                  </a:lnTo>
                  <a:lnTo>
                    <a:pt x="4335" y="2"/>
                  </a:lnTo>
                  <a:lnTo>
                    <a:pt x="4339" y="0"/>
                  </a:lnTo>
                  <a:lnTo>
                    <a:pt x="4344" y="0"/>
                  </a:lnTo>
                  <a:lnTo>
                    <a:pt x="4347" y="2"/>
                  </a:lnTo>
                  <a:lnTo>
                    <a:pt x="4350" y="6"/>
                  </a:lnTo>
                  <a:lnTo>
                    <a:pt x="4352" y="12"/>
                  </a:lnTo>
                  <a:lnTo>
                    <a:pt x="4353" y="20"/>
                  </a:lnTo>
                  <a:lnTo>
                    <a:pt x="4353" y="735"/>
                  </a:lnTo>
                  <a:lnTo>
                    <a:pt x="4352" y="737"/>
                  </a:lnTo>
                  <a:lnTo>
                    <a:pt x="4352" y="741"/>
                  </a:lnTo>
                  <a:lnTo>
                    <a:pt x="4350" y="747"/>
                  </a:lnTo>
                  <a:lnTo>
                    <a:pt x="4349" y="749"/>
                  </a:lnTo>
                  <a:lnTo>
                    <a:pt x="4347" y="751"/>
                  </a:lnTo>
                  <a:lnTo>
                    <a:pt x="4344" y="7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00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4F9087B9-0E76-AC2F-A2C4-3D31D17FBF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9188" y="1992313"/>
              <a:ext cx="7424738" cy="1890713"/>
            </a:xfrm>
            <a:custGeom>
              <a:avLst/>
              <a:gdLst>
                <a:gd name="T0" fmla="*/ 3621 w 4677"/>
                <a:gd name="T1" fmla="*/ 1718 h 2381"/>
                <a:gd name="T2" fmla="*/ 3722 w 4677"/>
                <a:gd name="T3" fmla="*/ 1115 h 2381"/>
                <a:gd name="T4" fmla="*/ 3550 w 4677"/>
                <a:gd name="T5" fmla="*/ 549 h 2381"/>
                <a:gd name="T6" fmla="*/ 3192 w 4677"/>
                <a:gd name="T7" fmla="*/ 463 h 2381"/>
                <a:gd name="T8" fmla="*/ 2956 w 4677"/>
                <a:gd name="T9" fmla="*/ 927 h 2381"/>
                <a:gd name="T10" fmla="*/ 2980 w 4677"/>
                <a:gd name="T11" fmla="*/ 1566 h 2381"/>
                <a:gd name="T12" fmla="*/ 3268 w 4677"/>
                <a:gd name="T13" fmla="*/ 1966 h 2381"/>
                <a:gd name="T14" fmla="*/ 3592 w 4677"/>
                <a:gd name="T15" fmla="*/ 118 h 2381"/>
                <a:gd name="T16" fmla="*/ 3866 w 4677"/>
                <a:gd name="T17" fmla="*/ 623 h 2381"/>
                <a:gd name="T18" fmla="*/ 3937 w 4677"/>
                <a:gd name="T19" fmla="*/ 1313 h 2381"/>
                <a:gd name="T20" fmla="*/ 3826 w 4677"/>
                <a:gd name="T21" fmla="*/ 1880 h 2381"/>
                <a:gd name="T22" fmla="*/ 3493 w 4677"/>
                <a:gd name="T23" fmla="*/ 2335 h 2381"/>
                <a:gd name="T24" fmla="*/ 3087 w 4677"/>
                <a:gd name="T25" fmla="*/ 2287 h 2381"/>
                <a:gd name="T26" fmla="*/ 2817 w 4677"/>
                <a:gd name="T27" fmla="*/ 1856 h 2381"/>
                <a:gd name="T28" fmla="*/ 2713 w 4677"/>
                <a:gd name="T29" fmla="*/ 1129 h 2381"/>
                <a:gd name="T30" fmla="*/ 2808 w 4677"/>
                <a:gd name="T31" fmla="*/ 549 h 2381"/>
                <a:gd name="T32" fmla="*/ 3129 w 4677"/>
                <a:gd name="T33" fmla="*/ 64 h 2381"/>
                <a:gd name="T34" fmla="*/ 3421 w 4677"/>
                <a:gd name="T35" fmla="*/ 1049 h 2381"/>
                <a:gd name="T36" fmla="*/ 3421 w 4677"/>
                <a:gd name="T37" fmla="*/ 1333 h 2381"/>
                <a:gd name="T38" fmla="*/ 3242 w 4677"/>
                <a:gd name="T39" fmla="*/ 1349 h 2381"/>
                <a:gd name="T40" fmla="*/ 3228 w 4677"/>
                <a:gd name="T41" fmla="*/ 1067 h 2381"/>
                <a:gd name="T42" fmla="*/ 555 w 4677"/>
                <a:gd name="T43" fmla="*/ 1834 h 2381"/>
                <a:gd name="T44" fmla="*/ 612 w 4677"/>
                <a:gd name="T45" fmla="*/ 2108 h 2381"/>
                <a:gd name="T46" fmla="*/ 110 w 4677"/>
                <a:gd name="T47" fmla="*/ 2246 h 2381"/>
                <a:gd name="T48" fmla="*/ 1 w 4677"/>
                <a:gd name="T49" fmla="*/ 2038 h 2381"/>
                <a:gd name="T50" fmla="*/ 71 w 4677"/>
                <a:gd name="T51" fmla="*/ 248 h 2381"/>
                <a:gd name="T52" fmla="*/ 236 w 4677"/>
                <a:gd name="T53" fmla="*/ 362 h 2381"/>
                <a:gd name="T54" fmla="*/ 1549 w 4677"/>
                <a:gd name="T55" fmla="*/ 2130 h 2381"/>
                <a:gd name="T56" fmla="*/ 1385 w 4677"/>
                <a:gd name="T57" fmla="*/ 2230 h 2381"/>
                <a:gd name="T58" fmla="*/ 1267 w 4677"/>
                <a:gd name="T59" fmla="*/ 1802 h 2381"/>
                <a:gd name="T60" fmla="*/ 870 w 4677"/>
                <a:gd name="T61" fmla="*/ 1966 h 2381"/>
                <a:gd name="T62" fmla="*/ 737 w 4677"/>
                <a:gd name="T63" fmla="*/ 2254 h 2381"/>
                <a:gd name="T64" fmla="*/ 631 w 4677"/>
                <a:gd name="T65" fmla="*/ 2036 h 2381"/>
                <a:gd name="T66" fmla="*/ 983 w 4677"/>
                <a:gd name="T67" fmla="*/ 298 h 2381"/>
                <a:gd name="T68" fmla="*/ 1183 w 4677"/>
                <a:gd name="T69" fmla="*/ 270 h 2381"/>
                <a:gd name="T70" fmla="*/ 1518 w 4677"/>
                <a:gd name="T71" fmla="*/ 1800 h 2381"/>
                <a:gd name="T72" fmla="*/ 2713 w 4677"/>
                <a:gd name="T73" fmla="*/ 1772 h 2381"/>
                <a:gd name="T74" fmla="*/ 2756 w 4677"/>
                <a:gd name="T75" fmla="*/ 2192 h 2381"/>
                <a:gd name="T76" fmla="*/ 2601 w 4677"/>
                <a:gd name="T77" fmla="*/ 2212 h 2381"/>
                <a:gd name="T78" fmla="*/ 2295 w 4677"/>
                <a:gd name="T79" fmla="*/ 2116 h 2381"/>
                <a:gd name="T80" fmla="*/ 2171 w 4677"/>
                <a:gd name="T81" fmla="*/ 2254 h 2381"/>
                <a:gd name="T82" fmla="*/ 1817 w 4677"/>
                <a:gd name="T83" fmla="*/ 1908 h 2381"/>
                <a:gd name="T84" fmla="*/ 1699 w 4677"/>
                <a:gd name="T85" fmla="*/ 2250 h 2381"/>
                <a:gd name="T86" fmla="*/ 1571 w 4677"/>
                <a:gd name="T87" fmla="*/ 2070 h 2381"/>
                <a:gd name="T88" fmla="*/ 1737 w 4677"/>
                <a:gd name="T89" fmla="*/ 342 h 2381"/>
                <a:gd name="T90" fmla="*/ 1904 w 4677"/>
                <a:gd name="T91" fmla="*/ 254 h 2381"/>
                <a:gd name="T92" fmla="*/ 2358 w 4677"/>
                <a:gd name="T93" fmla="*/ 424 h 2381"/>
                <a:gd name="T94" fmla="*/ 2539 w 4677"/>
                <a:gd name="T95" fmla="*/ 248 h 2381"/>
                <a:gd name="T96" fmla="*/ 2653 w 4677"/>
                <a:gd name="T97" fmla="*/ 479 h 2381"/>
                <a:gd name="T98" fmla="*/ 4671 w 4677"/>
                <a:gd name="T99" fmla="*/ 1960 h 2381"/>
                <a:gd name="T100" fmla="*/ 4605 w 4677"/>
                <a:gd name="T101" fmla="*/ 2234 h 2381"/>
                <a:gd name="T102" fmla="*/ 4165 w 4677"/>
                <a:gd name="T103" fmla="*/ 1432 h 2381"/>
                <a:gd name="T104" fmla="*/ 4071 w 4677"/>
                <a:gd name="T105" fmla="*/ 2250 h 2381"/>
                <a:gd name="T106" fmla="*/ 3928 w 4677"/>
                <a:gd name="T107" fmla="*/ 2112 h 2381"/>
                <a:gd name="T108" fmla="*/ 4007 w 4677"/>
                <a:gd name="T109" fmla="*/ 1279 h 2381"/>
                <a:gd name="T110" fmla="*/ 3920 w 4677"/>
                <a:gd name="T111" fmla="*/ 539 h 2381"/>
                <a:gd name="T112" fmla="*/ 4023 w 4677"/>
                <a:gd name="T113" fmla="*/ 248 h 2381"/>
                <a:gd name="T114" fmla="*/ 4515 w 4677"/>
                <a:gd name="T115" fmla="*/ 336 h 2381"/>
                <a:gd name="T116" fmla="*/ 4656 w 4677"/>
                <a:gd name="T117" fmla="*/ 695 h 2381"/>
                <a:gd name="T118" fmla="*/ 4629 w 4677"/>
                <a:gd name="T119" fmla="*/ 1161 h 2381"/>
                <a:gd name="T120" fmla="*/ 4579 w 4677"/>
                <a:gd name="T121" fmla="*/ 1722 h 2381"/>
                <a:gd name="T122" fmla="*/ 4394 w 4677"/>
                <a:gd name="T123" fmla="*/ 1025 h 2381"/>
                <a:gd name="T124" fmla="*/ 4391 w 4677"/>
                <a:gd name="T125" fmla="*/ 711 h 2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77" h="2381">
                  <a:moveTo>
                    <a:pt x="3328" y="1974"/>
                  </a:moveTo>
                  <a:lnTo>
                    <a:pt x="3348" y="1974"/>
                  </a:lnTo>
                  <a:lnTo>
                    <a:pt x="3358" y="1972"/>
                  </a:lnTo>
                  <a:lnTo>
                    <a:pt x="3368" y="1970"/>
                  </a:lnTo>
                  <a:lnTo>
                    <a:pt x="3388" y="1966"/>
                  </a:lnTo>
                  <a:lnTo>
                    <a:pt x="3408" y="1958"/>
                  </a:lnTo>
                  <a:lnTo>
                    <a:pt x="3427" y="1950"/>
                  </a:lnTo>
                  <a:lnTo>
                    <a:pt x="3445" y="1940"/>
                  </a:lnTo>
                  <a:lnTo>
                    <a:pt x="3464" y="1926"/>
                  </a:lnTo>
                  <a:lnTo>
                    <a:pt x="3482" y="1912"/>
                  </a:lnTo>
                  <a:lnTo>
                    <a:pt x="3499" y="1898"/>
                  </a:lnTo>
                  <a:lnTo>
                    <a:pt x="3517" y="1880"/>
                  </a:lnTo>
                  <a:lnTo>
                    <a:pt x="3534" y="1862"/>
                  </a:lnTo>
                  <a:lnTo>
                    <a:pt x="3550" y="1840"/>
                  </a:lnTo>
                  <a:lnTo>
                    <a:pt x="3565" y="1820"/>
                  </a:lnTo>
                  <a:lnTo>
                    <a:pt x="3580" y="1796"/>
                  </a:lnTo>
                  <a:lnTo>
                    <a:pt x="3587" y="1784"/>
                  </a:lnTo>
                  <a:lnTo>
                    <a:pt x="3595" y="1772"/>
                  </a:lnTo>
                  <a:lnTo>
                    <a:pt x="3608" y="1746"/>
                  </a:lnTo>
                  <a:lnTo>
                    <a:pt x="3621" y="1718"/>
                  </a:lnTo>
                  <a:lnTo>
                    <a:pt x="3628" y="1704"/>
                  </a:lnTo>
                  <a:lnTo>
                    <a:pt x="3634" y="1690"/>
                  </a:lnTo>
                  <a:lnTo>
                    <a:pt x="3645" y="1660"/>
                  </a:lnTo>
                  <a:lnTo>
                    <a:pt x="3657" y="1630"/>
                  </a:lnTo>
                  <a:lnTo>
                    <a:pt x="3667" y="1598"/>
                  </a:lnTo>
                  <a:lnTo>
                    <a:pt x="3676" y="1566"/>
                  </a:lnTo>
                  <a:lnTo>
                    <a:pt x="3685" y="1532"/>
                  </a:lnTo>
                  <a:lnTo>
                    <a:pt x="3693" y="1498"/>
                  </a:lnTo>
                  <a:lnTo>
                    <a:pt x="3700" y="1462"/>
                  </a:lnTo>
                  <a:lnTo>
                    <a:pt x="3706" y="1426"/>
                  </a:lnTo>
                  <a:lnTo>
                    <a:pt x="3709" y="1408"/>
                  </a:lnTo>
                  <a:lnTo>
                    <a:pt x="3712" y="1390"/>
                  </a:lnTo>
                  <a:lnTo>
                    <a:pt x="3716" y="1353"/>
                  </a:lnTo>
                  <a:lnTo>
                    <a:pt x="3719" y="1313"/>
                  </a:lnTo>
                  <a:lnTo>
                    <a:pt x="3722" y="1275"/>
                  </a:lnTo>
                  <a:lnTo>
                    <a:pt x="3723" y="1235"/>
                  </a:lnTo>
                  <a:lnTo>
                    <a:pt x="3724" y="1195"/>
                  </a:lnTo>
                  <a:lnTo>
                    <a:pt x="3723" y="1155"/>
                  </a:lnTo>
                  <a:lnTo>
                    <a:pt x="3723" y="1135"/>
                  </a:lnTo>
                  <a:lnTo>
                    <a:pt x="3722" y="1115"/>
                  </a:lnTo>
                  <a:lnTo>
                    <a:pt x="3719" y="1077"/>
                  </a:lnTo>
                  <a:lnTo>
                    <a:pt x="3716" y="1037"/>
                  </a:lnTo>
                  <a:lnTo>
                    <a:pt x="3714" y="1019"/>
                  </a:lnTo>
                  <a:lnTo>
                    <a:pt x="3712" y="1001"/>
                  </a:lnTo>
                  <a:lnTo>
                    <a:pt x="3706" y="963"/>
                  </a:lnTo>
                  <a:lnTo>
                    <a:pt x="3700" y="927"/>
                  </a:lnTo>
                  <a:lnTo>
                    <a:pt x="3693" y="891"/>
                  </a:lnTo>
                  <a:lnTo>
                    <a:pt x="3685" y="857"/>
                  </a:lnTo>
                  <a:lnTo>
                    <a:pt x="3676" y="823"/>
                  </a:lnTo>
                  <a:lnTo>
                    <a:pt x="3667" y="791"/>
                  </a:lnTo>
                  <a:lnTo>
                    <a:pt x="3657" y="759"/>
                  </a:lnTo>
                  <a:lnTo>
                    <a:pt x="3645" y="729"/>
                  </a:lnTo>
                  <a:lnTo>
                    <a:pt x="3634" y="699"/>
                  </a:lnTo>
                  <a:lnTo>
                    <a:pt x="3621" y="671"/>
                  </a:lnTo>
                  <a:lnTo>
                    <a:pt x="3615" y="657"/>
                  </a:lnTo>
                  <a:lnTo>
                    <a:pt x="3608" y="643"/>
                  </a:lnTo>
                  <a:lnTo>
                    <a:pt x="3595" y="617"/>
                  </a:lnTo>
                  <a:lnTo>
                    <a:pt x="3580" y="593"/>
                  </a:lnTo>
                  <a:lnTo>
                    <a:pt x="3565" y="569"/>
                  </a:lnTo>
                  <a:lnTo>
                    <a:pt x="3550" y="549"/>
                  </a:lnTo>
                  <a:lnTo>
                    <a:pt x="3534" y="527"/>
                  </a:lnTo>
                  <a:lnTo>
                    <a:pt x="3517" y="509"/>
                  </a:lnTo>
                  <a:lnTo>
                    <a:pt x="3499" y="491"/>
                  </a:lnTo>
                  <a:lnTo>
                    <a:pt x="3482" y="477"/>
                  </a:lnTo>
                  <a:lnTo>
                    <a:pt x="3464" y="463"/>
                  </a:lnTo>
                  <a:lnTo>
                    <a:pt x="3445" y="451"/>
                  </a:lnTo>
                  <a:lnTo>
                    <a:pt x="3427" y="440"/>
                  </a:lnTo>
                  <a:lnTo>
                    <a:pt x="3408" y="432"/>
                  </a:lnTo>
                  <a:lnTo>
                    <a:pt x="3388" y="424"/>
                  </a:lnTo>
                  <a:lnTo>
                    <a:pt x="3368" y="420"/>
                  </a:lnTo>
                  <a:lnTo>
                    <a:pt x="3348" y="418"/>
                  </a:lnTo>
                  <a:lnTo>
                    <a:pt x="3328" y="416"/>
                  </a:lnTo>
                  <a:lnTo>
                    <a:pt x="3308" y="418"/>
                  </a:lnTo>
                  <a:lnTo>
                    <a:pt x="3298" y="418"/>
                  </a:lnTo>
                  <a:lnTo>
                    <a:pt x="3288" y="420"/>
                  </a:lnTo>
                  <a:lnTo>
                    <a:pt x="3268" y="424"/>
                  </a:lnTo>
                  <a:lnTo>
                    <a:pt x="3248" y="432"/>
                  </a:lnTo>
                  <a:lnTo>
                    <a:pt x="3229" y="440"/>
                  </a:lnTo>
                  <a:lnTo>
                    <a:pt x="3211" y="451"/>
                  </a:lnTo>
                  <a:lnTo>
                    <a:pt x="3192" y="463"/>
                  </a:lnTo>
                  <a:lnTo>
                    <a:pt x="3174" y="477"/>
                  </a:lnTo>
                  <a:lnTo>
                    <a:pt x="3156" y="491"/>
                  </a:lnTo>
                  <a:lnTo>
                    <a:pt x="3139" y="509"/>
                  </a:lnTo>
                  <a:lnTo>
                    <a:pt x="3122" y="527"/>
                  </a:lnTo>
                  <a:lnTo>
                    <a:pt x="3106" y="549"/>
                  </a:lnTo>
                  <a:lnTo>
                    <a:pt x="3091" y="569"/>
                  </a:lnTo>
                  <a:lnTo>
                    <a:pt x="3076" y="593"/>
                  </a:lnTo>
                  <a:lnTo>
                    <a:pt x="3069" y="605"/>
                  </a:lnTo>
                  <a:lnTo>
                    <a:pt x="3062" y="617"/>
                  </a:lnTo>
                  <a:lnTo>
                    <a:pt x="3048" y="643"/>
                  </a:lnTo>
                  <a:lnTo>
                    <a:pt x="3035" y="671"/>
                  </a:lnTo>
                  <a:lnTo>
                    <a:pt x="3029" y="685"/>
                  </a:lnTo>
                  <a:lnTo>
                    <a:pt x="3022" y="699"/>
                  </a:lnTo>
                  <a:lnTo>
                    <a:pt x="3011" y="729"/>
                  </a:lnTo>
                  <a:lnTo>
                    <a:pt x="3000" y="759"/>
                  </a:lnTo>
                  <a:lnTo>
                    <a:pt x="2989" y="791"/>
                  </a:lnTo>
                  <a:lnTo>
                    <a:pt x="2980" y="823"/>
                  </a:lnTo>
                  <a:lnTo>
                    <a:pt x="2971" y="857"/>
                  </a:lnTo>
                  <a:lnTo>
                    <a:pt x="2963" y="891"/>
                  </a:lnTo>
                  <a:lnTo>
                    <a:pt x="2956" y="927"/>
                  </a:lnTo>
                  <a:lnTo>
                    <a:pt x="2950" y="963"/>
                  </a:lnTo>
                  <a:lnTo>
                    <a:pt x="2947" y="981"/>
                  </a:lnTo>
                  <a:lnTo>
                    <a:pt x="2945" y="1001"/>
                  </a:lnTo>
                  <a:lnTo>
                    <a:pt x="2940" y="1037"/>
                  </a:lnTo>
                  <a:lnTo>
                    <a:pt x="2937" y="1077"/>
                  </a:lnTo>
                  <a:lnTo>
                    <a:pt x="2934" y="1115"/>
                  </a:lnTo>
                  <a:lnTo>
                    <a:pt x="2933" y="1155"/>
                  </a:lnTo>
                  <a:lnTo>
                    <a:pt x="2932" y="1195"/>
                  </a:lnTo>
                  <a:lnTo>
                    <a:pt x="2933" y="1235"/>
                  </a:lnTo>
                  <a:lnTo>
                    <a:pt x="2933" y="1255"/>
                  </a:lnTo>
                  <a:lnTo>
                    <a:pt x="2934" y="1275"/>
                  </a:lnTo>
                  <a:lnTo>
                    <a:pt x="2937" y="1313"/>
                  </a:lnTo>
                  <a:lnTo>
                    <a:pt x="2940" y="1353"/>
                  </a:lnTo>
                  <a:lnTo>
                    <a:pt x="2942" y="1370"/>
                  </a:lnTo>
                  <a:lnTo>
                    <a:pt x="2945" y="1390"/>
                  </a:lnTo>
                  <a:lnTo>
                    <a:pt x="2950" y="1426"/>
                  </a:lnTo>
                  <a:lnTo>
                    <a:pt x="2956" y="1462"/>
                  </a:lnTo>
                  <a:lnTo>
                    <a:pt x="2963" y="1498"/>
                  </a:lnTo>
                  <a:lnTo>
                    <a:pt x="2971" y="1532"/>
                  </a:lnTo>
                  <a:lnTo>
                    <a:pt x="2980" y="1566"/>
                  </a:lnTo>
                  <a:lnTo>
                    <a:pt x="2989" y="1598"/>
                  </a:lnTo>
                  <a:lnTo>
                    <a:pt x="3000" y="1630"/>
                  </a:lnTo>
                  <a:lnTo>
                    <a:pt x="3011" y="1660"/>
                  </a:lnTo>
                  <a:lnTo>
                    <a:pt x="3022" y="1690"/>
                  </a:lnTo>
                  <a:lnTo>
                    <a:pt x="3035" y="1718"/>
                  </a:lnTo>
                  <a:lnTo>
                    <a:pt x="3041" y="1732"/>
                  </a:lnTo>
                  <a:lnTo>
                    <a:pt x="3048" y="1746"/>
                  </a:lnTo>
                  <a:lnTo>
                    <a:pt x="3062" y="1772"/>
                  </a:lnTo>
                  <a:lnTo>
                    <a:pt x="3076" y="1796"/>
                  </a:lnTo>
                  <a:lnTo>
                    <a:pt x="3091" y="1820"/>
                  </a:lnTo>
                  <a:lnTo>
                    <a:pt x="3106" y="1840"/>
                  </a:lnTo>
                  <a:lnTo>
                    <a:pt x="3122" y="1862"/>
                  </a:lnTo>
                  <a:lnTo>
                    <a:pt x="3139" y="1880"/>
                  </a:lnTo>
                  <a:lnTo>
                    <a:pt x="3156" y="1898"/>
                  </a:lnTo>
                  <a:lnTo>
                    <a:pt x="3174" y="1912"/>
                  </a:lnTo>
                  <a:lnTo>
                    <a:pt x="3192" y="1926"/>
                  </a:lnTo>
                  <a:lnTo>
                    <a:pt x="3211" y="1940"/>
                  </a:lnTo>
                  <a:lnTo>
                    <a:pt x="3229" y="1950"/>
                  </a:lnTo>
                  <a:lnTo>
                    <a:pt x="3248" y="1958"/>
                  </a:lnTo>
                  <a:lnTo>
                    <a:pt x="3268" y="1966"/>
                  </a:lnTo>
                  <a:lnTo>
                    <a:pt x="3288" y="1970"/>
                  </a:lnTo>
                  <a:lnTo>
                    <a:pt x="3308" y="1974"/>
                  </a:lnTo>
                  <a:lnTo>
                    <a:pt x="3328" y="1974"/>
                  </a:lnTo>
                  <a:close/>
                  <a:moveTo>
                    <a:pt x="3326" y="0"/>
                  </a:moveTo>
                  <a:lnTo>
                    <a:pt x="3357" y="2"/>
                  </a:lnTo>
                  <a:lnTo>
                    <a:pt x="3373" y="4"/>
                  </a:lnTo>
                  <a:lnTo>
                    <a:pt x="3388" y="8"/>
                  </a:lnTo>
                  <a:lnTo>
                    <a:pt x="3404" y="10"/>
                  </a:lnTo>
                  <a:lnTo>
                    <a:pt x="3419" y="14"/>
                  </a:lnTo>
                  <a:lnTo>
                    <a:pt x="3434" y="20"/>
                  </a:lnTo>
                  <a:lnTo>
                    <a:pt x="3449" y="26"/>
                  </a:lnTo>
                  <a:lnTo>
                    <a:pt x="3464" y="32"/>
                  </a:lnTo>
                  <a:lnTo>
                    <a:pt x="3479" y="38"/>
                  </a:lnTo>
                  <a:lnTo>
                    <a:pt x="3493" y="46"/>
                  </a:lnTo>
                  <a:lnTo>
                    <a:pt x="3509" y="54"/>
                  </a:lnTo>
                  <a:lnTo>
                    <a:pt x="3537" y="74"/>
                  </a:lnTo>
                  <a:lnTo>
                    <a:pt x="3551" y="84"/>
                  </a:lnTo>
                  <a:lnTo>
                    <a:pt x="3565" y="94"/>
                  </a:lnTo>
                  <a:lnTo>
                    <a:pt x="3579" y="106"/>
                  </a:lnTo>
                  <a:lnTo>
                    <a:pt x="3592" y="118"/>
                  </a:lnTo>
                  <a:lnTo>
                    <a:pt x="3605" y="132"/>
                  </a:lnTo>
                  <a:lnTo>
                    <a:pt x="3619" y="144"/>
                  </a:lnTo>
                  <a:lnTo>
                    <a:pt x="3631" y="158"/>
                  </a:lnTo>
                  <a:lnTo>
                    <a:pt x="3644" y="174"/>
                  </a:lnTo>
                  <a:lnTo>
                    <a:pt x="3669" y="204"/>
                  </a:lnTo>
                  <a:lnTo>
                    <a:pt x="3681" y="220"/>
                  </a:lnTo>
                  <a:lnTo>
                    <a:pt x="3693" y="238"/>
                  </a:lnTo>
                  <a:lnTo>
                    <a:pt x="3705" y="254"/>
                  </a:lnTo>
                  <a:lnTo>
                    <a:pt x="3716" y="272"/>
                  </a:lnTo>
                  <a:lnTo>
                    <a:pt x="3727" y="292"/>
                  </a:lnTo>
                  <a:lnTo>
                    <a:pt x="3738" y="310"/>
                  </a:lnTo>
                  <a:lnTo>
                    <a:pt x="3760" y="350"/>
                  </a:lnTo>
                  <a:lnTo>
                    <a:pt x="3770" y="370"/>
                  </a:lnTo>
                  <a:lnTo>
                    <a:pt x="3780" y="392"/>
                  </a:lnTo>
                  <a:lnTo>
                    <a:pt x="3799" y="434"/>
                  </a:lnTo>
                  <a:lnTo>
                    <a:pt x="3808" y="455"/>
                  </a:lnTo>
                  <a:lnTo>
                    <a:pt x="3817" y="479"/>
                  </a:lnTo>
                  <a:lnTo>
                    <a:pt x="3834" y="525"/>
                  </a:lnTo>
                  <a:lnTo>
                    <a:pt x="3851" y="573"/>
                  </a:lnTo>
                  <a:lnTo>
                    <a:pt x="3866" y="623"/>
                  </a:lnTo>
                  <a:lnTo>
                    <a:pt x="3873" y="649"/>
                  </a:lnTo>
                  <a:lnTo>
                    <a:pt x="3879" y="675"/>
                  </a:lnTo>
                  <a:lnTo>
                    <a:pt x="3886" y="701"/>
                  </a:lnTo>
                  <a:lnTo>
                    <a:pt x="3892" y="727"/>
                  </a:lnTo>
                  <a:lnTo>
                    <a:pt x="3903" y="781"/>
                  </a:lnTo>
                  <a:lnTo>
                    <a:pt x="3908" y="809"/>
                  </a:lnTo>
                  <a:lnTo>
                    <a:pt x="3912" y="837"/>
                  </a:lnTo>
                  <a:lnTo>
                    <a:pt x="3916" y="865"/>
                  </a:lnTo>
                  <a:lnTo>
                    <a:pt x="3920" y="893"/>
                  </a:lnTo>
                  <a:lnTo>
                    <a:pt x="3924" y="921"/>
                  </a:lnTo>
                  <a:lnTo>
                    <a:pt x="3927" y="951"/>
                  </a:lnTo>
                  <a:lnTo>
                    <a:pt x="3933" y="1009"/>
                  </a:lnTo>
                  <a:lnTo>
                    <a:pt x="3937" y="1069"/>
                  </a:lnTo>
                  <a:lnTo>
                    <a:pt x="3938" y="1099"/>
                  </a:lnTo>
                  <a:lnTo>
                    <a:pt x="3939" y="1129"/>
                  </a:lnTo>
                  <a:lnTo>
                    <a:pt x="3940" y="1161"/>
                  </a:lnTo>
                  <a:lnTo>
                    <a:pt x="3940" y="1191"/>
                  </a:lnTo>
                  <a:lnTo>
                    <a:pt x="3939" y="1253"/>
                  </a:lnTo>
                  <a:lnTo>
                    <a:pt x="3938" y="1283"/>
                  </a:lnTo>
                  <a:lnTo>
                    <a:pt x="3937" y="1313"/>
                  </a:lnTo>
                  <a:lnTo>
                    <a:pt x="3935" y="1343"/>
                  </a:lnTo>
                  <a:lnTo>
                    <a:pt x="3933" y="1372"/>
                  </a:lnTo>
                  <a:lnTo>
                    <a:pt x="3930" y="1400"/>
                  </a:lnTo>
                  <a:lnTo>
                    <a:pt x="3927" y="1430"/>
                  </a:lnTo>
                  <a:lnTo>
                    <a:pt x="3924" y="1458"/>
                  </a:lnTo>
                  <a:lnTo>
                    <a:pt x="3920" y="1488"/>
                  </a:lnTo>
                  <a:lnTo>
                    <a:pt x="3916" y="1516"/>
                  </a:lnTo>
                  <a:lnTo>
                    <a:pt x="3912" y="1544"/>
                  </a:lnTo>
                  <a:lnTo>
                    <a:pt x="3903" y="1600"/>
                  </a:lnTo>
                  <a:lnTo>
                    <a:pt x="3897" y="1626"/>
                  </a:lnTo>
                  <a:lnTo>
                    <a:pt x="3892" y="1654"/>
                  </a:lnTo>
                  <a:lnTo>
                    <a:pt x="3886" y="1680"/>
                  </a:lnTo>
                  <a:lnTo>
                    <a:pt x="3879" y="1706"/>
                  </a:lnTo>
                  <a:lnTo>
                    <a:pt x="3873" y="1732"/>
                  </a:lnTo>
                  <a:lnTo>
                    <a:pt x="3866" y="1758"/>
                  </a:lnTo>
                  <a:lnTo>
                    <a:pt x="3859" y="1782"/>
                  </a:lnTo>
                  <a:lnTo>
                    <a:pt x="3851" y="1808"/>
                  </a:lnTo>
                  <a:lnTo>
                    <a:pt x="3843" y="1832"/>
                  </a:lnTo>
                  <a:lnTo>
                    <a:pt x="3834" y="1856"/>
                  </a:lnTo>
                  <a:lnTo>
                    <a:pt x="3826" y="1880"/>
                  </a:lnTo>
                  <a:lnTo>
                    <a:pt x="3817" y="1902"/>
                  </a:lnTo>
                  <a:lnTo>
                    <a:pt x="3808" y="1926"/>
                  </a:lnTo>
                  <a:lnTo>
                    <a:pt x="3799" y="1948"/>
                  </a:lnTo>
                  <a:lnTo>
                    <a:pt x="3780" y="1990"/>
                  </a:lnTo>
                  <a:lnTo>
                    <a:pt x="3770" y="2012"/>
                  </a:lnTo>
                  <a:lnTo>
                    <a:pt x="3760" y="2032"/>
                  </a:lnTo>
                  <a:lnTo>
                    <a:pt x="3738" y="2072"/>
                  </a:lnTo>
                  <a:lnTo>
                    <a:pt x="3727" y="2090"/>
                  </a:lnTo>
                  <a:lnTo>
                    <a:pt x="3716" y="2110"/>
                  </a:lnTo>
                  <a:lnTo>
                    <a:pt x="3693" y="2144"/>
                  </a:lnTo>
                  <a:lnTo>
                    <a:pt x="3681" y="2162"/>
                  </a:lnTo>
                  <a:lnTo>
                    <a:pt x="3669" y="2178"/>
                  </a:lnTo>
                  <a:lnTo>
                    <a:pt x="3644" y="2208"/>
                  </a:lnTo>
                  <a:lnTo>
                    <a:pt x="3619" y="2238"/>
                  </a:lnTo>
                  <a:lnTo>
                    <a:pt x="3592" y="2264"/>
                  </a:lnTo>
                  <a:lnTo>
                    <a:pt x="3565" y="2287"/>
                  </a:lnTo>
                  <a:lnTo>
                    <a:pt x="3537" y="2307"/>
                  </a:lnTo>
                  <a:lnTo>
                    <a:pt x="3523" y="2317"/>
                  </a:lnTo>
                  <a:lnTo>
                    <a:pt x="3509" y="2327"/>
                  </a:lnTo>
                  <a:lnTo>
                    <a:pt x="3493" y="2335"/>
                  </a:lnTo>
                  <a:lnTo>
                    <a:pt x="3479" y="2343"/>
                  </a:lnTo>
                  <a:lnTo>
                    <a:pt x="3449" y="2355"/>
                  </a:lnTo>
                  <a:lnTo>
                    <a:pt x="3434" y="2361"/>
                  </a:lnTo>
                  <a:lnTo>
                    <a:pt x="3419" y="2367"/>
                  </a:lnTo>
                  <a:lnTo>
                    <a:pt x="3388" y="2373"/>
                  </a:lnTo>
                  <a:lnTo>
                    <a:pt x="3357" y="2379"/>
                  </a:lnTo>
                  <a:lnTo>
                    <a:pt x="3326" y="2381"/>
                  </a:lnTo>
                  <a:lnTo>
                    <a:pt x="3294" y="2379"/>
                  </a:lnTo>
                  <a:lnTo>
                    <a:pt x="3279" y="2377"/>
                  </a:lnTo>
                  <a:lnTo>
                    <a:pt x="3263" y="2373"/>
                  </a:lnTo>
                  <a:lnTo>
                    <a:pt x="3248" y="2371"/>
                  </a:lnTo>
                  <a:lnTo>
                    <a:pt x="3233" y="2367"/>
                  </a:lnTo>
                  <a:lnTo>
                    <a:pt x="3218" y="2361"/>
                  </a:lnTo>
                  <a:lnTo>
                    <a:pt x="3203" y="2355"/>
                  </a:lnTo>
                  <a:lnTo>
                    <a:pt x="3188" y="2349"/>
                  </a:lnTo>
                  <a:lnTo>
                    <a:pt x="3173" y="2343"/>
                  </a:lnTo>
                  <a:lnTo>
                    <a:pt x="3143" y="2327"/>
                  </a:lnTo>
                  <a:lnTo>
                    <a:pt x="3115" y="2307"/>
                  </a:lnTo>
                  <a:lnTo>
                    <a:pt x="3101" y="2297"/>
                  </a:lnTo>
                  <a:lnTo>
                    <a:pt x="3087" y="2287"/>
                  </a:lnTo>
                  <a:lnTo>
                    <a:pt x="3073" y="2275"/>
                  </a:lnTo>
                  <a:lnTo>
                    <a:pt x="3060" y="2264"/>
                  </a:lnTo>
                  <a:lnTo>
                    <a:pt x="3046" y="2250"/>
                  </a:lnTo>
                  <a:lnTo>
                    <a:pt x="3033" y="2238"/>
                  </a:lnTo>
                  <a:lnTo>
                    <a:pt x="3020" y="2224"/>
                  </a:lnTo>
                  <a:lnTo>
                    <a:pt x="3008" y="2208"/>
                  </a:lnTo>
                  <a:lnTo>
                    <a:pt x="2983" y="2178"/>
                  </a:lnTo>
                  <a:lnTo>
                    <a:pt x="2971" y="2162"/>
                  </a:lnTo>
                  <a:lnTo>
                    <a:pt x="2959" y="2144"/>
                  </a:lnTo>
                  <a:lnTo>
                    <a:pt x="2947" y="2126"/>
                  </a:lnTo>
                  <a:lnTo>
                    <a:pt x="2936" y="2110"/>
                  </a:lnTo>
                  <a:lnTo>
                    <a:pt x="2925" y="2090"/>
                  </a:lnTo>
                  <a:lnTo>
                    <a:pt x="2914" y="2072"/>
                  </a:lnTo>
                  <a:lnTo>
                    <a:pt x="2892" y="2032"/>
                  </a:lnTo>
                  <a:lnTo>
                    <a:pt x="2882" y="2012"/>
                  </a:lnTo>
                  <a:lnTo>
                    <a:pt x="2872" y="1990"/>
                  </a:lnTo>
                  <a:lnTo>
                    <a:pt x="2853" y="1948"/>
                  </a:lnTo>
                  <a:lnTo>
                    <a:pt x="2844" y="1926"/>
                  </a:lnTo>
                  <a:lnTo>
                    <a:pt x="2834" y="1902"/>
                  </a:lnTo>
                  <a:lnTo>
                    <a:pt x="2817" y="1856"/>
                  </a:lnTo>
                  <a:lnTo>
                    <a:pt x="2801" y="1808"/>
                  </a:lnTo>
                  <a:lnTo>
                    <a:pt x="2786" y="1758"/>
                  </a:lnTo>
                  <a:lnTo>
                    <a:pt x="2779" y="1732"/>
                  </a:lnTo>
                  <a:lnTo>
                    <a:pt x="2772" y="1706"/>
                  </a:lnTo>
                  <a:lnTo>
                    <a:pt x="2766" y="1680"/>
                  </a:lnTo>
                  <a:lnTo>
                    <a:pt x="2760" y="1654"/>
                  </a:lnTo>
                  <a:lnTo>
                    <a:pt x="2749" y="1600"/>
                  </a:lnTo>
                  <a:lnTo>
                    <a:pt x="2744" y="1572"/>
                  </a:lnTo>
                  <a:lnTo>
                    <a:pt x="2740" y="1544"/>
                  </a:lnTo>
                  <a:lnTo>
                    <a:pt x="2735" y="1516"/>
                  </a:lnTo>
                  <a:lnTo>
                    <a:pt x="2731" y="1488"/>
                  </a:lnTo>
                  <a:lnTo>
                    <a:pt x="2728" y="1458"/>
                  </a:lnTo>
                  <a:lnTo>
                    <a:pt x="2725" y="1430"/>
                  </a:lnTo>
                  <a:lnTo>
                    <a:pt x="2719" y="1372"/>
                  </a:lnTo>
                  <a:lnTo>
                    <a:pt x="2715" y="1313"/>
                  </a:lnTo>
                  <a:lnTo>
                    <a:pt x="2714" y="1283"/>
                  </a:lnTo>
                  <a:lnTo>
                    <a:pt x="2713" y="1253"/>
                  </a:lnTo>
                  <a:lnTo>
                    <a:pt x="2712" y="1221"/>
                  </a:lnTo>
                  <a:lnTo>
                    <a:pt x="2712" y="1191"/>
                  </a:lnTo>
                  <a:lnTo>
                    <a:pt x="2713" y="1129"/>
                  </a:lnTo>
                  <a:lnTo>
                    <a:pt x="2714" y="1099"/>
                  </a:lnTo>
                  <a:lnTo>
                    <a:pt x="2715" y="1069"/>
                  </a:lnTo>
                  <a:lnTo>
                    <a:pt x="2717" y="1039"/>
                  </a:lnTo>
                  <a:lnTo>
                    <a:pt x="2719" y="1009"/>
                  </a:lnTo>
                  <a:lnTo>
                    <a:pt x="2722" y="981"/>
                  </a:lnTo>
                  <a:lnTo>
                    <a:pt x="2725" y="951"/>
                  </a:lnTo>
                  <a:lnTo>
                    <a:pt x="2728" y="921"/>
                  </a:lnTo>
                  <a:lnTo>
                    <a:pt x="2731" y="893"/>
                  </a:lnTo>
                  <a:lnTo>
                    <a:pt x="2735" y="865"/>
                  </a:lnTo>
                  <a:lnTo>
                    <a:pt x="2740" y="837"/>
                  </a:lnTo>
                  <a:lnTo>
                    <a:pt x="2749" y="781"/>
                  </a:lnTo>
                  <a:lnTo>
                    <a:pt x="2755" y="755"/>
                  </a:lnTo>
                  <a:lnTo>
                    <a:pt x="2760" y="727"/>
                  </a:lnTo>
                  <a:lnTo>
                    <a:pt x="2766" y="701"/>
                  </a:lnTo>
                  <a:lnTo>
                    <a:pt x="2772" y="675"/>
                  </a:lnTo>
                  <a:lnTo>
                    <a:pt x="2779" y="649"/>
                  </a:lnTo>
                  <a:lnTo>
                    <a:pt x="2786" y="623"/>
                  </a:lnTo>
                  <a:lnTo>
                    <a:pt x="2793" y="599"/>
                  </a:lnTo>
                  <a:lnTo>
                    <a:pt x="2801" y="573"/>
                  </a:lnTo>
                  <a:lnTo>
                    <a:pt x="2808" y="549"/>
                  </a:lnTo>
                  <a:lnTo>
                    <a:pt x="2817" y="525"/>
                  </a:lnTo>
                  <a:lnTo>
                    <a:pt x="2825" y="501"/>
                  </a:lnTo>
                  <a:lnTo>
                    <a:pt x="2834" y="479"/>
                  </a:lnTo>
                  <a:lnTo>
                    <a:pt x="2844" y="455"/>
                  </a:lnTo>
                  <a:lnTo>
                    <a:pt x="2853" y="434"/>
                  </a:lnTo>
                  <a:lnTo>
                    <a:pt x="2872" y="392"/>
                  </a:lnTo>
                  <a:lnTo>
                    <a:pt x="2882" y="370"/>
                  </a:lnTo>
                  <a:lnTo>
                    <a:pt x="2892" y="350"/>
                  </a:lnTo>
                  <a:lnTo>
                    <a:pt x="2914" y="310"/>
                  </a:lnTo>
                  <a:lnTo>
                    <a:pt x="2925" y="292"/>
                  </a:lnTo>
                  <a:lnTo>
                    <a:pt x="2936" y="272"/>
                  </a:lnTo>
                  <a:lnTo>
                    <a:pt x="2959" y="238"/>
                  </a:lnTo>
                  <a:lnTo>
                    <a:pt x="2971" y="220"/>
                  </a:lnTo>
                  <a:lnTo>
                    <a:pt x="2983" y="204"/>
                  </a:lnTo>
                  <a:lnTo>
                    <a:pt x="3008" y="174"/>
                  </a:lnTo>
                  <a:lnTo>
                    <a:pt x="3033" y="144"/>
                  </a:lnTo>
                  <a:lnTo>
                    <a:pt x="3060" y="118"/>
                  </a:lnTo>
                  <a:lnTo>
                    <a:pt x="3087" y="94"/>
                  </a:lnTo>
                  <a:lnTo>
                    <a:pt x="3115" y="74"/>
                  </a:lnTo>
                  <a:lnTo>
                    <a:pt x="3129" y="64"/>
                  </a:lnTo>
                  <a:lnTo>
                    <a:pt x="3143" y="54"/>
                  </a:lnTo>
                  <a:lnTo>
                    <a:pt x="3157" y="46"/>
                  </a:lnTo>
                  <a:lnTo>
                    <a:pt x="3173" y="38"/>
                  </a:lnTo>
                  <a:lnTo>
                    <a:pt x="3203" y="26"/>
                  </a:lnTo>
                  <a:lnTo>
                    <a:pt x="3218" y="20"/>
                  </a:lnTo>
                  <a:lnTo>
                    <a:pt x="3233" y="14"/>
                  </a:lnTo>
                  <a:lnTo>
                    <a:pt x="3263" y="8"/>
                  </a:lnTo>
                  <a:lnTo>
                    <a:pt x="3294" y="2"/>
                  </a:lnTo>
                  <a:lnTo>
                    <a:pt x="3326" y="0"/>
                  </a:lnTo>
                  <a:close/>
                  <a:moveTo>
                    <a:pt x="3328" y="969"/>
                  </a:moveTo>
                  <a:lnTo>
                    <a:pt x="3340" y="969"/>
                  </a:lnTo>
                  <a:lnTo>
                    <a:pt x="3352" y="973"/>
                  </a:lnTo>
                  <a:lnTo>
                    <a:pt x="3363" y="979"/>
                  </a:lnTo>
                  <a:lnTo>
                    <a:pt x="3369" y="983"/>
                  </a:lnTo>
                  <a:lnTo>
                    <a:pt x="3375" y="987"/>
                  </a:lnTo>
                  <a:lnTo>
                    <a:pt x="3385" y="995"/>
                  </a:lnTo>
                  <a:lnTo>
                    <a:pt x="3395" y="1007"/>
                  </a:lnTo>
                  <a:lnTo>
                    <a:pt x="3404" y="1019"/>
                  </a:lnTo>
                  <a:lnTo>
                    <a:pt x="3413" y="1033"/>
                  </a:lnTo>
                  <a:lnTo>
                    <a:pt x="3421" y="1049"/>
                  </a:lnTo>
                  <a:lnTo>
                    <a:pt x="3428" y="1067"/>
                  </a:lnTo>
                  <a:lnTo>
                    <a:pt x="3431" y="1075"/>
                  </a:lnTo>
                  <a:lnTo>
                    <a:pt x="3434" y="1085"/>
                  </a:lnTo>
                  <a:lnTo>
                    <a:pt x="3439" y="1105"/>
                  </a:lnTo>
                  <a:lnTo>
                    <a:pt x="3441" y="1115"/>
                  </a:lnTo>
                  <a:lnTo>
                    <a:pt x="3443" y="1125"/>
                  </a:lnTo>
                  <a:lnTo>
                    <a:pt x="3444" y="1135"/>
                  </a:lnTo>
                  <a:lnTo>
                    <a:pt x="3446" y="1147"/>
                  </a:lnTo>
                  <a:lnTo>
                    <a:pt x="3447" y="1157"/>
                  </a:lnTo>
                  <a:lnTo>
                    <a:pt x="3447" y="1169"/>
                  </a:lnTo>
                  <a:lnTo>
                    <a:pt x="3448" y="1179"/>
                  </a:lnTo>
                  <a:lnTo>
                    <a:pt x="3448" y="1191"/>
                  </a:lnTo>
                  <a:lnTo>
                    <a:pt x="3447" y="1213"/>
                  </a:lnTo>
                  <a:lnTo>
                    <a:pt x="3446" y="1235"/>
                  </a:lnTo>
                  <a:lnTo>
                    <a:pt x="3443" y="1257"/>
                  </a:lnTo>
                  <a:lnTo>
                    <a:pt x="3439" y="1277"/>
                  </a:lnTo>
                  <a:lnTo>
                    <a:pt x="3434" y="1297"/>
                  </a:lnTo>
                  <a:lnTo>
                    <a:pt x="3431" y="1307"/>
                  </a:lnTo>
                  <a:lnTo>
                    <a:pt x="3428" y="1315"/>
                  </a:lnTo>
                  <a:lnTo>
                    <a:pt x="3421" y="1333"/>
                  </a:lnTo>
                  <a:lnTo>
                    <a:pt x="3413" y="1349"/>
                  </a:lnTo>
                  <a:lnTo>
                    <a:pt x="3404" y="1362"/>
                  </a:lnTo>
                  <a:lnTo>
                    <a:pt x="3395" y="1374"/>
                  </a:lnTo>
                  <a:lnTo>
                    <a:pt x="3385" y="1386"/>
                  </a:lnTo>
                  <a:lnTo>
                    <a:pt x="3375" y="1394"/>
                  </a:lnTo>
                  <a:lnTo>
                    <a:pt x="3369" y="1398"/>
                  </a:lnTo>
                  <a:lnTo>
                    <a:pt x="3363" y="1402"/>
                  </a:lnTo>
                  <a:lnTo>
                    <a:pt x="3352" y="1408"/>
                  </a:lnTo>
                  <a:lnTo>
                    <a:pt x="3340" y="1412"/>
                  </a:lnTo>
                  <a:lnTo>
                    <a:pt x="3334" y="1412"/>
                  </a:lnTo>
                  <a:lnTo>
                    <a:pt x="3328" y="1412"/>
                  </a:lnTo>
                  <a:lnTo>
                    <a:pt x="3315" y="1412"/>
                  </a:lnTo>
                  <a:lnTo>
                    <a:pt x="3303" y="1408"/>
                  </a:lnTo>
                  <a:lnTo>
                    <a:pt x="3292" y="1402"/>
                  </a:lnTo>
                  <a:lnTo>
                    <a:pt x="3286" y="1398"/>
                  </a:lnTo>
                  <a:lnTo>
                    <a:pt x="3281" y="1394"/>
                  </a:lnTo>
                  <a:lnTo>
                    <a:pt x="3270" y="1386"/>
                  </a:lnTo>
                  <a:lnTo>
                    <a:pt x="3260" y="1374"/>
                  </a:lnTo>
                  <a:lnTo>
                    <a:pt x="3251" y="1362"/>
                  </a:lnTo>
                  <a:lnTo>
                    <a:pt x="3242" y="1349"/>
                  </a:lnTo>
                  <a:lnTo>
                    <a:pt x="3235" y="1333"/>
                  </a:lnTo>
                  <a:lnTo>
                    <a:pt x="3228" y="1315"/>
                  </a:lnTo>
                  <a:lnTo>
                    <a:pt x="3225" y="1307"/>
                  </a:lnTo>
                  <a:lnTo>
                    <a:pt x="3222" y="1297"/>
                  </a:lnTo>
                  <a:lnTo>
                    <a:pt x="3217" y="1277"/>
                  </a:lnTo>
                  <a:lnTo>
                    <a:pt x="3215" y="1267"/>
                  </a:lnTo>
                  <a:lnTo>
                    <a:pt x="3213" y="1257"/>
                  </a:lnTo>
                  <a:lnTo>
                    <a:pt x="3211" y="1247"/>
                  </a:lnTo>
                  <a:lnTo>
                    <a:pt x="3210" y="1235"/>
                  </a:lnTo>
                  <a:lnTo>
                    <a:pt x="3209" y="1225"/>
                  </a:lnTo>
                  <a:lnTo>
                    <a:pt x="3208" y="1213"/>
                  </a:lnTo>
                  <a:lnTo>
                    <a:pt x="3207" y="1203"/>
                  </a:lnTo>
                  <a:lnTo>
                    <a:pt x="3207" y="1191"/>
                  </a:lnTo>
                  <a:lnTo>
                    <a:pt x="3208" y="1169"/>
                  </a:lnTo>
                  <a:lnTo>
                    <a:pt x="3210" y="1147"/>
                  </a:lnTo>
                  <a:lnTo>
                    <a:pt x="3213" y="1125"/>
                  </a:lnTo>
                  <a:lnTo>
                    <a:pt x="3217" y="1105"/>
                  </a:lnTo>
                  <a:lnTo>
                    <a:pt x="3222" y="1085"/>
                  </a:lnTo>
                  <a:lnTo>
                    <a:pt x="3225" y="1075"/>
                  </a:lnTo>
                  <a:lnTo>
                    <a:pt x="3228" y="1067"/>
                  </a:lnTo>
                  <a:lnTo>
                    <a:pt x="3235" y="1049"/>
                  </a:lnTo>
                  <a:lnTo>
                    <a:pt x="3242" y="1033"/>
                  </a:lnTo>
                  <a:lnTo>
                    <a:pt x="3251" y="1019"/>
                  </a:lnTo>
                  <a:lnTo>
                    <a:pt x="3260" y="1007"/>
                  </a:lnTo>
                  <a:lnTo>
                    <a:pt x="3270" y="995"/>
                  </a:lnTo>
                  <a:lnTo>
                    <a:pt x="3281" y="987"/>
                  </a:lnTo>
                  <a:lnTo>
                    <a:pt x="3286" y="983"/>
                  </a:lnTo>
                  <a:lnTo>
                    <a:pt x="3292" y="979"/>
                  </a:lnTo>
                  <a:lnTo>
                    <a:pt x="3303" y="973"/>
                  </a:lnTo>
                  <a:lnTo>
                    <a:pt x="3315" y="969"/>
                  </a:lnTo>
                  <a:lnTo>
                    <a:pt x="3321" y="969"/>
                  </a:lnTo>
                  <a:lnTo>
                    <a:pt x="3328" y="969"/>
                  </a:lnTo>
                  <a:close/>
                  <a:moveTo>
                    <a:pt x="485" y="1812"/>
                  </a:moveTo>
                  <a:lnTo>
                    <a:pt x="502" y="1814"/>
                  </a:lnTo>
                  <a:lnTo>
                    <a:pt x="517" y="1816"/>
                  </a:lnTo>
                  <a:lnTo>
                    <a:pt x="524" y="1818"/>
                  </a:lnTo>
                  <a:lnTo>
                    <a:pt x="530" y="1820"/>
                  </a:lnTo>
                  <a:lnTo>
                    <a:pt x="537" y="1824"/>
                  </a:lnTo>
                  <a:lnTo>
                    <a:pt x="543" y="1826"/>
                  </a:lnTo>
                  <a:lnTo>
                    <a:pt x="555" y="1834"/>
                  </a:lnTo>
                  <a:lnTo>
                    <a:pt x="565" y="1844"/>
                  </a:lnTo>
                  <a:lnTo>
                    <a:pt x="570" y="1850"/>
                  </a:lnTo>
                  <a:lnTo>
                    <a:pt x="575" y="1856"/>
                  </a:lnTo>
                  <a:lnTo>
                    <a:pt x="584" y="1868"/>
                  </a:lnTo>
                  <a:lnTo>
                    <a:pt x="588" y="1876"/>
                  </a:lnTo>
                  <a:lnTo>
                    <a:pt x="591" y="1884"/>
                  </a:lnTo>
                  <a:lnTo>
                    <a:pt x="598" y="1900"/>
                  </a:lnTo>
                  <a:lnTo>
                    <a:pt x="601" y="1908"/>
                  </a:lnTo>
                  <a:lnTo>
                    <a:pt x="603" y="1918"/>
                  </a:lnTo>
                  <a:lnTo>
                    <a:pt x="606" y="1928"/>
                  </a:lnTo>
                  <a:lnTo>
                    <a:pt x="608" y="1938"/>
                  </a:lnTo>
                  <a:lnTo>
                    <a:pt x="612" y="1960"/>
                  </a:lnTo>
                  <a:lnTo>
                    <a:pt x="614" y="1984"/>
                  </a:lnTo>
                  <a:lnTo>
                    <a:pt x="615" y="1996"/>
                  </a:lnTo>
                  <a:lnTo>
                    <a:pt x="616" y="2008"/>
                  </a:lnTo>
                  <a:lnTo>
                    <a:pt x="616" y="2036"/>
                  </a:lnTo>
                  <a:lnTo>
                    <a:pt x="616" y="2062"/>
                  </a:lnTo>
                  <a:lnTo>
                    <a:pt x="615" y="2074"/>
                  </a:lnTo>
                  <a:lnTo>
                    <a:pt x="614" y="2086"/>
                  </a:lnTo>
                  <a:lnTo>
                    <a:pt x="612" y="2108"/>
                  </a:lnTo>
                  <a:lnTo>
                    <a:pt x="608" y="2128"/>
                  </a:lnTo>
                  <a:lnTo>
                    <a:pt x="606" y="2138"/>
                  </a:lnTo>
                  <a:lnTo>
                    <a:pt x="603" y="2148"/>
                  </a:lnTo>
                  <a:lnTo>
                    <a:pt x="598" y="2164"/>
                  </a:lnTo>
                  <a:lnTo>
                    <a:pt x="591" y="2180"/>
                  </a:lnTo>
                  <a:lnTo>
                    <a:pt x="588" y="2188"/>
                  </a:lnTo>
                  <a:lnTo>
                    <a:pt x="584" y="2194"/>
                  </a:lnTo>
                  <a:lnTo>
                    <a:pt x="575" y="2206"/>
                  </a:lnTo>
                  <a:lnTo>
                    <a:pt x="570" y="2212"/>
                  </a:lnTo>
                  <a:lnTo>
                    <a:pt x="565" y="2218"/>
                  </a:lnTo>
                  <a:lnTo>
                    <a:pt x="560" y="2222"/>
                  </a:lnTo>
                  <a:lnTo>
                    <a:pt x="555" y="2226"/>
                  </a:lnTo>
                  <a:lnTo>
                    <a:pt x="543" y="2234"/>
                  </a:lnTo>
                  <a:lnTo>
                    <a:pt x="530" y="2240"/>
                  </a:lnTo>
                  <a:lnTo>
                    <a:pt x="517" y="2244"/>
                  </a:lnTo>
                  <a:lnTo>
                    <a:pt x="502" y="2246"/>
                  </a:lnTo>
                  <a:lnTo>
                    <a:pt x="485" y="2248"/>
                  </a:lnTo>
                  <a:lnTo>
                    <a:pt x="135" y="2248"/>
                  </a:lnTo>
                  <a:lnTo>
                    <a:pt x="118" y="2246"/>
                  </a:lnTo>
                  <a:lnTo>
                    <a:pt x="110" y="2246"/>
                  </a:lnTo>
                  <a:lnTo>
                    <a:pt x="103" y="2244"/>
                  </a:lnTo>
                  <a:lnTo>
                    <a:pt x="89" y="2238"/>
                  </a:lnTo>
                  <a:lnTo>
                    <a:pt x="76" y="2232"/>
                  </a:lnTo>
                  <a:lnTo>
                    <a:pt x="70" y="2228"/>
                  </a:lnTo>
                  <a:lnTo>
                    <a:pt x="64" y="2222"/>
                  </a:lnTo>
                  <a:lnTo>
                    <a:pt x="53" y="2212"/>
                  </a:lnTo>
                  <a:lnTo>
                    <a:pt x="43" y="2198"/>
                  </a:lnTo>
                  <a:lnTo>
                    <a:pt x="38" y="2192"/>
                  </a:lnTo>
                  <a:lnTo>
                    <a:pt x="34" y="2184"/>
                  </a:lnTo>
                  <a:lnTo>
                    <a:pt x="30" y="2176"/>
                  </a:lnTo>
                  <a:lnTo>
                    <a:pt x="26" y="2166"/>
                  </a:lnTo>
                  <a:lnTo>
                    <a:pt x="22" y="2158"/>
                  </a:lnTo>
                  <a:lnTo>
                    <a:pt x="19" y="2148"/>
                  </a:lnTo>
                  <a:lnTo>
                    <a:pt x="13" y="2126"/>
                  </a:lnTo>
                  <a:lnTo>
                    <a:pt x="9" y="2104"/>
                  </a:lnTo>
                  <a:lnTo>
                    <a:pt x="7" y="2092"/>
                  </a:lnTo>
                  <a:lnTo>
                    <a:pt x="5" y="2078"/>
                  </a:lnTo>
                  <a:lnTo>
                    <a:pt x="3" y="2066"/>
                  </a:lnTo>
                  <a:lnTo>
                    <a:pt x="2" y="2052"/>
                  </a:lnTo>
                  <a:lnTo>
                    <a:pt x="1" y="2038"/>
                  </a:lnTo>
                  <a:lnTo>
                    <a:pt x="1" y="2022"/>
                  </a:lnTo>
                  <a:lnTo>
                    <a:pt x="0" y="1992"/>
                  </a:lnTo>
                  <a:lnTo>
                    <a:pt x="0" y="479"/>
                  </a:lnTo>
                  <a:lnTo>
                    <a:pt x="1" y="450"/>
                  </a:lnTo>
                  <a:lnTo>
                    <a:pt x="1" y="436"/>
                  </a:lnTo>
                  <a:lnTo>
                    <a:pt x="2" y="422"/>
                  </a:lnTo>
                  <a:lnTo>
                    <a:pt x="5" y="398"/>
                  </a:lnTo>
                  <a:lnTo>
                    <a:pt x="8" y="374"/>
                  </a:lnTo>
                  <a:lnTo>
                    <a:pt x="10" y="362"/>
                  </a:lnTo>
                  <a:lnTo>
                    <a:pt x="13" y="352"/>
                  </a:lnTo>
                  <a:lnTo>
                    <a:pt x="18" y="332"/>
                  </a:lnTo>
                  <a:lnTo>
                    <a:pt x="25" y="312"/>
                  </a:lnTo>
                  <a:lnTo>
                    <a:pt x="28" y="304"/>
                  </a:lnTo>
                  <a:lnTo>
                    <a:pt x="32" y="296"/>
                  </a:lnTo>
                  <a:lnTo>
                    <a:pt x="36" y="288"/>
                  </a:lnTo>
                  <a:lnTo>
                    <a:pt x="41" y="280"/>
                  </a:lnTo>
                  <a:lnTo>
                    <a:pt x="50" y="268"/>
                  </a:lnTo>
                  <a:lnTo>
                    <a:pt x="60" y="256"/>
                  </a:lnTo>
                  <a:lnTo>
                    <a:pt x="65" y="252"/>
                  </a:lnTo>
                  <a:lnTo>
                    <a:pt x="71" y="248"/>
                  </a:lnTo>
                  <a:lnTo>
                    <a:pt x="83" y="240"/>
                  </a:lnTo>
                  <a:lnTo>
                    <a:pt x="96" y="236"/>
                  </a:lnTo>
                  <a:lnTo>
                    <a:pt x="109" y="232"/>
                  </a:lnTo>
                  <a:lnTo>
                    <a:pt x="124" y="232"/>
                  </a:lnTo>
                  <a:lnTo>
                    <a:pt x="138" y="232"/>
                  </a:lnTo>
                  <a:lnTo>
                    <a:pt x="144" y="234"/>
                  </a:lnTo>
                  <a:lnTo>
                    <a:pt x="151" y="236"/>
                  </a:lnTo>
                  <a:lnTo>
                    <a:pt x="163" y="240"/>
                  </a:lnTo>
                  <a:lnTo>
                    <a:pt x="176" y="248"/>
                  </a:lnTo>
                  <a:lnTo>
                    <a:pt x="181" y="252"/>
                  </a:lnTo>
                  <a:lnTo>
                    <a:pt x="187" y="256"/>
                  </a:lnTo>
                  <a:lnTo>
                    <a:pt x="197" y="268"/>
                  </a:lnTo>
                  <a:lnTo>
                    <a:pt x="206" y="280"/>
                  </a:lnTo>
                  <a:lnTo>
                    <a:pt x="210" y="288"/>
                  </a:lnTo>
                  <a:lnTo>
                    <a:pt x="214" y="296"/>
                  </a:lnTo>
                  <a:lnTo>
                    <a:pt x="218" y="304"/>
                  </a:lnTo>
                  <a:lnTo>
                    <a:pt x="222" y="312"/>
                  </a:lnTo>
                  <a:lnTo>
                    <a:pt x="228" y="332"/>
                  </a:lnTo>
                  <a:lnTo>
                    <a:pt x="234" y="352"/>
                  </a:lnTo>
                  <a:lnTo>
                    <a:pt x="236" y="362"/>
                  </a:lnTo>
                  <a:lnTo>
                    <a:pt x="238" y="374"/>
                  </a:lnTo>
                  <a:lnTo>
                    <a:pt x="242" y="398"/>
                  </a:lnTo>
                  <a:lnTo>
                    <a:pt x="244" y="422"/>
                  </a:lnTo>
                  <a:lnTo>
                    <a:pt x="246" y="450"/>
                  </a:lnTo>
                  <a:lnTo>
                    <a:pt x="246" y="479"/>
                  </a:lnTo>
                  <a:lnTo>
                    <a:pt x="246" y="1812"/>
                  </a:lnTo>
                  <a:lnTo>
                    <a:pt x="485" y="1812"/>
                  </a:lnTo>
                  <a:close/>
                  <a:moveTo>
                    <a:pt x="1526" y="1840"/>
                  </a:moveTo>
                  <a:lnTo>
                    <a:pt x="1532" y="1868"/>
                  </a:lnTo>
                  <a:lnTo>
                    <a:pt x="1537" y="1898"/>
                  </a:lnTo>
                  <a:lnTo>
                    <a:pt x="1542" y="1924"/>
                  </a:lnTo>
                  <a:lnTo>
                    <a:pt x="1546" y="1952"/>
                  </a:lnTo>
                  <a:lnTo>
                    <a:pt x="1549" y="1978"/>
                  </a:lnTo>
                  <a:lnTo>
                    <a:pt x="1552" y="2004"/>
                  </a:lnTo>
                  <a:lnTo>
                    <a:pt x="1554" y="2028"/>
                  </a:lnTo>
                  <a:lnTo>
                    <a:pt x="1555" y="2052"/>
                  </a:lnTo>
                  <a:lnTo>
                    <a:pt x="1555" y="2074"/>
                  </a:lnTo>
                  <a:lnTo>
                    <a:pt x="1554" y="2094"/>
                  </a:lnTo>
                  <a:lnTo>
                    <a:pt x="1552" y="2112"/>
                  </a:lnTo>
                  <a:lnTo>
                    <a:pt x="1549" y="2130"/>
                  </a:lnTo>
                  <a:lnTo>
                    <a:pt x="1547" y="2140"/>
                  </a:lnTo>
                  <a:lnTo>
                    <a:pt x="1545" y="2148"/>
                  </a:lnTo>
                  <a:lnTo>
                    <a:pt x="1539" y="2166"/>
                  </a:lnTo>
                  <a:lnTo>
                    <a:pt x="1532" y="2180"/>
                  </a:lnTo>
                  <a:lnTo>
                    <a:pt x="1525" y="2196"/>
                  </a:lnTo>
                  <a:lnTo>
                    <a:pt x="1516" y="2210"/>
                  </a:lnTo>
                  <a:lnTo>
                    <a:pt x="1507" y="2222"/>
                  </a:lnTo>
                  <a:lnTo>
                    <a:pt x="1496" y="2232"/>
                  </a:lnTo>
                  <a:lnTo>
                    <a:pt x="1486" y="2240"/>
                  </a:lnTo>
                  <a:lnTo>
                    <a:pt x="1476" y="2246"/>
                  </a:lnTo>
                  <a:lnTo>
                    <a:pt x="1470" y="2248"/>
                  </a:lnTo>
                  <a:lnTo>
                    <a:pt x="1465" y="2250"/>
                  </a:lnTo>
                  <a:lnTo>
                    <a:pt x="1453" y="2254"/>
                  </a:lnTo>
                  <a:lnTo>
                    <a:pt x="1441" y="2254"/>
                  </a:lnTo>
                  <a:lnTo>
                    <a:pt x="1428" y="2254"/>
                  </a:lnTo>
                  <a:lnTo>
                    <a:pt x="1417" y="2250"/>
                  </a:lnTo>
                  <a:lnTo>
                    <a:pt x="1405" y="2246"/>
                  </a:lnTo>
                  <a:lnTo>
                    <a:pt x="1395" y="2238"/>
                  </a:lnTo>
                  <a:lnTo>
                    <a:pt x="1390" y="2234"/>
                  </a:lnTo>
                  <a:lnTo>
                    <a:pt x="1385" y="2230"/>
                  </a:lnTo>
                  <a:lnTo>
                    <a:pt x="1376" y="2218"/>
                  </a:lnTo>
                  <a:lnTo>
                    <a:pt x="1372" y="2212"/>
                  </a:lnTo>
                  <a:lnTo>
                    <a:pt x="1368" y="2206"/>
                  </a:lnTo>
                  <a:lnTo>
                    <a:pt x="1364" y="2198"/>
                  </a:lnTo>
                  <a:lnTo>
                    <a:pt x="1360" y="2190"/>
                  </a:lnTo>
                  <a:lnTo>
                    <a:pt x="1353" y="2174"/>
                  </a:lnTo>
                  <a:lnTo>
                    <a:pt x="1346" y="2158"/>
                  </a:lnTo>
                  <a:lnTo>
                    <a:pt x="1340" y="2138"/>
                  </a:lnTo>
                  <a:lnTo>
                    <a:pt x="1338" y="2128"/>
                  </a:lnTo>
                  <a:lnTo>
                    <a:pt x="1335" y="2116"/>
                  </a:lnTo>
                  <a:lnTo>
                    <a:pt x="1323" y="2054"/>
                  </a:lnTo>
                  <a:lnTo>
                    <a:pt x="1307" y="1966"/>
                  </a:lnTo>
                  <a:lnTo>
                    <a:pt x="1297" y="1912"/>
                  </a:lnTo>
                  <a:lnTo>
                    <a:pt x="1284" y="1840"/>
                  </a:lnTo>
                  <a:lnTo>
                    <a:pt x="1281" y="1830"/>
                  </a:lnTo>
                  <a:lnTo>
                    <a:pt x="1279" y="1822"/>
                  </a:lnTo>
                  <a:lnTo>
                    <a:pt x="1276" y="1816"/>
                  </a:lnTo>
                  <a:lnTo>
                    <a:pt x="1273" y="1810"/>
                  </a:lnTo>
                  <a:lnTo>
                    <a:pt x="1270" y="1806"/>
                  </a:lnTo>
                  <a:lnTo>
                    <a:pt x="1267" y="1802"/>
                  </a:lnTo>
                  <a:lnTo>
                    <a:pt x="1261" y="1798"/>
                  </a:lnTo>
                  <a:lnTo>
                    <a:pt x="1255" y="1796"/>
                  </a:lnTo>
                  <a:lnTo>
                    <a:pt x="1251" y="1796"/>
                  </a:lnTo>
                  <a:lnTo>
                    <a:pt x="1247" y="1796"/>
                  </a:lnTo>
                  <a:lnTo>
                    <a:pt x="1246" y="1796"/>
                  </a:lnTo>
                  <a:lnTo>
                    <a:pt x="948" y="1796"/>
                  </a:lnTo>
                  <a:lnTo>
                    <a:pt x="940" y="1796"/>
                  </a:lnTo>
                  <a:lnTo>
                    <a:pt x="933" y="1798"/>
                  </a:lnTo>
                  <a:lnTo>
                    <a:pt x="926" y="1800"/>
                  </a:lnTo>
                  <a:lnTo>
                    <a:pt x="920" y="1802"/>
                  </a:lnTo>
                  <a:lnTo>
                    <a:pt x="915" y="1806"/>
                  </a:lnTo>
                  <a:lnTo>
                    <a:pt x="911" y="1810"/>
                  </a:lnTo>
                  <a:lnTo>
                    <a:pt x="903" y="1818"/>
                  </a:lnTo>
                  <a:lnTo>
                    <a:pt x="898" y="1826"/>
                  </a:lnTo>
                  <a:lnTo>
                    <a:pt x="895" y="1832"/>
                  </a:lnTo>
                  <a:lnTo>
                    <a:pt x="893" y="1838"/>
                  </a:lnTo>
                  <a:lnTo>
                    <a:pt x="893" y="1840"/>
                  </a:lnTo>
                  <a:lnTo>
                    <a:pt x="879" y="1912"/>
                  </a:lnTo>
                  <a:lnTo>
                    <a:pt x="874" y="1940"/>
                  </a:lnTo>
                  <a:lnTo>
                    <a:pt x="870" y="1966"/>
                  </a:lnTo>
                  <a:lnTo>
                    <a:pt x="862" y="2008"/>
                  </a:lnTo>
                  <a:lnTo>
                    <a:pt x="855" y="2046"/>
                  </a:lnTo>
                  <a:lnTo>
                    <a:pt x="841" y="2110"/>
                  </a:lnTo>
                  <a:lnTo>
                    <a:pt x="835" y="2136"/>
                  </a:lnTo>
                  <a:lnTo>
                    <a:pt x="827" y="2160"/>
                  </a:lnTo>
                  <a:lnTo>
                    <a:pt x="824" y="2172"/>
                  </a:lnTo>
                  <a:lnTo>
                    <a:pt x="820" y="2182"/>
                  </a:lnTo>
                  <a:lnTo>
                    <a:pt x="817" y="2190"/>
                  </a:lnTo>
                  <a:lnTo>
                    <a:pt x="813" y="2198"/>
                  </a:lnTo>
                  <a:lnTo>
                    <a:pt x="805" y="2214"/>
                  </a:lnTo>
                  <a:lnTo>
                    <a:pt x="802" y="2220"/>
                  </a:lnTo>
                  <a:lnTo>
                    <a:pt x="797" y="2226"/>
                  </a:lnTo>
                  <a:lnTo>
                    <a:pt x="793" y="2230"/>
                  </a:lnTo>
                  <a:lnTo>
                    <a:pt x="789" y="2236"/>
                  </a:lnTo>
                  <a:lnTo>
                    <a:pt x="785" y="2240"/>
                  </a:lnTo>
                  <a:lnTo>
                    <a:pt x="780" y="2242"/>
                  </a:lnTo>
                  <a:lnTo>
                    <a:pt x="770" y="2248"/>
                  </a:lnTo>
                  <a:lnTo>
                    <a:pt x="760" y="2252"/>
                  </a:lnTo>
                  <a:lnTo>
                    <a:pt x="749" y="2254"/>
                  </a:lnTo>
                  <a:lnTo>
                    <a:pt x="737" y="2254"/>
                  </a:lnTo>
                  <a:lnTo>
                    <a:pt x="726" y="2254"/>
                  </a:lnTo>
                  <a:lnTo>
                    <a:pt x="715" y="2250"/>
                  </a:lnTo>
                  <a:lnTo>
                    <a:pt x="710" y="2248"/>
                  </a:lnTo>
                  <a:lnTo>
                    <a:pt x="705" y="2246"/>
                  </a:lnTo>
                  <a:lnTo>
                    <a:pt x="695" y="2240"/>
                  </a:lnTo>
                  <a:lnTo>
                    <a:pt x="686" y="2232"/>
                  </a:lnTo>
                  <a:lnTo>
                    <a:pt x="681" y="2228"/>
                  </a:lnTo>
                  <a:lnTo>
                    <a:pt x="677" y="2222"/>
                  </a:lnTo>
                  <a:lnTo>
                    <a:pt x="669" y="2210"/>
                  </a:lnTo>
                  <a:lnTo>
                    <a:pt x="661" y="2198"/>
                  </a:lnTo>
                  <a:lnTo>
                    <a:pt x="654" y="2182"/>
                  </a:lnTo>
                  <a:lnTo>
                    <a:pt x="647" y="2168"/>
                  </a:lnTo>
                  <a:lnTo>
                    <a:pt x="642" y="2150"/>
                  </a:lnTo>
                  <a:lnTo>
                    <a:pt x="638" y="2134"/>
                  </a:lnTo>
                  <a:lnTo>
                    <a:pt x="636" y="2124"/>
                  </a:lnTo>
                  <a:lnTo>
                    <a:pt x="634" y="2116"/>
                  </a:lnTo>
                  <a:lnTo>
                    <a:pt x="632" y="2096"/>
                  </a:lnTo>
                  <a:lnTo>
                    <a:pt x="631" y="2076"/>
                  </a:lnTo>
                  <a:lnTo>
                    <a:pt x="630" y="2056"/>
                  </a:lnTo>
                  <a:lnTo>
                    <a:pt x="631" y="2036"/>
                  </a:lnTo>
                  <a:lnTo>
                    <a:pt x="632" y="2014"/>
                  </a:lnTo>
                  <a:lnTo>
                    <a:pt x="634" y="1988"/>
                  </a:lnTo>
                  <a:lnTo>
                    <a:pt x="638" y="1962"/>
                  </a:lnTo>
                  <a:lnTo>
                    <a:pt x="642" y="1934"/>
                  </a:lnTo>
                  <a:lnTo>
                    <a:pt x="647" y="1904"/>
                  </a:lnTo>
                  <a:lnTo>
                    <a:pt x="653" y="1872"/>
                  </a:lnTo>
                  <a:lnTo>
                    <a:pt x="659" y="1840"/>
                  </a:lnTo>
                  <a:lnTo>
                    <a:pt x="668" y="1804"/>
                  </a:lnTo>
                  <a:lnTo>
                    <a:pt x="674" y="1772"/>
                  </a:lnTo>
                  <a:lnTo>
                    <a:pt x="894" y="631"/>
                  </a:lnTo>
                  <a:lnTo>
                    <a:pt x="919" y="503"/>
                  </a:lnTo>
                  <a:lnTo>
                    <a:pt x="929" y="450"/>
                  </a:lnTo>
                  <a:lnTo>
                    <a:pt x="932" y="436"/>
                  </a:lnTo>
                  <a:lnTo>
                    <a:pt x="937" y="418"/>
                  </a:lnTo>
                  <a:lnTo>
                    <a:pt x="944" y="392"/>
                  </a:lnTo>
                  <a:lnTo>
                    <a:pt x="951" y="370"/>
                  </a:lnTo>
                  <a:lnTo>
                    <a:pt x="959" y="350"/>
                  </a:lnTo>
                  <a:lnTo>
                    <a:pt x="966" y="330"/>
                  </a:lnTo>
                  <a:lnTo>
                    <a:pt x="974" y="314"/>
                  </a:lnTo>
                  <a:lnTo>
                    <a:pt x="983" y="298"/>
                  </a:lnTo>
                  <a:lnTo>
                    <a:pt x="991" y="286"/>
                  </a:lnTo>
                  <a:lnTo>
                    <a:pt x="995" y="280"/>
                  </a:lnTo>
                  <a:lnTo>
                    <a:pt x="1000" y="274"/>
                  </a:lnTo>
                  <a:lnTo>
                    <a:pt x="1009" y="264"/>
                  </a:lnTo>
                  <a:lnTo>
                    <a:pt x="1019" y="256"/>
                  </a:lnTo>
                  <a:lnTo>
                    <a:pt x="1029" y="250"/>
                  </a:lnTo>
                  <a:lnTo>
                    <a:pt x="1041" y="244"/>
                  </a:lnTo>
                  <a:lnTo>
                    <a:pt x="1053" y="238"/>
                  </a:lnTo>
                  <a:lnTo>
                    <a:pt x="1065" y="236"/>
                  </a:lnTo>
                  <a:lnTo>
                    <a:pt x="1079" y="234"/>
                  </a:lnTo>
                  <a:lnTo>
                    <a:pt x="1093" y="234"/>
                  </a:lnTo>
                  <a:lnTo>
                    <a:pt x="1112" y="234"/>
                  </a:lnTo>
                  <a:lnTo>
                    <a:pt x="1130" y="238"/>
                  </a:lnTo>
                  <a:lnTo>
                    <a:pt x="1139" y="240"/>
                  </a:lnTo>
                  <a:lnTo>
                    <a:pt x="1147" y="244"/>
                  </a:lnTo>
                  <a:lnTo>
                    <a:pt x="1154" y="248"/>
                  </a:lnTo>
                  <a:lnTo>
                    <a:pt x="1162" y="252"/>
                  </a:lnTo>
                  <a:lnTo>
                    <a:pt x="1170" y="258"/>
                  </a:lnTo>
                  <a:lnTo>
                    <a:pt x="1177" y="262"/>
                  </a:lnTo>
                  <a:lnTo>
                    <a:pt x="1183" y="270"/>
                  </a:lnTo>
                  <a:lnTo>
                    <a:pt x="1189" y="276"/>
                  </a:lnTo>
                  <a:lnTo>
                    <a:pt x="1195" y="284"/>
                  </a:lnTo>
                  <a:lnTo>
                    <a:pt x="1200" y="292"/>
                  </a:lnTo>
                  <a:lnTo>
                    <a:pt x="1205" y="300"/>
                  </a:lnTo>
                  <a:lnTo>
                    <a:pt x="1210" y="310"/>
                  </a:lnTo>
                  <a:lnTo>
                    <a:pt x="1218" y="326"/>
                  </a:lnTo>
                  <a:lnTo>
                    <a:pt x="1226" y="344"/>
                  </a:lnTo>
                  <a:lnTo>
                    <a:pt x="1230" y="354"/>
                  </a:lnTo>
                  <a:lnTo>
                    <a:pt x="1233" y="364"/>
                  </a:lnTo>
                  <a:lnTo>
                    <a:pt x="1240" y="384"/>
                  </a:lnTo>
                  <a:lnTo>
                    <a:pt x="1246" y="406"/>
                  </a:lnTo>
                  <a:lnTo>
                    <a:pt x="1252" y="428"/>
                  </a:lnTo>
                  <a:lnTo>
                    <a:pt x="1257" y="451"/>
                  </a:lnTo>
                  <a:lnTo>
                    <a:pt x="1262" y="475"/>
                  </a:lnTo>
                  <a:lnTo>
                    <a:pt x="1271" y="527"/>
                  </a:lnTo>
                  <a:lnTo>
                    <a:pt x="1282" y="579"/>
                  </a:lnTo>
                  <a:lnTo>
                    <a:pt x="1293" y="631"/>
                  </a:lnTo>
                  <a:lnTo>
                    <a:pt x="1512" y="1772"/>
                  </a:lnTo>
                  <a:lnTo>
                    <a:pt x="1515" y="1786"/>
                  </a:lnTo>
                  <a:lnTo>
                    <a:pt x="1518" y="1800"/>
                  </a:lnTo>
                  <a:lnTo>
                    <a:pt x="1526" y="1840"/>
                  </a:lnTo>
                  <a:close/>
                  <a:moveTo>
                    <a:pt x="966" y="1428"/>
                  </a:moveTo>
                  <a:lnTo>
                    <a:pt x="1213" y="1428"/>
                  </a:lnTo>
                  <a:lnTo>
                    <a:pt x="1091" y="731"/>
                  </a:lnTo>
                  <a:lnTo>
                    <a:pt x="966" y="1428"/>
                  </a:lnTo>
                  <a:close/>
                  <a:moveTo>
                    <a:pt x="2643" y="1191"/>
                  </a:moveTo>
                  <a:lnTo>
                    <a:pt x="2644" y="1247"/>
                  </a:lnTo>
                  <a:lnTo>
                    <a:pt x="2645" y="1275"/>
                  </a:lnTo>
                  <a:lnTo>
                    <a:pt x="2646" y="1303"/>
                  </a:lnTo>
                  <a:lnTo>
                    <a:pt x="2649" y="1358"/>
                  </a:lnTo>
                  <a:lnTo>
                    <a:pt x="2653" y="1414"/>
                  </a:lnTo>
                  <a:lnTo>
                    <a:pt x="2658" y="1468"/>
                  </a:lnTo>
                  <a:lnTo>
                    <a:pt x="2665" y="1520"/>
                  </a:lnTo>
                  <a:lnTo>
                    <a:pt x="2672" y="1572"/>
                  </a:lnTo>
                  <a:lnTo>
                    <a:pt x="2677" y="1598"/>
                  </a:lnTo>
                  <a:lnTo>
                    <a:pt x="2681" y="1624"/>
                  </a:lnTo>
                  <a:lnTo>
                    <a:pt x="2686" y="1650"/>
                  </a:lnTo>
                  <a:lnTo>
                    <a:pt x="2691" y="1674"/>
                  </a:lnTo>
                  <a:lnTo>
                    <a:pt x="2701" y="1724"/>
                  </a:lnTo>
                  <a:lnTo>
                    <a:pt x="2713" y="1772"/>
                  </a:lnTo>
                  <a:lnTo>
                    <a:pt x="2719" y="1796"/>
                  </a:lnTo>
                  <a:lnTo>
                    <a:pt x="2726" y="1820"/>
                  </a:lnTo>
                  <a:lnTo>
                    <a:pt x="2739" y="1866"/>
                  </a:lnTo>
                  <a:lnTo>
                    <a:pt x="2754" y="1912"/>
                  </a:lnTo>
                  <a:lnTo>
                    <a:pt x="2769" y="1956"/>
                  </a:lnTo>
                  <a:lnTo>
                    <a:pt x="2786" y="1998"/>
                  </a:lnTo>
                  <a:lnTo>
                    <a:pt x="2786" y="2014"/>
                  </a:lnTo>
                  <a:lnTo>
                    <a:pt x="2786" y="2026"/>
                  </a:lnTo>
                  <a:lnTo>
                    <a:pt x="2786" y="2052"/>
                  </a:lnTo>
                  <a:lnTo>
                    <a:pt x="2785" y="2064"/>
                  </a:lnTo>
                  <a:lnTo>
                    <a:pt x="2784" y="2076"/>
                  </a:lnTo>
                  <a:lnTo>
                    <a:pt x="2783" y="2088"/>
                  </a:lnTo>
                  <a:lnTo>
                    <a:pt x="2782" y="2100"/>
                  </a:lnTo>
                  <a:lnTo>
                    <a:pt x="2779" y="2122"/>
                  </a:lnTo>
                  <a:lnTo>
                    <a:pt x="2775" y="2142"/>
                  </a:lnTo>
                  <a:lnTo>
                    <a:pt x="2772" y="2150"/>
                  </a:lnTo>
                  <a:lnTo>
                    <a:pt x="2769" y="2160"/>
                  </a:lnTo>
                  <a:lnTo>
                    <a:pt x="2767" y="2168"/>
                  </a:lnTo>
                  <a:lnTo>
                    <a:pt x="2763" y="2176"/>
                  </a:lnTo>
                  <a:lnTo>
                    <a:pt x="2756" y="2192"/>
                  </a:lnTo>
                  <a:lnTo>
                    <a:pt x="2753" y="2198"/>
                  </a:lnTo>
                  <a:lnTo>
                    <a:pt x="2749" y="2206"/>
                  </a:lnTo>
                  <a:lnTo>
                    <a:pt x="2740" y="2218"/>
                  </a:lnTo>
                  <a:lnTo>
                    <a:pt x="2731" y="2228"/>
                  </a:lnTo>
                  <a:lnTo>
                    <a:pt x="2726" y="2232"/>
                  </a:lnTo>
                  <a:lnTo>
                    <a:pt x="2721" y="2236"/>
                  </a:lnTo>
                  <a:lnTo>
                    <a:pt x="2710" y="2242"/>
                  </a:lnTo>
                  <a:lnTo>
                    <a:pt x="2704" y="2244"/>
                  </a:lnTo>
                  <a:lnTo>
                    <a:pt x="2698" y="2246"/>
                  </a:lnTo>
                  <a:lnTo>
                    <a:pt x="2686" y="2250"/>
                  </a:lnTo>
                  <a:lnTo>
                    <a:pt x="2673" y="2250"/>
                  </a:lnTo>
                  <a:lnTo>
                    <a:pt x="2658" y="2250"/>
                  </a:lnTo>
                  <a:lnTo>
                    <a:pt x="2651" y="2248"/>
                  </a:lnTo>
                  <a:lnTo>
                    <a:pt x="2645" y="2246"/>
                  </a:lnTo>
                  <a:lnTo>
                    <a:pt x="2632" y="2242"/>
                  </a:lnTo>
                  <a:lnTo>
                    <a:pt x="2621" y="2234"/>
                  </a:lnTo>
                  <a:lnTo>
                    <a:pt x="2616" y="2230"/>
                  </a:lnTo>
                  <a:lnTo>
                    <a:pt x="2611" y="2224"/>
                  </a:lnTo>
                  <a:lnTo>
                    <a:pt x="2606" y="2218"/>
                  </a:lnTo>
                  <a:lnTo>
                    <a:pt x="2601" y="2212"/>
                  </a:lnTo>
                  <a:lnTo>
                    <a:pt x="2597" y="2204"/>
                  </a:lnTo>
                  <a:lnTo>
                    <a:pt x="2592" y="2196"/>
                  </a:lnTo>
                  <a:lnTo>
                    <a:pt x="2588" y="2188"/>
                  </a:lnTo>
                  <a:lnTo>
                    <a:pt x="2584" y="2178"/>
                  </a:lnTo>
                  <a:lnTo>
                    <a:pt x="2581" y="2168"/>
                  </a:lnTo>
                  <a:lnTo>
                    <a:pt x="2577" y="2158"/>
                  </a:lnTo>
                  <a:lnTo>
                    <a:pt x="2570" y="2132"/>
                  </a:lnTo>
                  <a:lnTo>
                    <a:pt x="2565" y="2104"/>
                  </a:lnTo>
                  <a:lnTo>
                    <a:pt x="2562" y="2090"/>
                  </a:lnTo>
                  <a:lnTo>
                    <a:pt x="2559" y="2074"/>
                  </a:lnTo>
                  <a:lnTo>
                    <a:pt x="2554" y="2038"/>
                  </a:lnTo>
                  <a:lnTo>
                    <a:pt x="2549" y="2000"/>
                  </a:lnTo>
                  <a:lnTo>
                    <a:pt x="2545" y="1956"/>
                  </a:lnTo>
                  <a:lnTo>
                    <a:pt x="2540" y="1908"/>
                  </a:lnTo>
                  <a:lnTo>
                    <a:pt x="2469" y="1063"/>
                  </a:lnTo>
                  <a:lnTo>
                    <a:pt x="2322" y="1978"/>
                  </a:lnTo>
                  <a:lnTo>
                    <a:pt x="2315" y="2020"/>
                  </a:lnTo>
                  <a:lnTo>
                    <a:pt x="2308" y="2056"/>
                  </a:lnTo>
                  <a:lnTo>
                    <a:pt x="2302" y="2088"/>
                  </a:lnTo>
                  <a:lnTo>
                    <a:pt x="2295" y="2116"/>
                  </a:lnTo>
                  <a:lnTo>
                    <a:pt x="2288" y="2140"/>
                  </a:lnTo>
                  <a:lnTo>
                    <a:pt x="2285" y="2152"/>
                  </a:lnTo>
                  <a:lnTo>
                    <a:pt x="2281" y="2164"/>
                  </a:lnTo>
                  <a:lnTo>
                    <a:pt x="2277" y="2174"/>
                  </a:lnTo>
                  <a:lnTo>
                    <a:pt x="2274" y="2182"/>
                  </a:lnTo>
                  <a:lnTo>
                    <a:pt x="2270" y="2192"/>
                  </a:lnTo>
                  <a:lnTo>
                    <a:pt x="2265" y="2200"/>
                  </a:lnTo>
                  <a:lnTo>
                    <a:pt x="2261" y="2206"/>
                  </a:lnTo>
                  <a:lnTo>
                    <a:pt x="2257" y="2214"/>
                  </a:lnTo>
                  <a:lnTo>
                    <a:pt x="2254" y="2216"/>
                  </a:lnTo>
                  <a:lnTo>
                    <a:pt x="2252" y="2220"/>
                  </a:lnTo>
                  <a:lnTo>
                    <a:pt x="2247" y="2226"/>
                  </a:lnTo>
                  <a:lnTo>
                    <a:pt x="2242" y="2230"/>
                  </a:lnTo>
                  <a:lnTo>
                    <a:pt x="2237" y="2234"/>
                  </a:lnTo>
                  <a:lnTo>
                    <a:pt x="2231" y="2238"/>
                  </a:lnTo>
                  <a:lnTo>
                    <a:pt x="2226" y="2242"/>
                  </a:lnTo>
                  <a:lnTo>
                    <a:pt x="2214" y="2248"/>
                  </a:lnTo>
                  <a:lnTo>
                    <a:pt x="2200" y="2252"/>
                  </a:lnTo>
                  <a:lnTo>
                    <a:pt x="2186" y="2254"/>
                  </a:lnTo>
                  <a:lnTo>
                    <a:pt x="2171" y="2254"/>
                  </a:lnTo>
                  <a:lnTo>
                    <a:pt x="2157" y="2254"/>
                  </a:lnTo>
                  <a:lnTo>
                    <a:pt x="2150" y="2252"/>
                  </a:lnTo>
                  <a:lnTo>
                    <a:pt x="2144" y="2250"/>
                  </a:lnTo>
                  <a:lnTo>
                    <a:pt x="2133" y="2246"/>
                  </a:lnTo>
                  <a:lnTo>
                    <a:pt x="2122" y="2240"/>
                  </a:lnTo>
                  <a:lnTo>
                    <a:pt x="2112" y="2230"/>
                  </a:lnTo>
                  <a:lnTo>
                    <a:pt x="2108" y="2226"/>
                  </a:lnTo>
                  <a:lnTo>
                    <a:pt x="2103" y="2220"/>
                  </a:lnTo>
                  <a:lnTo>
                    <a:pt x="2095" y="2208"/>
                  </a:lnTo>
                  <a:lnTo>
                    <a:pt x="2087" y="2194"/>
                  </a:lnTo>
                  <a:lnTo>
                    <a:pt x="2080" y="2178"/>
                  </a:lnTo>
                  <a:lnTo>
                    <a:pt x="2073" y="2158"/>
                  </a:lnTo>
                  <a:lnTo>
                    <a:pt x="2066" y="2136"/>
                  </a:lnTo>
                  <a:lnTo>
                    <a:pt x="2059" y="2110"/>
                  </a:lnTo>
                  <a:lnTo>
                    <a:pt x="2053" y="2082"/>
                  </a:lnTo>
                  <a:lnTo>
                    <a:pt x="2046" y="2050"/>
                  </a:lnTo>
                  <a:lnTo>
                    <a:pt x="2040" y="2016"/>
                  </a:lnTo>
                  <a:lnTo>
                    <a:pt x="2033" y="1978"/>
                  </a:lnTo>
                  <a:lnTo>
                    <a:pt x="1888" y="1063"/>
                  </a:lnTo>
                  <a:lnTo>
                    <a:pt x="1817" y="1908"/>
                  </a:lnTo>
                  <a:lnTo>
                    <a:pt x="1812" y="1956"/>
                  </a:lnTo>
                  <a:lnTo>
                    <a:pt x="1808" y="2000"/>
                  </a:lnTo>
                  <a:lnTo>
                    <a:pt x="1803" y="2038"/>
                  </a:lnTo>
                  <a:lnTo>
                    <a:pt x="1798" y="2074"/>
                  </a:lnTo>
                  <a:lnTo>
                    <a:pt x="1793" y="2104"/>
                  </a:lnTo>
                  <a:lnTo>
                    <a:pt x="1787" y="2132"/>
                  </a:lnTo>
                  <a:lnTo>
                    <a:pt x="1783" y="2146"/>
                  </a:lnTo>
                  <a:lnTo>
                    <a:pt x="1780" y="2158"/>
                  </a:lnTo>
                  <a:lnTo>
                    <a:pt x="1773" y="2178"/>
                  </a:lnTo>
                  <a:lnTo>
                    <a:pt x="1769" y="2188"/>
                  </a:lnTo>
                  <a:lnTo>
                    <a:pt x="1765" y="2196"/>
                  </a:lnTo>
                  <a:lnTo>
                    <a:pt x="1756" y="2212"/>
                  </a:lnTo>
                  <a:lnTo>
                    <a:pt x="1751" y="2218"/>
                  </a:lnTo>
                  <a:lnTo>
                    <a:pt x="1746" y="2224"/>
                  </a:lnTo>
                  <a:lnTo>
                    <a:pt x="1741" y="2230"/>
                  </a:lnTo>
                  <a:lnTo>
                    <a:pt x="1736" y="2234"/>
                  </a:lnTo>
                  <a:lnTo>
                    <a:pt x="1725" y="2242"/>
                  </a:lnTo>
                  <a:lnTo>
                    <a:pt x="1712" y="2246"/>
                  </a:lnTo>
                  <a:lnTo>
                    <a:pt x="1706" y="2248"/>
                  </a:lnTo>
                  <a:lnTo>
                    <a:pt x="1699" y="2250"/>
                  </a:lnTo>
                  <a:lnTo>
                    <a:pt x="1684" y="2250"/>
                  </a:lnTo>
                  <a:lnTo>
                    <a:pt x="1671" y="2250"/>
                  </a:lnTo>
                  <a:lnTo>
                    <a:pt x="1658" y="2246"/>
                  </a:lnTo>
                  <a:lnTo>
                    <a:pt x="1646" y="2242"/>
                  </a:lnTo>
                  <a:lnTo>
                    <a:pt x="1640" y="2238"/>
                  </a:lnTo>
                  <a:lnTo>
                    <a:pt x="1635" y="2234"/>
                  </a:lnTo>
                  <a:lnTo>
                    <a:pt x="1630" y="2230"/>
                  </a:lnTo>
                  <a:lnTo>
                    <a:pt x="1625" y="2226"/>
                  </a:lnTo>
                  <a:lnTo>
                    <a:pt x="1615" y="2216"/>
                  </a:lnTo>
                  <a:lnTo>
                    <a:pt x="1606" y="2202"/>
                  </a:lnTo>
                  <a:lnTo>
                    <a:pt x="1598" y="2188"/>
                  </a:lnTo>
                  <a:lnTo>
                    <a:pt x="1595" y="2180"/>
                  </a:lnTo>
                  <a:lnTo>
                    <a:pt x="1591" y="2172"/>
                  </a:lnTo>
                  <a:lnTo>
                    <a:pt x="1588" y="2162"/>
                  </a:lnTo>
                  <a:lnTo>
                    <a:pt x="1585" y="2154"/>
                  </a:lnTo>
                  <a:lnTo>
                    <a:pt x="1580" y="2134"/>
                  </a:lnTo>
                  <a:lnTo>
                    <a:pt x="1576" y="2114"/>
                  </a:lnTo>
                  <a:lnTo>
                    <a:pt x="1573" y="2092"/>
                  </a:lnTo>
                  <a:lnTo>
                    <a:pt x="1572" y="2082"/>
                  </a:lnTo>
                  <a:lnTo>
                    <a:pt x="1571" y="2070"/>
                  </a:lnTo>
                  <a:lnTo>
                    <a:pt x="1571" y="2058"/>
                  </a:lnTo>
                  <a:lnTo>
                    <a:pt x="1570" y="2046"/>
                  </a:lnTo>
                  <a:lnTo>
                    <a:pt x="1571" y="2020"/>
                  </a:lnTo>
                  <a:lnTo>
                    <a:pt x="1575" y="1940"/>
                  </a:lnTo>
                  <a:lnTo>
                    <a:pt x="1579" y="1888"/>
                  </a:lnTo>
                  <a:lnTo>
                    <a:pt x="1583" y="1830"/>
                  </a:lnTo>
                  <a:lnTo>
                    <a:pt x="1586" y="1786"/>
                  </a:lnTo>
                  <a:lnTo>
                    <a:pt x="1591" y="1742"/>
                  </a:lnTo>
                  <a:lnTo>
                    <a:pt x="1594" y="1702"/>
                  </a:lnTo>
                  <a:lnTo>
                    <a:pt x="1696" y="555"/>
                  </a:lnTo>
                  <a:lnTo>
                    <a:pt x="1700" y="515"/>
                  </a:lnTo>
                  <a:lnTo>
                    <a:pt x="1704" y="479"/>
                  </a:lnTo>
                  <a:lnTo>
                    <a:pt x="1707" y="451"/>
                  </a:lnTo>
                  <a:lnTo>
                    <a:pt x="1709" y="440"/>
                  </a:lnTo>
                  <a:lnTo>
                    <a:pt x="1711" y="430"/>
                  </a:lnTo>
                  <a:lnTo>
                    <a:pt x="1715" y="412"/>
                  </a:lnTo>
                  <a:lnTo>
                    <a:pt x="1719" y="392"/>
                  </a:lnTo>
                  <a:lnTo>
                    <a:pt x="1725" y="374"/>
                  </a:lnTo>
                  <a:lnTo>
                    <a:pt x="1731" y="354"/>
                  </a:lnTo>
                  <a:lnTo>
                    <a:pt x="1737" y="342"/>
                  </a:lnTo>
                  <a:lnTo>
                    <a:pt x="1743" y="328"/>
                  </a:lnTo>
                  <a:lnTo>
                    <a:pt x="1749" y="316"/>
                  </a:lnTo>
                  <a:lnTo>
                    <a:pt x="1755" y="306"/>
                  </a:lnTo>
                  <a:lnTo>
                    <a:pt x="1762" y="296"/>
                  </a:lnTo>
                  <a:lnTo>
                    <a:pt x="1769" y="286"/>
                  </a:lnTo>
                  <a:lnTo>
                    <a:pt x="1777" y="278"/>
                  </a:lnTo>
                  <a:lnTo>
                    <a:pt x="1785" y="270"/>
                  </a:lnTo>
                  <a:lnTo>
                    <a:pt x="1793" y="264"/>
                  </a:lnTo>
                  <a:lnTo>
                    <a:pt x="1801" y="258"/>
                  </a:lnTo>
                  <a:lnTo>
                    <a:pt x="1810" y="252"/>
                  </a:lnTo>
                  <a:lnTo>
                    <a:pt x="1818" y="248"/>
                  </a:lnTo>
                  <a:lnTo>
                    <a:pt x="1827" y="244"/>
                  </a:lnTo>
                  <a:lnTo>
                    <a:pt x="1837" y="242"/>
                  </a:lnTo>
                  <a:lnTo>
                    <a:pt x="1846" y="242"/>
                  </a:lnTo>
                  <a:lnTo>
                    <a:pt x="1855" y="240"/>
                  </a:lnTo>
                  <a:lnTo>
                    <a:pt x="1869" y="242"/>
                  </a:lnTo>
                  <a:lnTo>
                    <a:pt x="1877" y="244"/>
                  </a:lnTo>
                  <a:lnTo>
                    <a:pt x="1884" y="246"/>
                  </a:lnTo>
                  <a:lnTo>
                    <a:pt x="1897" y="250"/>
                  </a:lnTo>
                  <a:lnTo>
                    <a:pt x="1904" y="254"/>
                  </a:lnTo>
                  <a:lnTo>
                    <a:pt x="1910" y="258"/>
                  </a:lnTo>
                  <a:lnTo>
                    <a:pt x="1916" y="262"/>
                  </a:lnTo>
                  <a:lnTo>
                    <a:pt x="1923" y="268"/>
                  </a:lnTo>
                  <a:lnTo>
                    <a:pt x="1928" y="274"/>
                  </a:lnTo>
                  <a:lnTo>
                    <a:pt x="1934" y="280"/>
                  </a:lnTo>
                  <a:lnTo>
                    <a:pt x="1945" y="294"/>
                  </a:lnTo>
                  <a:lnTo>
                    <a:pt x="1956" y="310"/>
                  </a:lnTo>
                  <a:lnTo>
                    <a:pt x="1966" y="328"/>
                  </a:lnTo>
                  <a:lnTo>
                    <a:pt x="1975" y="350"/>
                  </a:lnTo>
                  <a:lnTo>
                    <a:pt x="1984" y="372"/>
                  </a:lnTo>
                  <a:lnTo>
                    <a:pt x="1992" y="396"/>
                  </a:lnTo>
                  <a:lnTo>
                    <a:pt x="1999" y="424"/>
                  </a:lnTo>
                  <a:lnTo>
                    <a:pt x="2006" y="453"/>
                  </a:lnTo>
                  <a:lnTo>
                    <a:pt x="2013" y="483"/>
                  </a:lnTo>
                  <a:lnTo>
                    <a:pt x="2018" y="517"/>
                  </a:lnTo>
                  <a:lnTo>
                    <a:pt x="2180" y="1526"/>
                  </a:lnTo>
                  <a:lnTo>
                    <a:pt x="2339" y="517"/>
                  </a:lnTo>
                  <a:lnTo>
                    <a:pt x="2344" y="483"/>
                  </a:lnTo>
                  <a:lnTo>
                    <a:pt x="2351" y="453"/>
                  </a:lnTo>
                  <a:lnTo>
                    <a:pt x="2358" y="424"/>
                  </a:lnTo>
                  <a:lnTo>
                    <a:pt x="2365" y="396"/>
                  </a:lnTo>
                  <a:lnTo>
                    <a:pt x="2373" y="372"/>
                  </a:lnTo>
                  <a:lnTo>
                    <a:pt x="2382" y="350"/>
                  </a:lnTo>
                  <a:lnTo>
                    <a:pt x="2391" y="328"/>
                  </a:lnTo>
                  <a:lnTo>
                    <a:pt x="2401" y="310"/>
                  </a:lnTo>
                  <a:lnTo>
                    <a:pt x="2412" y="294"/>
                  </a:lnTo>
                  <a:lnTo>
                    <a:pt x="2417" y="286"/>
                  </a:lnTo>
                  <a:lnTo>
                    <a:pt x="2423" y="280"/>
                  </a:lnTo>
                  <a:lnTo>
                    <a:pt x="2429" y="274"/>
                  </a:lnTo>
                  <a:lnTo>
                    <a:pt x="2435" y="268"/>
                  </a:lnTo>
                  <a:lnTo>
                    <a:pt x="2447" y="258"/>
                  </a:lnTo>
                  <a:lnTo>
                    <a:pt x="2453" y="254"/>
                  </a:lnTo>
                  <a:lnTo>
                    <a:pt x="2460" y="250"/>
                  </a:lnTo>
                  <a:lnTo>
                    <a:pt x="2473" y="246"/>
                  </a:lnTo>
                  <a:lnTo>
                    <a:pt x="2488" y="242"/>
                  </a:lnTo>
                  <a:lnTo>
                    <a:pt x="2503" y="240"/>
                  </a:lnTo>
                  <a:lnTo>
                    <a:pt x="2512" y="242"/>
                  </a:lnTo>
                  <a:lnTo>
                    <a:pt x="2521" y="242"/>
                  </a:lnTo>
                  <a:lnTo>
                    <a:pt x="2530" y="244"/>
                  </a:lnTo>
                  <a:lnTo>
                    <a:pt x="2539" y="248"/>
                  </a:lnTo>
                  <a:lnTo>
                    <a:pt x="2547" y="252"/>
                  </a:lnTo>
                  <a:lnTo>
                    <a:pt x="2556" y="258"/>
                  </a:lnTo>
                  <a:lnTo>
                    <a:pt x="2564" y="264"/>
                  </a:lnTo>
                  <a:lnTo>
                    <a:pt x="2572" y="270"/>
                  </a:lnTo>
                  <a:lnTo>
                    <a:pt x="2580" y="278"/>
                  </a:lnTo>
                  <a:lnTo>
                    <a:pt x="2588" y="286"/>
                  </a:lnTo>
                  <a:lnTo>
                    <a:pt x="2595" y="296"/>
                  </a:lnTo>
                  <a:lnTo>
                    <a:pt x="2602" y="306"/>
                  </a:lnTo>
                  <a:lnTo>
                    <a:pt x="2608" y="316"/>
                  </a:lnTo>
                  <a:lnTo>
                    <a:pt x="2614" y="328"/>
                  </a:lnTo>
                  <a:lnTo>
                    <a:pt x="2620" y="342"/>
                  </a:lnTo>
                  <a:lnTo>
                    <a:pt x="2626" y="354"/>
                  </a:lnTo>
                  <a:lnTo>
                    <a:pt x="2632" y="374"/>
                  </a:lnTo>
                  <a:lnTo>
                    <a:pt x="2635" y="384"/>
                  </a:lnTo>
                  <a:lnTo>
                    <a:pt x="2638" y="392"/>
                  </a:lnTo>
                  <a:lnTo>
                    <a:pt x="2642" y="412"/>
                  </a:lnTo>
                  <a:lnTo>
                    <a:pt x="2646" y="430"/>
                  </a:lnTo>
                  <a:lnTo>
                    <a:pt x="2650" y="451"/>
                  </a:lnTo>
                  <a:lnTo>
                    <a:pt x="2652" y="465"/>
                  </a:lnTo>
                  <a:lnTo>
                    <a:pt x="2653" y="479"/>
                  </a:lnTo>
                  <a:lnTo>
                    <a:pt x="2657" y="515"/>
                  </a:lnTo>
                  <a:lnTo>
                    <a:pt x="2661" y="555"/>
                  </a:lnTo>
                  <a:lnTo>
                    <a:pt x="2680" y="765"/>
                  </a:lnTo>
                  <a:lnTo>
                    <a:pt x="2675" y="791"/>
                  </a:lnTo>
                  <a:lnTo>
                    <a:pt x="2671" y="815"/>
                  </a:lnTo>
                  <a:lnTo>
                    <a:pt x="2664" y="867"/>
                  </a:lnTo>
                  <a:lnTo>
                    <a:pt x="2658" y="919"/>
                  </a:lnTo>
                  <a:lnTo>
                    <a:pt x="2655" y="945"/>
                  </a:lnTo>
                  <a:lnTo>
                    <a:pt x="2653" y="973"/>
                  </a:lnTo>
                  <a:lnTo>
                    <a:pt x="2651" y="999"/>
                  </a:lnTo>
                  <a:lnTo>
                    <a:pt x="2649" y="1027"/>
                  </a:lnTo>
                  <a:lnTo>
                    <a:pt x="2647" y="1053"/>
                  </a:lnTo>
                  <a:lnTo>
                    <a:pt x="2646" y="1081"/>
                  </a:lnTo>
                  <a:lnTo>
                    <a:pt x="2645" y="1107"/>
                  </a:lnTo>
                  <a:lnTo>
                    <a:pt x="2644" y="1135"/>
                  </a:lnTo>
                  <a:lnTo>
                    <a:pt x="2643" y="1191"/>
                  </a:lnTo>
                  <a:close/>
                  <a:moveTo>
                    <a:pt x="4662" y="1920"/>
                  </a:moveTo>
                  <a:lnTo>
                    <a:pt x="4666" y="1934"/>
                  </a:lnTo>
                  <a:lnTo>
                    <a:pt x="4669" y="1946"/>
                  </a:lnTo>
                  <a:lnTo>
                    <a:pt x="4671" y="1960"/>
                  </a:lnTo>
                  <a:lnTo>
                    <a:pt x="4673" y="1972"/>
                  </a:lnTo>
                  <a:lnTo>
                    <a:pt x="4675" y="1986"/>
                  </a:lnTo>
                  <a:lnTo>
                    <a:pt x="4676" y="1998"/>
                  </a:lnTo>
                  <a:lnTo>
                    <a:pt x="4677" y="2012"/>
                  </a:lnTo>
                  <a:lnTo>
                    <a:pt x="4677" y="2024"/>
                  </a:lnTo>
                  <a:lnTo>
                    <a:pt x="4676" y="2048"/>
                  </a:lnTo>
                  <a:lnTo>
                    <a:pt x="4676" y="2060"/>
                  </a:lnTo>
                  <a:lnTo>
                    <a:pt x="4675" y="2072"/>
                  </a:lnTo>
                  <a:lnTo>
                    <a:pt x="4672" y="2094"/>
                  </a:lnTo>
                  <a:lnTo>
                    <a:pt x="4668" y="2114"/>
                  </a:lnTo>
                  <a:lnTo>
                    <a:pt x="4664" y="2134"/>
                  </a:lnTo>
                  <a:lnTo>
                    <a:pt x="4658" y="2152"/>
                  </a:lnTo>
                  <a:lnTo>
                    <a:pt x="4655" y="2162"/>
                  </a:lnTo>
                  <a:lnTo>
                    <a:pt x="4651" y="2170"/>
                  </a:lnTo>
                  <a:lnTo>
                    <a:pt x="4643" y="2186"/>
                  </a:lnTo>
                  <a:lnTo>
                    <a:pt x="4639" y="2194"/>
                  </a:lnTo>
                  <a:lnTo>
                    <a:pt x="4635" y="2202"/>
                  </a:lnTo>
                  <a:lnTo>
                    <a:pt x="4625" y="2214"/>
                  </a:lnTo>
                  <a:lnTo>
                    <a:pt x="4616" y="2226"/>
                  </a:lnTo>
                  <a:lnTo>
                    <a:pt x="4605" y="2234"/>
                  </a:lnTo>
                  <a:lnTo>
                    <a:pt x="4594" y="2242"/>
                  </a:lnTo>
                  <a:lnTo>
                    <a:pt x="4582" y="2246"/>
                  </a:lnTo>
                  <a:lnTo>
                    <a:pt x="4576" y="2248"/>
                  </a:lnTo>
                  <a:lnTo>
                    <a:pt x="4570" y="2250"/>
                  </a:lnTo>
                  <a:lnTo>
                    <a:pt x="4557" y="2250"/>
                  </a:lnTo>
                  <a:lnTo>
                    <a:pt x="4549" y="2250"/>
                  </a:lnTo>
                  <a:lnTo>
                    <a:pt x="4542" y="2248"/>
                  </a:lnTo>
                  <a:lnTo>
                    <a:pt x="4534" y="2246"/>
                  </a:lnTo>
                  <a:lnTo>
                    <a:pt x="4527" y="2242"/>
                  </a:lnTo>
                  <a:lnTo>
                    <a:pt x="4520" y="2236"/>
                  </a:lnTo>
                  <a:lnTo>
                    <a:pt x="4513" y="2230"/>
                  </a:lnTo>
                  <a:lnTo>
                    <a:pt x="4506" y="2222"/>
                  </a:lnTo>
                  <a:lnTo>
                    <a:pt x="4498" y="2214"/>
                  </a:lnTo>
                  <a:lnTo>
                    <a:pt x="4492" y="2204"/>
                  </a:lnTo>
                  <a:lnTo>
                    <a:pt x="4484" y="2192"/>
                  </a:lnTo>
                  <a:lnTo>
                    <a:pt x="4468" y="2162"/>
                  </a:lnTo>
                  <a:lnTo>
                    <a:pt x="4459" y="2144"/>
                  </a:lnTo>
                  <a:lnTo>
                    <a:pt x="4450" y="2122"/>
                  </a:lnTo>
                  <a:lnTo>
                    <a:pt x="4430" y="2074"/>
                  </a:lnTo>
                  <a:lnTo>
                    <a:pt x="4165" y="1432"/>
                  </a:lnTo>
                  <a:lnTo>
                    <a:pt x="4165" y="2008"/>
                  </a:lnTo>
                  <a:lnTo>
                    <a:pt x="4164" y="2036"/>
                  </a:lnTo>
                  <a:lnTo>
                    <a:pt x="4164" y="2050"/>
                  </a:lnTo>
                  <a:lnTo>
                    <a:pt x="4163" y="2064"/>
                  </a:lnTo>
                  <a:lnTo>
                    <a:pt x="4160" y="2088"/>
                  </a:lnTo>
                  <a:lnTo>
                    <a:pt x="4157" y="2112"/>
                  </a:lnTo>
                  <a:lnTo>
                    <a:pt x="4155" y="2124"/>
                  </a:lnTo>
                  <a:lnTo>
                    <a:pt x="4152" y="2134"/>
                  </a:lnTo>
                  <a:lnTo>
                    <a:pt x="4147" y="2154"/>
                  </a:lnTo>
                  <a:lnTo>
                    <a:pt x="4140" y="2174"/>
                  </a:lnTo>
                  <a:lnTo>
                    <a:pt x="4137" y="2182"/>
                  </a:lnTo>
                  <a:lnTo>
                    <a:pt x="4133" y="2190"/>
                  </a:lnTo>
                  <a:lnTo>
                    <a:pt x="4129" y="2198"/>
                  </a:lnTo>
                  <a:lnTo>
                    <a:pt x="4125" y="2206"/>
                  </a:lnTo>
                  <a:lnTo>
                    <a:pt x="4115" y="2218"/>
                  </a:lnTo>
                  <a:lnTo>
                    <a:pt x="4105" y="2230"/>
                  </a:lnTo>
                  <a:lnTo>
                    <a:pt x="4100" y="2234"/>
                  </a:lnTo>
                  <a:lnTo>
                    <a:pt x="4095" y="2238"/>
                  </a:lnTo>
                  <a:lnTo>
                    <a:pt x="4083" y="2246"/>
                  </a:lnTo>
                  <a:lnTo>
                    <a:pt x="4071" y="2250"/>
                  </a:lnTo>
                  <a:lnTo>
                    <a:pt x="4064" y="2252"/>
                  </a:lnTo>
                  <a:lnTo>
                    <a:pt x="4057" y="2254"/>
                  </a:lnTo>
                  <a:lnTo>
                    <a:pt x="4043" y="2254"/>
                  </a:lnTo>
                  <a:lnTo>
                    <a:pt x="4029" y="2254"/>
                  </a:lnTo>
                  <a:lnTo>
                    <a:pt x="4022" y="2252"/>
                  </a:lnTo>
                  <a:lnTo>
                    <a:pt x="4015" y="2250"/>
                  </a:lnTo>
                  <a:lnTo>
                    <a:pt x="4003" y="2246"/>
                  </a:lnTo>
                  <a:lnTo>
                    <a:pt x="3991" y="2238"/>
                  </a:lnTo>
                  <a:lnTo>
                    <a:pt x="3985" y="2234"/>
                  </a:lnTo>
                  <a:lnTo>
                    <a:pt x="3980" y="2230"/>
                  </a:lnTo>
                  <a:lnTo>
                    <a:pt x="3970" y="2218"/>
                  </a:lnTo>
                  <a:lnTo>
                    <a:pt x="3960" y="2206"/>
                  </a:lnTo>
                  <a:lnTo>
                    <a:pt x="3956" y="2198"/>
                  </a:lnTo>
                  <a:lnTo>
                    <a:pt x="3952" y="2190"/>
                  </a:lnTo>
                  <a:lnTo>
                    <a:pt x="3948" y="2182"/>
                  </a:lnTo>
                  <a:lnTo>
                    <a:pt x="3944" y="2174"/>
                  </a:lnTo>
                  <a:lnTo>
                    <a:pt x="3938" y="2154"/>
                  </a:lnTo>
                  <a:lnTo>
                    <a:pt x="3933" y="2134"/>
                  </a:lnTo>
                  <a:lnTo>
                    <a:pt x="3930" y="2124"/>
                  </a:lnTo>
                  <a:lnTo>
                    <a:pt x="3928" y="2112"/>
                  </a:lnTo>
                  <a:lnTo>
                    <a:pt x="3925" y="2088"/>
                  </a:lnTo>
                  <a:lnTo>
                    <a:pt x="3922" y="2064"/>
                  </a:lnTo>
                  <a:lnTo>
                    <a:pt x="3921" y="2036"/>
                  </a:lnTo>
                  <a:lnTo>
                    <a:pt x="3920" y="2008"/>
                  </a:lnTo>
                  <a:lnTo>
                    <a:pt x="3920" y="1842"/>
                  </a:lnTo>
                  <a:lnTo>
                    <a:pt x="3930" y="1804"/>
                  </a:lnTo>
                  <a:lnTo>
                    <a:pt x="3940" y="1768"/>
                  </a:lnTo>
                  <a:lnTo>
                    <a:pt x="3945" y="1748"/>
                  </a:lnTo>
                  <a:lnTo>
                    <a:pt x="3949" y="1730"/>
                  </a:lnTo>
                  <a:lnTo>
                    <a:pt x="3958" y="1692"/>
                  </a:lnTo>
                  <a:lnTo>
                    <a:pt x="3965" y="1652"/>
                  </a:lnTo>
                  <a:lnTo>
                    <a:pt x="3973" y="1612"/>
                  </a:lnTo>
                  <a:lnTo>
                    <a:pt x="3979" y="1572"/>
                  </a:lnTo>
                  <a:lnTo>
                    <a:pt x="3985" y="1532"/>
                  </a:lnTo>
                  <a:lnTo>
                    <a:pt x="3991" y="1490"/>
                  </a:lnTo>
                  <a:lnTo>
                    <a:pt x="3995" y="1450"/>
                  </a:lnTo>
                  <a:lnTo>
                    <a:pt x="3999" y="1408"/>
                  </a:lnTo>
                  <a:lnTo>
                    <a:pt x="4003" y="1364"/>
                  </a:lnTo>
                  <a:lnTo>
                    <a:pt x="4005" y="1323"/>
                  </a:lnTo>
                  <a:lnTo>
                    <a:pt x="4007" y="1279"/>
                  </a:lnTo>
                  <a:lnTo>
                    <a:pt x="4008" y="1235"/>
                  </a:lnTo>
                  <a:lnTo>
                    <a:pt x="4009" y="1191"/>
                  </a:lnTo>
                  <a:lnTo>
                    <a:pt x="4008" y="1147"/>
                  </a:lnTo>
                  <a:lnTo>
                    <a:pt x="4007" y="1103"/>
                  </a:lnTo>
                  <a:lnTo>
                    <a:pt x="4005" y="1059"/>
                  </a:lnTo>
                  <a:lnTo>
                    <a:pt x="4003" y="1017"/>
                  </a:lnTo>
                  <a:lnTo>
                    <a:pt x="3999" y="973"/>
                  </a:lnTo>
                  <a:lnTo>
                    <a:pt x="3995" y="931"/>
                  </a:lnTo>
                  <a:lnTo>
                    <a:pt x="3991" y="889"/>
                  </a:lnTo>
                  <a:lnTo>
                    <a:pt x="3985" y="849"/>
                  </a:lnTo>
                  <a:lnTo>
                    <a:pt x="3979" y="809"/>
                  </a:lnTo>
                  <a:lnTo>
                    <a:pt x="3976" y="787"/>
                  </a:lnTo>
                  <a:lnTo>
                    <a:pt x="3973" y="767"/>
                  </a:lnTo>
                  <a:lnTo>
                    <a:pt x="3965" y="729"/>
                  </a:lnTo>
                  <a:lnTo>
                    <a:pt x="3958" y="689"/>
                  </a:lnTo>
                  <a:lnTo>
                    <a:pt x="3949" y="651"/>
                  </a:lnTo>
                  <a:lnTo>
                    <a:pt x="3940" y="613"/>
                  </a:lnTo>
                  <a:lnTo>
                    <a:pt x="3935" y="595"/>
                  </a:lnTo>
                  <a:lnTo>
                    <a:pt x="3930" y="577"/>
                  </a:lnTo>
                  <a:lnTo>
                    <a:pt x="3920" y="539"/>
                  </a:lnTo>
                  <a:lnTo>
                    <a:pt x="3920" y="499"/>
                  </a:lnTo>
                  <a:lnTo>
                    <a:pt x="3921" y="467"/>
                  </a:lnTo>
                  <a:lnTo>
                    <a:pt x="3921" y="453"/>
                  </a:lnTo>
                  <a:lnTo>
                    <a:pt x="3922" y="440"/>
                  </a:lnTo>
                  <a:lnTo>
                    <a:pt x="3925" y="412"/>
                  </a:lnTo>
                  <a:lnTo>
                    <a:pt x="3926" y="400"/>
                  </a:lnTo>
                  <a:lnTo>
                    <a:pt x="3928" y="388"/>
                  </a:lnTo>
                  <a:lnTo>
                    <a:pt x="3933" y="364"/>
                  </a:lnTo>
                  <a:lnTo>
                    <a:pt x="3939" y="344"/>
                  </a:lnTo>
                  <a:lnTo>
                    <a:pt x="3942" y="334"/>
                  </a:lnTo>
                  <a:lnTo>
                    <a:pt x="3946" y="324"/>
                  </a:lnTo>
                  <a:lnTo>
                    <a:pt x="3953" y="308"/>
                  </a:lnTo>
                  <a:lnTo>
                    <a:pt x="3958" y="300"/>
                  </a:lnTo>
                  <a:lnTo>
                    <a:pt x="3962" y="292"/>
                  </a:lnTo>
                  <a:lnTo>
                    <a:pt x="3972" y="280"/>
                  </a:lnTo>
                  <a:lnTo>
                    <a:pt x="3983" y="268"/>
                  </a:lnTo>
                  <a:lnTo>
                    <a:pt x="3989" y="264"/>
                  </a:lnTo>
                  <a:lnTo>
                    <a:pt x="3995" y="260"/>
                  </a:lnTo>
                  <a:lnTo>
                    <a:pt x="4008" y="254"/>
                  </a:lnTo>
                  <a:lnTo>
                    <a:pt x="4023" y="248"/>
                  </a:lnTo>
                  <a:lnTo>
                    <a:pt x="4030" y="246"/>
                  </a:lnTo>
                  <a:lnTo>
                    <a:pt x="4038" y="246"/>
                  </a:lnTo>
                  <a:lnTo>
                    <a:pt x="4054" y="244"/>
                  </a:lnTo>
                  <a:lnTo>
                    <a:pt x="4257" y="244"/>
                  </a:lnTo>
                  <a:lnTo>
                    <a:pt x="4280" y="244"/>
                  </a:lnTo>
                  <a:lnTo>
                    <a:pt x="4302" y="246"/>
                  </a:lnTo>
                  <a:lnTo>
                    <a:pt x="4323" y="246"/>
                  </a:lnTo>
                  <a:lnTo>
                    <a:pt x="4342" y="250"/>
                  </a:lnTo>
                  <a:lnTo>
                    <a:pt x="4361" y="252"/>
                  </a:lnTo>
                  <a:lnTo>
                    <a:pt x="4379" y="256"/>
                  </a:lnTo>
                  <a:lnTo>
                    <a:pt x="4395" y="260"/>
                  </a:lnTo>
                  <a:lnTo>
                    <a:pt x="4411" y="264"/>
                  </a:lnTo>
                  <a:lnTo>
                    <a:pt x="4425" y="270"/>
                  </a:lnTo>
                  <a:lnTo>
                    <a:pt x="4440" y="278"/>
                  </a:lnTo>
                  <a:lnTo>
                    <a:pt x="4453" y="284"/>
                  </a:lnTo>
                  <a:lnTo>
                    <a:pt x="4466" y="294"/>
                  </a:lnTo>
                  <a:lnTo>
                    <a:pt x="4479" y="302"/>
                  </a:lnTo>
                  <a:lnTo>
                    <a:pt x="4491" y="312"/>
                  </a:lnTo>
                  <a:lnTo>
                    <a:pt x="4504" y="324"/>
                  </a:lnTo>
                  <a:lnTo>
                    <a:pt x="4515" y="336"/>
                  </a:lnTo>
                  <a:lnTo>
                    <a:pt x="4524" y="346"/>
                  </a:lnTo>
                  <a:lnTo>
                    <a:pt x="4533" y="358"/>
                  </a:lnTo>
                  <a:lnTo>
                    <a:pt x="4549" y="380"/>
                  </a:lnTo>
                  <a:lnTo>
                    <a:pt x="4564" y="404"/>
                  </a:lnTo>
                  <a:lnTo>
                    <a:pt x="4579" y="430"/>
                  </a:lnTo>
                  <a:lnTo>
                    <a:pt x="4586" y="444"/>
                  </a:lnTo>
                  <a:lnTo>
                    <a:pt x="4592" y="457"/>
                  </a:lnTo>
                  <a:lnTo>
                    <a:pt x="4605" y="487"/>
                  </a:lnTo>
                  <a:lnTo>
                    <a:pt x="4610" y="503"/>
                  </a:lnTo>
                  <a:lnTo>
                    <a:pt x="4616" y="519"/>
                  </a:lnTo>
                  <a:lnTo>
                    <a:pt x="4621" y="535"/>
                  </a:lnTo>
                  <a:lnTo>
                    <a:pt x="4626" y="551"/>
                  </a:lnTo>
                  <a:lnTo>
                    <a:pt x="4631" y="569"/>
                  </a:lnTo>
                  <a:lnTo>
                    <a:pt x="4636" y="585"/>
                  </a:lnTo>
                  <a:lnTo>
                    <a:pt x="4640" y="603"/>
                  </a:lnTo>
                  <a:lnTo>
                    <a:pt x="4644" y="621"/>
                  </a:lnTo>
                  <a:lnTo>
                    <a:pt x="4647" y="639"/>
                  </a:lnTo>
                  <a:lnTo>
                    <a:pt x="4651" y="657"/>
                  </a:lnTo>
                  <a:lnTo>
                    <a:pt x="4654" y="675"/>
                  </a:lnTo>
                  <a:lnTo>
                    <a:pt x="4656" y="695"/>
                  </a:lnTo>
                  <a:lnTo>
                    <a:pt x="4659" y="713"/>
                  </a:lnTo>
                  <a:lnTo>
                    <a:pt x="4661" y="733"/>
                  </a:lnTo>
                  <a:lnTo>
                    <a:pt x="4664" y="771"/>
                  </a:lnTo>
                  <a:lnTo>
                    <a:pt x="4665" y="791"/>
                  </a:lnTo>
                  <a:lnTo>
                    <a:pt x="4666" y="813"/>
                  </a:lnTo>
                  <a:lnTo>
                    <a:pt x="4666" y="833"/>
                  </a:lnTo>
                  <a:lnTo>
                    <a:pt x="4666" y="853"/>
                  </a:lnTo>
                  <a:lnTo>
                    <a:pt x="4666" y="881"/>
                  </a:lnTo>
                  <a:lnTo>
                    <a:pt x="4665" y="909"/>
                  </a:lnTo>
                  <a:lnTo>
                    <a:pt x="4664" y="935"/>
                  </a:lnTo>
                  <a:lnTo>
                    <a:pt x="4663" y="961"/>
                  </a:lnTo>
                  <a:lnTo>
                    <a:pt x="4661" y="987"/>
                  </a:lnTo>
                  <a:lnTo>
                    <a:pt x="4658" y="1011"/>
                  </a:lnTo>
                  <a:lnTo>
                    <a:pt x="4655" y="1035"/>
                  </a:lnTo>
                  <a:lnTo>
                    <a:pt x="4652" y="1059"/>
                  </a:lnTo>
                  <a:lnTo>
                    <a:pt x="4648" y="1081"/>
                  </a:lnTo>
                  <a:lnTo>
                    <a:pt x="4644" y="1101"/>
                  </a:lnTo>
                  <a:lnTo>
                    <a:pt x="4640" y="1123"/>
                  </a:lnTo>
                  <a:lnTo>
                    <a:pt x="4635" y="1143"/>
                  </a:lnTo>
                  <a:lnTo>
                    <a:pt x="4629" y="1161"/>
                  </a:lnTo>
                  <a:lnTo>
                    <a:pt x="4623" y="1181"/>
                  </a:lnTo>
                  <a:lnTo>
                    <a:pt x="4617" y="1197"/>
                  </a:lnTo>
                  <a:lnTo>
                    <a:pt x="4610" y="1215"/>
                  </a:lnTo>
                  <a:lnTo>
                    <a:pt x="4603" y="1231"/>
                  </a:lnTo>
                  <a:lnTo>
                    <a:pt x="4595" y="1247"/>
                  </a:lnTo>
                  <a:lnTo>
                    <a:pt x="4587" y="1261"/>
                  </a:lnTo>
                  <a:lnTo>
                    <a:pt x="4578" y="1275"/>
                  </a:lnTo>
                  <a:lnTo>
                    <a:pt x="4569" y="1289"/>
                  </a:lnTo>
                  <a:lnTo>
                    <a:pt x="4560" y="1303"/>
                  </a:lnTo>
                  <a:lnTo>
                    <a:pt x="4549" y="1315"/>
                  </a:lnTo>
                  <a:lnTo>
                    <a:pt x="4539" y="1327"/>
                  </a:lnTo>
                  <a:lnTo>
                    <a:pt x="4528" y="1337"/>
                  </a:lnTo>
                  <a:lnTo>
                    <a:pt x="4516" y="1349"/>
                  </a:lnTo>
                  <a:lnTo>
                    <a:pt x="4504" y="1358"/>
                  </a:lnTo>
                  <a:lnTo>
                    <a:pt x="4491" y="1366"/>
                  </a:lnTo>
                  <a:lnTo>
                    <a:pt x="4478" y="1374"/>
                  </a:lnTo>
                  <a:lnTo>
                    <a:pt x="4465" y="1382"/>
                  </a:lnTo>
                  <a:lnTo>
                    <a:pt x="4436" y="1396"/>
                  </a:lnTo>
                  <a:lnTo>
                    <a:pt x="4571" y="1700"/>
                  </a:lnTo>
                  <a:lnTo>
                    <a:pt x="4579" y="1722"/>
                  </a:lnTo>
                  <a:lnTo>
                    <a:pt x="4589" y="1744"/>
                  </a:lnTo>
                  <a:lnTo>
                    <a:pt x="4612" y="1792"/>
                  </a:lnTo>
                  <a:lnTo>
                    <a:pt x="4628" y="1828"/>
                  </a:lnTo>
                  <a:lnTo>
                    <a:pt x="4642" y="1862"/>
                  </a:lnTo>
                  <a:lnTo>
                    <a:pt x="4648" y="1878"/>
                  </a:lnTo>
                  <a:lnTo>
                    <a:pt x="4653" y="1892"/>
                  </a:lnTo>
                  <a:lnTo>
                    <a:pt x="4662" y="1920"/>
                  </a:lnTo>
                  <a:close/>
                  <a:moveTo>
                    <a:pt x="4276" y="1091"/>
                  </a:moveTo>
                  <a:lnTo>
                    <a:pt x="4294" y="1089"/>
                  </a:lnTo>
                  <a:lnTo>
                    <a:pt x="4311" y="1087"/>
                  </a:lnTo>
                  <a:lnTo>
                    <a:pt x="4320" y="1085"/>
                  </a:lnTo>
                  <a:lnTo>
                    <a:pt x="4327" y="1081"/>
                  </a:lnTo>
                  <a:lnTo>
                    <a:pt x="4342" y="1075"/>
                  </a:lnTo>
                  <a:lnTo>
                    <a:pt x="4356" y="1067"/>
                  </a:lnTo>
                  <a:lnTo>
                    <a:pt x="4368" y="1057"/>
                  </a:lnTo>
                  <a:lnTo>
                    <a:pt x="4374" y="1051"/>
                  </a:lnTo>
                  <a:lnTo>
                    <a:pt x="4379" y="1045"/>
                  </a:lnTo>
                  <a:lnTo>
                    <a:pt x="4384" y="1039"/>
                  </a:lnTo>
                  <a:lnTo>
                    <a:pt x="4389" y="1033"/>
                  </a:lnTo>
                  <a:lnTo>
                    <a:pt x="4394" y="1025"/>
                  </a:lnTo>
                  <a:lnTo>
                    <a:pt x="4398" y="1017"/>
                  </a:lnTo>
                  <a:lnTo>
                    <a:pt x="4406" y="999"/>
                  </a:lnTo>
                  <a:lnTo>
                    <a:pt x="4412" y="981"/>
                  </a:lnTo>
                  <a:lnTo>
                    <a:pt x="4415" y="971"/>
                  </a:lnTo>
                  <a:lnTo>
                    <a:pt x="4417" y="959"/>
                  </a:lnTo>
                  <a:lnTo>
                    <a:pt x="4420" y="949"/>
                  </a:lnTo>
                  <a:lnTo>
                    <a:pt x="4421" y="937"/>
                  </a:lnTo>
                  <a:lnTo>
                    <a:pt x="4423" y="925"/>
                  </a:lnTo>
                  <a:lnTo>
                    <a:pt x="4424" y="913"/>
                  </a:lnTo>
                  <a:lnTo>
                    <a:pt x="4426" y="887"/>
                  </a:lnTo>
                  <a:lnTo>
                    <a:pt x="4427" y="873"/>
                  </a:lnTo>
                  <a:lnTo>
                    <a:pt x="4427" y="859"/>
                  </a:lnTo>
                  <a:lnTo>
                    <a:pt x="4426" y="835"/>
                  </a:lnTo>
                  <a:lnTo>
                    <a:pt x="4424" y="813"/>
                  </a:lnTo>
                  <a:lnTo>
                    <a:pt x="4422" y="791"/>
                  </a:lnTo>
                  <a:lnTo>
                    <a:pt x="4418" y="773"/>
                  </a:lnTo>
                  <a:lnTo>
                    <a:pt x="4413" y="755"/>
                  </a:lnTo>
                  <a:lnTo>
                    <a:pt x="4406" y="739"/>
                  </a:lnTo>
                  <a:lnTo>
                    <a:pt x="4399" y="723"/>
                  </a:lnTo>
                  <a:lnTo>
                    <a:pt x="4391" y="711"/>
                  </a:lnTo>
                  <a:lnTo>
                    <a:pt x="4381" y="699"/>
                  </a:lnTo>
                  <a:lnTo>
                    <a:pt x="4370" y="689"/>
                  </a:lnTo>
                  <a:lnTo>
                    <a:pt x="4358" y="681"/>
                  </a:lnTo>
                  <a:lnTo>
                    <a:pt x="4346" y="673"/>
                  </a:lnTo>
                  <a:lnTo>
                    <a:pt x="4331" y="669"/>
                  </a:lnTo>
                  <a:lnTo>
                    <a:pt x="4316" y="665"/>
                  </a:lnTo>
                  <a:lnTo>
                    <a:pt x="4300" y="663"/>
                  </a:lnTo>
                  <a:lnTo>
                    <a:pt x="4282" y="661"/>
                  </a:lnTo>
                  <a:lnTo>
                    <a:pt x="4165" y="661"/>
                  </a:lnTo>
                  <a:lnTo>
                    <a:pt x="4165" y="1091"/>
                  </a:lnTo>
                  <a:lnTo>
                    <a:pt x="4276" y="10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00"/>
            </a:p>
          </p:txBody>
        </p:sp>
      </p:grpSp>
    </p:spTree>
    <p:extLst>
      <p:ext uri="{BB962C8B-B14F-4D97-AF65-F5344CB8AC3E}">
        <p14:creationId xmlns:p14="http://schemas.microsoft.com/office/powerpoint/2010/main" val="653999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6795B2-FE30-1DC4-C7F8-C133E7F17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40EF6221-9768-4F5D-B1A3-3276A26F726C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C8F627-8C81-B2E2-4671-5B5E302AA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61CE72-161B-1D80-1C28-F6DAF5B97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CE59E56-778D-B4BE-5F7C-6F85EEB11C5A}"/>
              </a:ext>
            </a:extLst>
          </p:cNvPr>
          <p:cNvGrpSpPr>
            <a:grpSpLocks noChangeAspect="1"/>
          </p:cNvGrpSpPr>
          <p:nvPr/>
        </p:nvGrpSpPr>
        <p:grpSpPr>
          <a:xfrm>
            <a:off x="3178193" y="2709000"/>
            <a:ext cx="2787615" cy="1440000"/>
            <a:chOff x="2389188" y="1992313"/>
            <a:chExt cx="7424738" cy="2876551"/>
          </a:xfrm>
          <a:solidFill>
            <a:schemeClr val="bg1"/>
          </a:solidFill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250B84F-BEFC-3CD3-E0E3-6FEA5EDEA1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24113" y="4270376"/>
              <a:ext cx="7361238" cy="598488"/>
            </a:xfrm>
            <a:custGeom>
              <a:avLst/>
              <a:gdLst>
                <a:gd name="T0" fmla="*/ 4474 w 4637"/>
                <a:gd name="T1" fmla="*/ 613 h 753"/>
                <a:gd name="T2" fmla="*/ 4500 w 4637"/>
                <a:gd name="T3" fmla="*/ 735 h 753"/>
                <a:gd name="T4" fmla="*/ 4506 w 4637"/>
                <a:gd name="T5" fmla="*/ 214 h 753"/>
                <a:gd name="T6" fmla="*/ 61 w 4637"/>
                <a:gd name="T7" fmla="*/ 747 h 753"/>
                <a:gd name="T8" fmla="*/ 22 w 4637"/>
                <a:gd name="T9" fmla="*/ 20 h 753"/>
                <a:gd name="T10" fmla="*/ 263 w 4637"/>
                <a:gd name="T11" fmla="*/ 487 h 753"/>
                <a:gd name="T12" fmla="*/ 437 w 4637"/>
                <a:gd name="T13" fmla="*/ 699 h 753"/>
                <a:gd name="T14" fmla="*/ 246 w 4637"/>
                <a:gd name="T15" fmla="*/ 601 h 753"/>
                <a:gd name="T16" fmla="*/ 378 w 4637"/>
                <a:gd name="T17" fmla="*/ 212 h 753"/>
                <a:gd name="T18" fmla="*/ 409 w 4637"/>
                <a:gd name="T19" fmla="*/ 315 h 753"/>
                <a:gd name="T20" fmla="*/ 264 w 4637"/>
                <a:gd name="T21" fmla="*/ 399 h 753"/>
                <a:gd name="T22" fmla="*/ 506 w 4637"/>
                <a:gd name="T23" fmla="*/ 232 h 753"/>
                <a:gd name="T24" fmla="*/ 657 w 4637"/>
                <a:gd name="T25" fmla="*/ 220 h 753"/>
                <a:gd name="T26" fmla="*/ 657 w 4637"/>
                <a:gd name="T27" fmla="*/ 737 h 753"/>
                <a:gd name="T28" fmla="*/ 768 w 4637"/>
                <a:gd name="T29" fmla="*/ 14 h 753"/>
                <a:gd name="T30" fmla="*/ 918 w 4637"/>
                <a:gd name="T31" fmla="*/ 711 h 753"/>
                <a:gd name="T32" fmla="*/ 837 w 4637"/>
                <a:gd name="T33" fmla="*/ 415 h 753"/>
                <a:gd name="T34" fmla="*/ 973 w 4637"/>
                <a:gd name="T35" fmla="*/ 216 h 753"/>
                <a:gd name="T36" fmla="*/ 838 w 4637"/>
                <a:gd name="T37" fmla="*/ 325 h 753"/>
                <a:gd name="T38" fmla="*/ 982 w 4637"/>
                <a:gd name="T39" fmla="*/ 659 h 753"/>
                <a:gd name="T40" fmla="*/ 1245 w 4637"/>
                <a:gd name="T41" fmla="*/ 729 h 753"/>
                <a:gd name="T42" fmla="*/ 1265 w 4637"/>
                <a:gd name="T43" fmla="*/ 210 h 753"/>
                <a:gd name="T44" fmla="*/ 1267 w 4637"/>
                <a:gd name="T45" fmla="*/ 250 h 753"/>
                <a:gd name="T46" fmla="*/ 1276 w 4637"/>
                <a:gd name="T47" fmla="*/ 711 h 753"/>
                <a:gd name="T48" fmla="*/ 1456 w 4637"/>
                <a:gd name="T49" fmla="*/ 6 h 753"/>
                <a:gd name="T50" fmla="*/ 1617 w 4637"/>
                <a:gd name="T51" fmla="*/ 675 h 753"/>
                <a:gd name="T52" fmla="*/ 1700 w 4637"/>
                <a:gd name="T53" fmla="*/ 751 h 753"/>
                <a:gd name="T54" fmla="*/ 1581 w 4637"/>
                <a:gd name="T55" fmla="*/ 315 h 753"/>
                <a:gd name="T56" fmla="*/ 1767 w 4637"/>
                <a:gd name="T57" fmla="*/ 365 h 753"/>
                <a:gd name="T58" fmla="*/ 1681 w 4637"/>
                <a:gd name="T59" fmla="*/ 242 h 753"/>
                <a:gd name="T60" fmla="*/ 2012 w 4637"/>
                <a:gd name="T61" fmla="*/ 731 h 753"/>
                <a:gd name="T62" fmla="*/ 1849 w 4637"/>
                <a:gd name="T63" fmla="*/ 591 h 753"/>
                <a:gd name="T64" fmla="*/ 1999 w 4637"/>
                <a:gd name="T65" fmla="*/ 276 h 753"/>
                <a:gd name="T66" fmla="*/ 1926 w 4637"/>
                <a:gd name="T67" fmla="*/ 204 h 753"/>
                <a:gd name="T68" fmla="*/ 2031 w 4637"/>
                <a:gd name="T69" fmla="*/ 741 h 753"/>
                <a:gd name="T70" fmla="*/ 1881 w 4637"/>
                <a:gd name="T71" fmla="*/ 671 h 753"/>
                <a:gd name="T72" fmla="*/ 2299 w 4637"/>
                <a:gd name="T73" fmla="*/ 355 h 753"/>
                <a:gd name="T74" fmla="*/ 2139 w 4637"/>
                <a:gd name="T75" fmla="*/ 747 h 753"/>
                <a:gd name="T76" fmla="*/ 2224 w 4637"/>
                <a:gd name="T77" fmla="*/ 204 h 753"/>
                <a:gd name="T78" fmla="*/ 2652 w 4637"/>
                <a:gd name="T79" fmla="*/ 753 h 753"/>
                <a:gd name="T80" fmla="*/ 2541 w 4637"/>
                <a:gd name="T81" fmla="*/ 208 h 753"/>
                <a:gd name="T82" fmla="*/ 2681 w 4637"/>
                <a:gd name="T83" fmla="*/ 248 h 753"/>
                <a:gd name="T84" fmla="*/ 2937 w 4637"/>
                <a:gd name="T85" fmla="*/ 751 h 753"/>
                <a:gd name="T86" fmla="*/ 2789 w 4637"/>
                <a:gd name="T87" fmla="*/ 737 h 753"/>
                <a:gd name="T88" fmla="*/ 2882 w 4637"/>
                <a:gd name="T89" fmla="*/ 206 h 753"/>
                <a:gd name="T90" fmla="*/ 3232 w 4637"/>
                <a:gd name="T91" fmla="*/ 487 h 753"/>
                <a:gd name="T92" fmla="*/ 3235 w 4637"/>
                <a:gd name="T93" fmla="*/ 697 h 753"/>
                <a:gd name="T94" fmla="*/ 3046 w 4637"/>
                <a:gd name="T95" fmla="*/ 615 h 753"/>
                <a:gd name="T96" fmla="*/ 3166 w 4637"/>
                <a:gd name="T97" fmla="*/ 206 h 753"/>
                <a:gd name="T98" fmla="*/ 3210 w 4637"/>
                <a:gd name="T99" fmla="*/ 321 h 753"/>
                <a:gd name="T100" fmla="*/ 3064 w 4637"/>
                <a:gd name="T101" fmla="*/ 379 h 753"/>
                <a:gd name="T102" fmla="*/ 3618 w 4637"/>
                <a:gd name="T103" fmla="*/ 305 h 753"/>
                <a:gd name="T104" fmla="*/ 3458 w 4637"/>
                <a:gd name="T105" fmla="*/ 208 h 753"/>
                <a:gd name="T106" fmla="*/ 3634 w 4637"/>
                <a:gd name="T107" fmla="*/ 282 h 753"/>
                <a:gd name="T108" fmla="*/ 3781 w 4637"/>
                <a:gd name="T109" fmla="*/ 232 h 753"/>
                <a:gd name="T110" fmla="*/ 3859 w 4637"/>
                <a:gd name="T111" fmla="*/ 319 h 753"/>
                <a:gd name="T112" fmla="*/ 4039 w 4637"/>
                <a:gd name="T113" fmla="*/ 290 h 753"/>
                <a:gd name="T114" fmla="*/ 3965 w 4637"/>
                <a:gd name="T115" fmla="*/ 753 h 753"/>
                <a:gd name="T116" fmla="*/ 3901 w 4637"/>
                <a:gd name="T117" fmla="*/ 272 h 753"/>
                <a:gd name="T118" fmla="*/ 3919 w 4637"/>
                <a:gd name="T119" fmla="*/ 703 h 753"/>
                <a:gd name="T120" fmla="*/ 4206 w 4637"/>
                <a:gd name="T121" fmla="*/ 250 h 753"/>
                <a:gd name="T122" fmla="*/ 4166 w 4637"/>
                <a:gd name="T123" fmla="*/ 216 h 753"/>
                <a:gd name="T124" fmla="*/ 4339 w 4637"/>
                <a:gd name="T125" fmla="*/ 753 h 7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37" h="753">
                  <a:moveTo>
                    <a:pt x="4615" y="254"/>
                  </a:moveTo>
                  <a:lnTo>
                    <a:pt x="4599" y="250"/>
                  </a:lnTo>
                  <a:lnTo>
                    <a:pt x="4580" y="246"/>
                  </a:lnTo>
                  <a:lnTo>
                    <a:pt x="4561" y="242"/>
                  </a:lnTo>
                  <a:lnTo>
                    <a:pt x="4545" y="242"/>
                  </a:lnTo>
                  <a:lnTo>
                    <a:pt x="4535" y="242"/>
                  </a:lnTo>
                  <a:lnTo>
                    <a:pt x="4526" y="244"/>
                  </a:lnTo>
                  <a:lnTo>
                    <a:pt x="4517" y="248"/>
                  </a:lnTo>
                  <a:lnTo>
                    <a:pt x="4509" y="254"/>
                  </a:lnTo>
                  <a:lnTo>
                    <a:pt x="4503" y="262"/>
                  </a:lnTo>
                  <a:lnTo>
                    <a:pt x="4496" y="270"/>
                  </a:lnTo>
                  <a:lnTo>
                    <a:pt x="4493" y="276"/>
                  </a:lnTo>
                  <a:lnTo>
                    <a:pt x="4491" y="280"/>
                  </a:lnTo>
                  <a:lnTo>
                    <a:pt x="4488" y="286"/>
                  </a:lnTo>
                  <a:lnTo>
                    <a:pt x="4486" y="292"/>
                  </a:lnTo>
                  <a:lnTo>
                    <a:pt x="4482" y="305"/>
                  </a:lnTo>
                  <a:lnTo>
                    <a:pt x="4477" y="319"/>
                  </a:lnTo>
                  <a:lnTo>
                    <a:pt x="4474" y="337"/>
                  </a:lnTo>
                  <a:lnTo>
                    <a:pt x="4471" y="355"/>
                  </a:lnTo>
                  <a:lnTo>
                    <a:pt x="4470" y="375"/>
                  </a:lnTo>
                  <a:lnTo>
                    <a:pt x="4468" y="395"/>
                  </a:lnTo>
                  <a:lnTo>
                    <a:pt x="4468" y="417"/>
                  </a:lnTo>
                  <a:lnTo>
                    <a:pt x="4467" y="443"/>
                  </a:lnTo>
                  <a:lnTo>
                    <a:pt x="4467" y="509"/>
                  </a:lnTo>
                  <a:lnTo>
                    <a:pt x="4468" y="533"/>
                  </a:lnTo>
                  <a:lnTo>
                    <a:pt x="4468" y="555"/>
                  </a:lnTo>
                  <a:lnTo>
                    <a:pt x="4470" y="575"/>
                  </a:lnTo>
                  <a:lnTo>
                    <a:pt x="4471" y="595"/>
                  </a:lnTo>
                  <a:lnTo>
                    <a:pt x="4474" y="613"/>
                  </a:lnTo>
                  <a:lnTo>
                    <a:pt x="4477" y="631"/>
                  </a:lnTo>
                  <a:lnTo>
                    <a:pt x="4480" y="647"/>
                  </a:lnTo>
                  <a:lnTo>
                    <a:pt x="4485" y="659"/>
                  </a:lnTo>
                  <a:lnTo>
                    <a:pt x="4490" y="673"/>
                  </a:lnTo>
                  <a:lnTo>
                    <a:pt x="4496" y="683"/>
                  </a:lnTo>
                  <a:lnTo>
                    <a:pt x="4502" y="693"/>
                  </a:lnTo>
                  <a:lnTo>
                    <a:pt x="4505" y="697"/>
                  </a:lnTo>
                  <a:lnTo>
                    <a:pt x="4509" y="701"/>
                  </a:lnTo>
                  <a:lnTo>
                    <a:pt x="4513" y="703"/>
                  </a:lnTo>
                  <a:lnTo>
                    <a:pt x="4517" y="707"/>
                  </a:lnTo>
                  <a:lnTo>
                    <a:pt x="4525" y="711"/>
                  </a:lnTo>
                  <a:lnTo>
                    <a:pt x="4535" y="713"/>
                  </a:lnTo>
                  <a:lnTo>
                    <a:pt x="4545" y="713"/>
                  </a:lnTo>
                  <a:lnTo>
                    <a:pt x="4563" y="713"/>
                  </a:lnTo>
                  <a:lnTo>
                    <a:pt x="4582" y="709"/>
                  </a:lnTo>
                  <a:lnTo>
                    <a:pt x="4600" y="705"/>
                  </a:lnTo>
                  <a:lnTo>
                    <a:pt x="4615" y="701"/>
                  </a:lnTo>
                  <a:lnTo>
                    <a:pt x="4615" y="254"/>
                  </a:lnTo>
                  <a:close/>
                  <a:moveTo>
                    <a:pt x="4629" y="735"/>
                  </a:moveTo>
                  <a:lnTo>
                    <a:pt x="4611" y="741"/>
                  </a:lnTo>
                  <a:lnTo>
                    <a:pt x="4600" y="745"/>
                  </a:lnTo>
                  <a:lnTo>
                    <a:pt x="4590" y="747"/>
                  </a:lnTo>
                  <a:lnTo>
                    <a:pt x="4567" y="751"/>
                  </a:lnTo>
                  <a:lnTo>
                    <a:pt x="4545" y="753"/>
                  </a:lnTo>
                  <a:lnTo>
                    <a:pt x="4532" y="753"/>
                  </a:lnTo>
                  <a:lnTo>
                    <a:pt x="4521" y="749"/>
                  </a:lnTo>
                  <a:lnTo>
                    <a:pt x="4510" y="743"/>
                  </a:lnTo>
                  <a:lnTo>
                    <a:pt x="4505" y="739"/>
                  </a:lnTo>
                  <a:lnTo>
                    <a:pt x="4500" y="735"/>
                  </a:lnTo>
                  <a:lnTo>
                    <a:pt x="4491" y="725"/>
                  </a:lnTo>
                  <a:lnTo>
                    <a:pt x="4483" y="715"/>
                  </a:lnTo>
                  <a:lnTo>
                    <a:pt x="4478" y="707"/>
                  </a:lnTo>
                  <a:lnTo>
                    <a:pt x="4475" y="701"/>
                  </a:lnTo>
                  <a:lnTo>
                    <a:pt x="4468" y="685"/>
                  </a:lnTo>
                  <a:lnTo>
                    <a:pt x="4463" y="669"/>
                  </a:lnTo>
                  <a:lnTo>
                    <a:pt x="4458" y="649"/>
                  </a:lnTo>
                  <a:lnTo>
                    <a:pt x="4454" y="629"/>
                  </a:lnTo>
                  <a:lnTo>
                    <a:pt x="4451" y="607"/>
                  </a:lnTo>
                  <a:lnTo>
                    <a:pt x="4448" y="585"/>
                  </a:lnTo>
                  <a:lnTo>
                    <a:pt x="4447" y="561"/>
                  </a:lnTo>
                  <a:lnTo>
                    <a:pt x="4445" y="535"/>
                  </a:lnTo>
                  <a:lnTo>
                    <a:pt x="4445" y="509"/>
                  </a:lnTo>
                  <a:lnTo>
                    <a:pt x="4445" y="443"/>
                  </a:lnTo>
                  <a:lnTo>
                    <a:pt x="4446" y="413"/>
                  </a:lnTo>
                  <a:lnTo>
                    <a:pt x="4447" y="387"/>
                  </a:lnTo>
                  <a:lnTo>
                    <a:pt x="4449" y="361"/>
                  </a:lnTo>
                  <a:lnTo>
                    <a:pt x="4451" y="337"/>
                  </a:lnTo>
                  <a:lnTo>
                    <a:pt x="4455" y="315"/>
                  </a:lnTo>
                  <a:lnTo>
                    <a:pt x="4459" y="298"/>
                  </a:lnTo>
                  <a:lnTo>
                    <a:pt x="4464" y="280"/>
                  </a:lnTo>
                  <a:lnTo>
                    <a:pt x="4470" y="264"/>
                  </a:lnTo>
                  <a:lnTo>
                    <a:pt x="4473" y="256"/>
                  </a:lnTo>
                  <a:lnTo>
                    <a:pt x="4476" y="248"/>
                  </a:lnTo>
                  <a:lnTo>
                    <a:pt x="4485" y="236"/>
                  </a:lnTo>
                  <a:lnTo>
                    <a:pt x="4489" y="232"/>
                  </a:lnTo>
                  <a:lnTo>
                    <a:pt x="4493" y="226"/>
                  </a:lnTo>
                  <a:lnTo>
                    <a:pt x="4502" y="218"/>
                  </a:lnTo>
                  <a:lnTo>
                    <a:pt x="4506" y="214"/>
                  </a:lnTo>
                  <a:lnTo>
                    <a:pt x="4511" y="212"/>
                  </a:lnTo>
                  <a:lnTo>
                    <a:pt x="4522" y="206"/>
                  </a:lnTo>
                  <a:lnTo>
                    <a:pt x="4527" y="204"/>
                  </a:lnTo>
                  <a:lnTo>
                    <a:pt x="4533" y="204"/>
                  </a:lnTo>
                  <a:lnTo>
                    <a:pt x="4545" y="202"/>
                  </a:lnTo>
                  <a:lnTo>
                    <a:pt x="4561" y="204"/>
                  </a:lnTo>
                  <a:lnTo>
                    <a:pt x="4580" y="206"/>
                  </a:lnTo>
                  <a:lnTo>
                    <a:pt x="4598" y="212"/>
                  </a:lnTo>
                  <a:lnTo>
                    <a:pt x="4615" y="218"/>
                  </a:lnTo>
                  <a:lnTo>
                    <a:pt x="4615" y="20"/>
                  </a:lnTo>
                  <a:lnTo>
                    <a:pt x="4615" y="16"/>
                  </a:lnTo>
                  <a:lnTo>
                    <a:pt x="4615" y="12"/>
                  </a:lnTo>
                  <a:lnTo>
                    <a:pt x="4617" y="6"/>
                  </a:lnTo>
                  <a:lnTo>
                    <a:pt x="4618" y="4"/>
                  </a:lnTo>
                  <a:lnTo>
                    <a:pt x="4620" y="2"/>
                  </a:lnTo>
                  <a:lnTo>
                    <a:pt x="4623" y="0"/>
                  </a:lnTo>
                  <a:lnTo>
                    <a:pt x="4628" y="0"/>
                  </a:lnTo>
                  <a:lnTo>
                    <a:pt x="4632" y="2"/>
                  </a:lnTo>
                  <a:lnTo>
                    <a:pt x="4635" y="6"/>
                  </a:lnTo>
                  <a:lnTo>
                    <a:pt x="4636" y="12"/>
                  </a:lnTo>
                  <a:lnTo>
                    <a:pt x="4637" y="20"/>
                  </a:lnTo>
                  <a:lnTo>
                    <a:pt x="4637" y="715"/>
                  </a:lnTo>
                  <a:lnTo>
                    <a:pt x="4637" y="723"/>
                  </a:lnTo>
                  <a:lnTo>
                    <a:pt x="4636" y="725"/>
                  </a:lnTo>
                  <a:lnTo>
                    <a:pt x="4635" y="727"/>
                  </a:lnTo>
                  <a:lnTo>
                    <a:pt x="4633" y="731"/>
                  </a:lnTo>
                  <a:lnTo>
                    <a:pt x="4629" y="735"/>
                  </a:lnTo>
                  <a:close/>
                  <a:moveTo>
                    <a:pt x="177" y="747"/>
                  </a:moveTo>
                  <a:lnTo>
                    <a:pt x="61" y="747"/>
                  </a:lnTo>
                  <a:lnTo>
                    <a:pt x="54" y="747"/>
                  </a:lnTo>
                  <a:lnTo>
                    <a:pt x="48" y="745"/>
                  </a:lnTo>
                  <a:lnTo>
                    <a:pt x="41" y="745"/>
                  </a:lnTo>
                  <a:lnTo>
                    <a:pt x="36" y="741"/>
                  </a:lnTo>
                  <a:lnTo>
                    <a:pt x="30" y="739"/>
                  </a:lnTo>
                  <a:lnTo>
                    <a:pt x="28" y="737"/>
                  </a:lnTo>
                  <a:lnTo>
                    <a:pt x="25" y="733"/>
                  </a:lnTo>
                  <a:lnTo>
                    <a:pt x="21" y="729"/>
                  </a:lnTo>
                  <a:lnTo>
                    <a:pt x="16" y="723"/>
                  </a:lnTo>
                  <a:lnTo>
                    <a:pt x="13" y="715"/>
                  </a:lnTo>
                  <a:lnTo>
                    <a:pt x="9" y="707"/>
                  </a:lnTo>
                  <a:lnTo>
                    <a:pt x="7" y="699"/>
                  </a:lnTo>
                  <a:lnTo>
                    <a:pt x="4" y="687"/>
                  </a:lnTo>
                  <a:lnTo>
                    <a:pt x="3" y="677"/>
                  </a:lnTo>
                  <a:lnTo>
                    <a:pt x="1" y="663"/>
                  </a:lnTo>
                  <a:lnTo>
                    <a:pt x="1" y="649"/>
                  </a:lnTo>
                  <a:lnTo>
                    <a:pt x="0" y="635"/>
                  </a:lnTo>
                  <a:lnTo>
                    <a:pt x="0" y="20"/>
                  </a:lnTo>
                  <a:lnTo>
                    <a:pt x="0" y="16"/>
                  </a:lnTo>
                  <a:lnTo>
                    <a:pt x="1" y="12"/>
                  </a:lnTo>
                  <a:lnTo>
                    <a:pt x="3" y="6"/>
                  </a:lnTo>
                  <a:lnTo>
                    <a:pt x="4" y="4"/>
                  </a:lnTo>
                  <a:lnTo>
                    <a:pt x="5" y="2"/>
                  </a:lnTo>
                  <a:lnTo>
                    <a:pt x="9" y="0"/>
                  </a:lnTo>
                  <a:lnTo>
                    <a:pt x="14" y="0"/>
                  </a:lnTo>
                  <a:lnTo>
                    <a:pt x="17" y="2"/>
                  </a:lnTo>
                  <a:lnTo>
                    <a:pt x="20" y="6"/>
                  </a:lnTo>
                  <a:lnTo>
                    <a:pt x="22" y="12"/>
                  </a:lnTo>
                  <a:lnTo>
                    <a:pt x="22" y="20"/>
                  </a:lnTo>
                  <a:lnTo>
                    <a:pt x="22" y="635"/>
                  </a:lnTo>
                  <a:lnTo>
                    <a:pt x="23" y="645"/>
                  </a:lnTo>
                  <a:lnTo>
                    <a:pt x="23" y="655"/>
                  </a:lnTo>
                  <a:lnTo>
                    <a:pt x="24" y="665"/>
                  </a:lnTo>
                  <a:lnTo>
                    <a:pt x="25" y="671"/>
                  </a:lnTo>
                  <a:lnTo>
                    <a:pt x="27" y="679"/>
                  </a:lnTo>
                  <a:lnTo>
                    <a:pt x="28" y="685"/>
                  </a:lnTo>
                  <a:lnTo>
                    <a:pt x="30" y="689"/>
                  </a:lnTo>
                  <a:lnTo>
                    <a:pt x="33" y="693"/>
                  </a:lnTo>
                  <a:lnTo>
                    <a:pt x="35" y="697"/>
                  </a:lnTo>
                  <a:lnTo>
                    <a:pt x="38" y="699"/>
                  </a:lnTo>
                  <a:lnTo>
                    <a:pt x="45" y="703"/>
                  </a:lnTo>
                  <a:lnTo>
                    <a:pt x="53" y="705"/>
                  </a:lnTo>
                  <a:lnTo>
                    <a:pt x="61" y="705"/>
                  </a:lnTo>
                  <a:lnTo>
                    <a:pt x="177" y="705"/>
                  </a:lnTo>
                  <a:lnTo>
                    <a:pt x="181" y="707"/>
                  </a:lnTo>
                  <a:lnTo>
                    <a:pt x="182" y="709"/>
                  </a:lnTo>
                  <a:lnTo>
                    <a:pt x="184" y="711"/>
                  </a:lnTo>
                  <a:lnTo>
                    <a:pt x="186" y="715"/>
                  </a:lnTo>
                  <a:lnTo>
                    <a:pt x="186" y="719"/>
                  </a:lnTo>
                  <a:lnTo>
                    <a:pt x="187" y="723"/>
                  </a:lnTo>
                  <a:lnTo>
                    <a:pt x="187" y="731"/>
                  </a:lnTo>
                  <a:lnTo>
                    <a:pt x="186" y="733"/>
                  </a:lnTo>
                  <a:lnTo>
                    <a:pt x="186" y="737"/>
                  </a:lnTo>
                  <a:lnTo>
                    <a:pt x="184" y="743"/>
                  </a:lnTo>
                  <a:lnTo>
                    <a:pt x="181" y="745"/>
                  </a:lnTo>
                  <a:lnTo>
                    <a:pt x="177" y="747"/>
                  </a:lnTo>
                  <a:close/>
                  <a:moveTo>
                    <a:pt x="433" y="487"/>
                  </a:moveTo>
                  <a:lnTo>
                    <a:pt x="263" y="487"/>
                  </a:lnTo>
                  <a:lnTo>
                    <a:pt x="263" y="509"/>
                  </a:lnTo>
                  <a:lnTo>
                    <a:pt x="263" y="539"/>
                  </a:lnTo>
                  <a:lnTo>
                    <a:pt x="264" y="553"/>
                  </a:lnTo>
                  <a:lnTo>
                    <a:pt x="265" y="565"/>
                  </a:lnTo>
                  <a:lnTo>
                    <a:pt x="266" y="579"/>
                  </a:lnTo>
                  <a:lnTo>
                    <a:pt x="267" y="591"/>
                  </a:lnTo>
                  <a:lnTo>
                    <a:pt x="270" y="613"/>
                  </a:lnTo>
                  <a:lnTo>
                    <a:pt x="274" y="631"/>
                  </a:lnTo>
                  <a:lnTo>
                    <a:pt x="279" y="647"/>
                  </a:lnTo>
                  <a:lnTo>
                    <a:pt x="284" y="663"/>
                  </a:lnTo>
                  <a:lnTo>
                    <a:pt x="287" y="669"/>
                  </a:lnTo>
                  <a:lnTo>
                    <a:pt x="290" y="675"/>
                  </a:lnTo>
                  <a:lnTo>
                    <a:pt x="293" y="681"/>
                  </a:lnTo>
                  <a:lnTo>
                    <a:pt x="296" y="685"/>
                  </a:lnTo>
                  <a:lnTo>
                    <a:pt x="303" y="693"/>
                  </a:lnTo>
                  <a:lnTo>
                    <a:pt x="311" y="701"/>
                  </a:lnTo>
                  <a:lnTo>
                    <a:pt x="319" y="705"/>
                  </a:lnTo>
                  <a:lnTo>
                    <a:pt x="327" y="709"/>
                  </a:lnTo>
                  <a:lnTo>
                    <a:pt x="336" y="713"/>
                  </a:lnTo>
                  <a:lnTo>
                    <a:pt x="345" y="713"/>
                  </a:lnTo>
                  <a:lnTo>
                    <a:pt x="354" y="713"/>
                  </a:lnTo>
                  <a:lnTo>
                    <a:pt x="372" y="713"/>
                  </a:lnTo>
                  <a:lnTo>
                    <a:pt x="390" y="709"/>
                  </a:lnTo>
                  <a:lnTo>
                    <a:pt x="410" y="703"/>
                  </a:lnTo>
                  <a:lnTo>
                    <a:pt x="429" y="697"/>
                  </a:lnTo>
                  <a:lnTo>
                    <a:pt x="431" y="697"/>
                  </a:lnTo>
                  <a:lnTo>
                    <a:pt x="432" y="697"/>
                  </a:lnTo>
                  <a:lnTo>
                    <a:pt x="436" y="697"/>
                  </a:lnTo>
                  <a:lnTo>
                    <a:pt x="437" y="699"/>
                  </a:lnTo>
                  <a:lnTo>
                    <a:pt x="438" y="703"/>
                  </a:lnTo>
                  <a:lnTo>
                    <a:pt x="439" y="705"/>
                  </a:lnTo>
                  <a:lnTo>
                    <a:pt x="439" y="709"/>
                  </a:lnTo>
                  <a:lnTo>
                    <a:pt x="439" y="721"/>
                  </a:lnTo>
                  <a:lnTo>
                    <a:pt x="438" y="725"/>
                  </a:lnTo>
                  <a:lnTo>
                    <a:pt x="437" y="729"/>
                  </a:lnTo>
                  <a:lnTo>
                    <a:pt x="436" y="731"/>
                  </a:lnTo>
                  <a:lnTo>
                    <a:pt x="434" y="733"/>
                  </a:lnTo>
                  <a:lnTo>
                    <a:pt x="430" y="737"/>
                  </a:lnTo>
                  <a:lnTo>
                    <a:pt x="411" y="743"/>
                  </a:lnTo>
                  <a:lnTo>
                    <a:pt x="391" y="749"/>
                  </a:lnTo>
                  <a:lnTo>
                    <a:pt x="372" y="751"/>
                  </a:lnTo>
                  <a:lnTo>
                    <a:pt x="354" y="753"/>
                  </a:lnTo>
                  <a:lnTo>
                    <a:pt x="343" y="753"/>
                  </a:lnTo>
                  <a:lnTo>
                    <a:pt x="331" y="751"/>
                  </a:lnTo>
                  <a:lnTo>
                    <a:pt x="320" y="747"/>
                  </a:lnTo>
                  <a:lnTo>
                    <a:pt x="310" y="741"/>
                  </a:lnTo>
                  <a:lnTo>
                    <a:pt x="300" y="735"/>
                  </a:lnTo>
                  <a:lnTo>
                    <a:pt x="295" y="731"/>
                  </a:lnTo>
                  <a:lnTo>
                    <a:pt x="291" y="727"/>
                  </a:lnTo>
                  <a:lnTo>
                    <a:pt x="282" y="715"/>
                  </a:lnTo>
                  <a:lnTo>
                    <a:pt x="274" y="703"/>
                  </a:lnTo>
                  <a:lnTo>
                    <a:pt x="270" y="695"/>
                  </a:lnTo>
                  <a:lnTo>
                    <a:pt x="267" y="687"/>
                  </a:lnTo>
                  <a:lnTo>
                    <a:pt x="260" y="669"/>
                  </a:lnTo>
                  <a:lnTo>
                    <a:pt x="255" y="649"/>
                  </a:lnTo>
                  <a:lnTo>
                    <a:pt x="250" y="627"/>
                  </a:lnTo>
                  <a:lnTo>
                    <a:pt x="248" y="615"/>
                  </a:lnTo>
                  <a:lnTo>
                    <a:pt x="246" y="601"/>
                  </a:lnTo>
                  <a:lnTo>
                    <a:pt x="243" y="573"/>
                  </a:lnTo>
                  <a:lnTo>
                    <a:pt x="241" y="543"/>
                  </a:lnTo>
                  <a:lnTo>
                    <a:pt x="241" y="527"/>
                  </a:lnTo>
                  <a:lnTo>
                    <a:pt x="241" y="509"/>
                  </a:lnTo>
                  <a:lnTo>
                    <a:pt x="241" y="443"/>
                  </a:lnTo>
                  <a:lnTo>
                    <a:pt x="241" y="417"/>
                  </a:lnTo>
                  <a:lnTo>
                    <a:pt x="242" y="391"/>
                  </a:lnTo>
                  <a:lnTo>
                    <a:pt x="245" y="369"/>
                  </a:lnTo>
                  <a:lnTo>
                    <a:pt x="247" y="345"/>
                  </a:lnTo>
                  <a:lnTo>
                    <a:pt x="249" y="335"/>
                  </a:lnTo>
                  <a:lnTo>
                    <a:pt x="251" y="325"/>
                  </a:lnTo>
                  <a:lnTo>
                    <a:pt x="253" y="315"/>
                  </a:lnTo>
                  <a:lnTo>
                    <a:pt x="255" y="305"/>
                  </a:lnTo>
                  <a:lnTo>
                    <a:pt x="258" y="296"/>
                  </a:lnTo>
                  <a:lnTo>
                    <a:pt x="261" y="288"/>
                  </a:lnTo>
                  <a:lnTo>
                    <a:pt x="267" y="270"/>
                  </a:lnTo>
                  <a:lnTo>
                    <a:pt x="274" y="256"/>
                  </a:lnTo>
                  <a:lnTo>
                    <a:pt x="281" y="242"/>
                  </a:lnTo>
                  <a:lnTo>
                    <a:pt x="289" y="230"/>
                  </a:lnTo>
                  <a:lnTo>
                    <a:pt x="299" y="220"/>
                  </a:lnTo>
                  <a:lnTo>
                    <a:pt x="308" y="212"/>
                  </a:lnTo>
                  <a:lnTo>
                    <a:pt x="319" y="208"/>
                  </a:lnTo>
                  <a:lnTo>
                    <a:pt x="330" y="204"/>
                  </a:lnTo>
                  <a:lnTo>
                    <a:pt x="336" y="202"/>
                  </a:lnTo>
                  <a:lnTo>
                    <a:pt x="343" y="202"/>
                  </a:lnTo>
                  <a:lnTo>
                    <a:pt x="355" y="204"/>
                  </a:lnTo>
                  <a:lnTo>
                    <a:pt x="361" y="204"/>
                  </a:lnTo>
                  <a:lnTo>
                    <a:pt x="367" y="206"/>
                  </a:lnTo>
                  <a:lnTo>
                    <a:pt x="378" y="212"/>
                  </a:lnTo>
                  <a:lnTo>
                    <a:pt x="383" y="216"/>
                  </a:lnTo>
                  <a:lnTo>
                    <a:pt x="387" y="220"/>
                  </a:lnTo>
                  <a:lnTo>
                    <a:pt x="397" y="230"/>
                  </a:lnTo>
                  <a:lnTo>
                    <a:pt x="405" y="240"/>
                  </a:lnTo>
                  <a:lnTo>
                    <a:pt x="412" y="254"/>
                  </a:lnTo>
                  <a:lnTo>
                    <a:pt x="416" y="260"/>
                  </a:lnTo>
                  <a:lnTo>
                    <a:pt x="419" y="268"/>
                  </a:lnTo>
                  <a:lnTo>
                    <a:pt x="424" y="286"/>
                  </a:lnTo>
                  <a:lnTo>
                    <a:pt x="429" y="303"/>
                  </a:lnTo>
                  <a:lnTo>
                    <a:pt x="433" y="323"/>
                  </a:lnTo>
                  <a:lnTo>
                    <a:pt x="437" y="343"/>
                  </a:lnTo>
                  <a:lnTo>
                    <a:pt x="439" y="365"/>
                  </a:lnTo>
                  <a:lnTo>
                    <a:pt x="441" y="389"/>
                  </a:lnTo>
                  <a:lnTo>
                    <a:pt x="442" y="415"/>
                  </a:lnTo>
                  <a:lnTo>
                    <a:pt x="443" y="441"/>
                  </a:lnTo>
                  <a:lnTo>
                    <a:pt x="443" y="469"/>
                  </a:lnTo>
                  <a:lnTo>
                    <a:pt x="443" y="473"/>
                  </a:lnTo>
                  <a:lnTo>
                    <a:pt x="442" y="475"/>
                  </a:lnTo>
                  <a:lnTo>
                    <a:pt x="440" y="483"/>
                  </a:lnTo>
                  <a:lnTo>
                    <a:pt x="437" y="487"/>
                  </a:lnTo>
                  <a:lnTo>
                    <a:pt x="433" y="487"/>
                  </a:lnTo>
                  <a:close/>
                  <a:moveTo>
                    <a:pt x="421" y="441"/>
                  </a:moveTo>
                  <a:lnTo>
                    <a:pt x="420" y="417"/>
                  </a:lnTo>
                  <a:lnTo>
                    <a:pt x="420" y="397"/>
                  </a:lnTo>
                  <a:lnTo>
                    <a:pt x="418" y="375"/>
                  </a:lnTo>
                  <a:lnTo>
                    <a:pt x="416" y="357"/>
                  </a:lnTo>
                  <a:lnTo>
                    <a:pt x="414" y="339"/>
                  </a:lnTo>
                  <a:lnTo>
                    <a:pt x="411" y="321"/>
                  </a:lnTo>
                  <a:lnTo>
                    <a:pt x="409" y="315"/>
                  </a:lnTo>
                  <a:lnTo>
                    <a:pt x="407" y="307"/>
                  </a:lnTo>
                  <a:lnTo>
                    <a:pt x="403" y="294"/>
                  </a:lnTo>
                  <a:lnTo>
                    <a:pt x="400" y="288"/>
                  </a:lnTo>
                  <a:lnTo>
                    <a:pt x="398" y="282"/>
                  </a:lnTo>
                  <a:lnTo>
                    <a:pt x="395" y="276"/>
                  </a:lnTo>
                  <a:lnTo>
                    <a:pt x="392" y="272"/>
                  </a:lnTo>
                  <a:lnTo>
                    <a:pt x="389" y="266"/>
                  </a:lnTo>
                  <a:lnTo>
                    <a:pt x="386" y="262"/>
                  </a:lnTo>
                  <a:lnTo>
                    <a:pt x="379" y="256"/>
                  </a:lnTo>
                  <a:lnTo>
                    <a:pt x="371" y="250"/>
                  </a:lnTo>
                  <a:lnTo>
                    <a:pt x="362" y="246"/>
                  </a:lnTo>
                  <a:lnTo>
                    <a:pt x="353" y="242"/>
                  </a:lnTo>
                  <a:lnTo>
                    <a:pt x="343" y="242"/>
                  </a:lnTo>
                  <a:lnTo>
                    <a:pt x="332" y="242"/>
                  </a:lnTo>
                  <a:lnTo>
                    <a:pt x="328" y="244"/>
                  </a:lnTo>
                  <a:lnTo>
                    <a:pt x="323" y="246"/>
                  </a:lnTo>
                  <a:lnTo>
                    <a:pt x="314" y="250"/>
                  </a:lnTo>
                  <a:lnTo>
                    <a:pt x="307" y="256"/>
                  </a:lnTo>
                  <a:lnTo>
                    <a:pt x="299" y="264"/>
                  </a:lnTo>
                  <a:lnTo>
                    <a:pt x="293" y="274"/>
                  </a:lnTo>
                  <a:lnTo>
                    <a:pt x="287" y="284"/>
                  </a:lnTo>
                  <a:lnTo>
                    <a:pt x="282" y="298"/>
                  </a:lnTo>
                  <a:lnTo>
                    <a:pt x="277" y="311"/>
                  </a:lnTo>
                  <a:lnTo>
                    <a:pt x="275" y="317"/>
                  </a:lnTo>
                  <a:lnTo>
                    <a:pt x="273" y="325"/>
                  </a:lnTo>
                  <a:lnTo>
                    <a:pt x="270" y="343"/>
                  </a:lnTo>
                  <a:lnTo>
                    <a:pt x="268" y="361"/>
                  </a:lnTo>
                  <a:lnTo>
                    <a:pt x="266" y="379"/>
                  </a:lnTo>
                  <a:lnTo>
                    <a:pt x="264" y="399"/>
                  </a:lnTo>
                  <a:lnTo>
                    <a:pt x="263" y="421"/>
                  </a:lnTo>
                  <a:lnTo>
                    <a:pt x="263" y="443"/>
                  </a:lnTo>
                  <a:lnTo>
                    <a:pt x="421" y="447"/>
                  </a:lnTo>
                  <a:lnTo>
                    <a:pt x="421" y="441"/>
                  </a:lnTo>
                  <a:close/>
                  <a:moveTo>
                    <a:pt x="649" y="751"/>
                  </a:moveTo>
                  <a:lnTo>
                    <a:pt x="636" y="753"/>
                  </a:lnTo>
                  <a:lnTo>
                    <a:pt x="622" y="753"/>
                  </a:lnTo>
                  <a:lnTo>
                    <a:pt x="610" y="753"/>
                  </a:lnTo>
                  <a:lnTo>
                    <a:pt x="598" y="749"/>
                  </a:lnTo>
                  <a:lnTo>
                    <a:pt x="593" y="745"/>
                  </a:lnTo>
                  <a:lnTo>
                    <a:pt x="589" y="741"/>
                  </a:lnTo>
                  <a:lnTo>
                    <a:pt x="584" y="737"/>
                  </a:lnTo>
                  <a:lnTo>
                    <a:pt x="581" y="731"/>
                  </a:lnTo>
                  <a:lnTo>
                    <a:pt x="577" y="725"/>
                  </a:lnTo>
                  <a:lnTo>
                    <a:pt x="574" y="717"/>
                  </a:lnTo>
                  <a:lnTo>
                    <a:pt x="571" y="709"/>
                  </a:lnTo>
                  <a:lnTo>
                    <a:pt x="569" y="699"/>
                  </a:lnTo>
                  <a:lnTo>
                    <a:pt x="568" y="687"/>
                  </a:lnTo>
                  <a:lnTo>
                    <a:pt x="566" y="675"/>
                  </a:lnTo>
                  <a:lnTo>
                    <a:pt x="566" y="659"/>
                  </a:lnTo>
                  <a:lnTo>
                    <a:pt x="565" y="645"/>
                  </a:lnTo>
                  <a:lnTo>
                    <a:pt x="565" y="248"/>
                  </a:lnTo>
                  <a:lnTo>
                    <a:pt x="516" y="248"/>
                  </a:lnTo>
                  <a:lnTo>
                    <a:pt x="512" y="248"/>
                  </a:lnTo>
                  <a:lnTo>
                    <a:pt x="510" y="246"/>
                  </a:lnTo>
                  <a:lnTo>
                    <a:pt x="509" y="244"/>
                  </a:lnTo>
                  <a:lnTo>
                    <a:pt x="507" y="240"/>
                  </a:lnTo>
                  <a:lnTo>
                    <a:pt x="506" y="236"/>
                  </a:lnTo>
                  <a:lnTo>
                    <a:pt x="506" y="232"/>
                  </a:lnTo>
                  <a:lnTo>
                    <a:pt x="506" y="222"/>
                  </a:lnTo>
                  <a:lnTo>
                    <a:pt x="506" y="220"/>
                  </a:lnTo>
                  <a:lnTo>
                    <a:pt x="507" y="216"/>
                  </a:lnTo>
                  <a:lnTo>
                    <a:pt x="508" y="214"/>
                  </a:lnTo>
                  <a:lnTo>
                    <a:pt x="509" y="212"/>
                  </a:lnTo>
                  <a:lnTo>
                    <a:pt x="510" y="210"/>
                  </a:lnTo>
                  <a:lnTo>
                    <a:pt x="512" y="208"/>
                  </a:lnTo>
                  <a:lnTo>
                    <a:pt x="516" y="208"/>
                  </a:lnTo>
                  <a:lnTo>
                    <a:pt x="565" y="208"/>
                  </a:lnTo>
                  <a:lnTo>
                    <a:pt x="565" y="104"/>
                  </a:lnTo>
                  <a:lnTo>
                    <a:pt x="566" y="96"/>
                  </a:lnTo>
                  <a:lnTo>
                    <a:pt x="567" y="94"/>
                  </a:lnTo>
                  <a:lnTo>
                    <a:pt x="568" y="90"/>
                  </a:lnTo>
                  <a:lnTo>
                    <a:pt x="569" y="88"/>
                  </a:lnTo>
                  <a:lnTo>
                    <a:pt x="570" y="86"/>
                  </a:lnTo>
                  <a:lnTo>
                    <a:pt x="572" y="86"/>
                  </a:lnTo>
                  <a:lnTo>
                    <a:pt x="574" y="84"/>
                  </a:lnTo>
                  <a:lnTo>
                    <a:pt x="580" y="84"/>
                  </a:lnTo>
                  <a:lnTo>
                    <a:pt x="583" y="86"/>
                  </a:lnTo>
                  <a:lnTo>
                    <a:pt x="585" y="90"/>
                  </a:lnTo>
                  <a:lnTo>
                    <a:pt x="587" y="96"/>
                  </a:lnTo>
                  <a:lnTo>
                    <a:pt x="588" y="104"/>
                  </a:lnTo>
                  <a:lnTo>
                    <a:pt x="588" y="208"/>
                  </a:lnTo>
                  <a:lnTo>
                    <a:pt x="648" y="208"/>
                  </a:lnTo>
                  <a:lnTo>
                    <a:pt x="651" y="208"/>
                  </a:lnTo>
                  <a:lnTo>
                    <a:pt x="653" y="210"/>
                  </a:lnTo>
                  <a:lnTo>
                    <a:pt x="654" y="212"/>
                  </a:lnTo>
                  <a:lnTo>
                    <a:pt x="656" y="216"/>
                  </a:lnTo>
                  <a:lnTo>
                    <a:pt x="657" y="220"/>
                  </a:lnTo>
                  <a:lnTo>
                    <a:pt x="657" y="222"/>
                  </a:lnTo>
                  <a:lnTo>
                    <a:pt x="657" y="232"/>
                  </a:lnTo>
                  <a:lnTo>
                    <a:pt x="657" y="236"/>
                  </a:lnTo>
                  <a:lnTo>
                    <a:pt x="656" y="240"/>
                  </a:lnTo>
                  <a:lnTo>
                    <a:pt x="654" y="244"/>
                  </a:lnTo>
                  <a:lnTo>
                    <a:pt x="653" y="246"/>
                  </a:lnTo>
                  <a:lnTo>
                    <a:pt x="651" y="248"/>
                  </a:lnTo>
                  <a:lnTo>
                    <a:pt x="648" y="248"/>
                  </a:lnTo>
                  <a:lnTo>
                    <a:pt x="588" y="248"/>
                  </a:lnTo>
                  <a:lnTo>
                    <a:pt x="588" y="645"/>
                  </a:lnTo>
                  <a:lnTo>
                    <a:pt x="588" y="665"/>
                  </a:lnTo>
                  <a:lnTo>
                    <a:pt x="590" y="681"/>
                  </a:lnTo>
                  <a:lnTo>
                    <a:pt x="593" y="693"/>
                  </a:lnTo>
                  <a:lnTo>
                    <a:pt x="595" y="697"/>
                  </a:lnTo>
                  <a:lnTo>
                    <a:pt x="597" y="701"/>
                  </a:lnTo>
                  <a:lnTo>
                    <a:pt x="599" y="705"/>
                  </a:lnTo>
                  <a:lnTo>
                    <a:pt x="602" y="707"/>
                  </a:lnTo>
                  <a:lnTo>
                    <a:pt x="605" y="711"/>
                  </a:lnTo>
                  <a:lnTo>
                    <a:pt x="608" y="711"/>
                  </a:lnTo>
                  <a:lnTo>
                    <a:pt x="615" y="713"/>
                  </a:lnTo>
                  <a:lnTo>
                    <a:pt x="622" y="713"/>
                  </a:lnTo>
                  <a:lnTo>
                    <a:pt x="647" y="713"/>
                  </a:lnTo>
                  <a:lnTo>
                    <a:pt x="651" y="715"/>
                  </a:lnTo>
                  <a:lnTo>
                    <a:pt x="655" y="717"/>
                  </a:lnTo>
                  <a:lnTo>
                    <a:pt x="656" y="719"/>
                  </a:lnTo>
                  <a:lnTo>
                    <a:pt x="657" y="723"/>
                  </a:lnTo>
                  <a:lnTo>
                    <a:pt x="657" y="725"/>
                  </a:lnTo>
                  <a:lnTo>
                    <a:pt x="657" y="729"/>
                  </a:lnTo>
                  <a:lnTo>
                    <a:pt x="657" y="737"/>
                  </a:lnTo>
                  <a:lnTo>
                    <a:pt x="655" y="743"/>
                  </a:lnTo>
                  <a:lnTo>
                    <a:pt x="654" y="747"/>
                  </a:lnTo>
                  <a:lnTo>
                    <a:pt x="653" y="747"/>
                  </a:lnTo>
                  <a:lnTo>
                    <a:pt x="649" y="751"/>
                  </a:lnTo>
                  <a:close/>
                  <a:moveTo>
                    <a:pt x="767" y="20"/>
                  </a:moveTo>
                  <a:lnTo>
                    <a:pt x="743" y="192"/>
                  </a:lnTo>
                  <a:lnTo>
                    <a:pt x="742" y="202"/>
                  </a:lnTo>
                  <a:lnTo>
                    <a:pt x="740" y="208"/>
                  </a:lnTo>
                  <a:lnTo>
                    <a:pt x="737" y="210"/>
                  </a:lnTo>
                  <a:lnTo>
                    <a:pt x="734" y="212"/>
                  </a:lnTo>
                  <a:lnTo>
                    <a:pt x="726" y="212"/>
                  </a:lnTo>
                  <a:lnTo>
                    <a:pt x="724" y="210"/>
                  </a:lnTo>
                  <a:lnTo>
                    <a:pt x="722" y="208"/>
                  </a:lnTo>
                  <a:lnTo>
                    <a:pt x="722" y="206"/>
                  </a:lnTo>
                  <a:lnTo>
                    <a:pt x="722" y="202"/>
                  </a:lnTo>
                  <a:lnTo>
                    <a:pt x="722" y="198"/>
                  </a:lnTo>
                  <a:lnTo>
                    <a:pt x="722" y="192"/>
                  </a:lnTo>
                  <a:lnTo>
                    <a:pt x="743" y="20"/>
                  </a:lnTo>
                  <a:lnTo>
                    <a:pt x="744" y="10"/>
                  </a:lnTo>
                  <a:lnTo>
                    <a:pt x="745" y="6"/>
                  </a:lnTo>
                  <a:lnTo>
                    <a:pt x="746" y="4"/>
                  </a:lnTo>
                  <a:lnTo>
                    <a:pt x="749" y="2"/>
                  </a:lnTo>
                  <a:lnTo>
                    <a:pt x="753" y="0"/>
                  </a:lnTo>
                  <a:lnTo>
                    <a:pt x="762" y="0"/>
                  </a:lnTo>
                  <a:lnTo>
                    <a:pt x="765" y="0"/>
                  </a:lnTo>
                  <a:lnTo>
                    <a:pt x="767" y="2"/>
                  </a:lnTo>
                  <a:lnTo>
                    <a:pt x="768" y="6"/>
                  </a:lnTo>
                  <a:lnTo>
                    <a:pt x="768" y="12"/>
                  </a:lnTo>
                  <a:lnTo>
                    <a:pt x="768" y="14"/>
                  </a:lnTo>
                  <a:lnTo>
                    <a:pt x="767" y="20"/>
                  </a:lnTo>
                  <a:close/>
                  <a:moveTo>
                    <a:pt x="898" y="753"/>
                  </a:moveTo>
                  <a:lnTo>
                    <a:pt x="879" y="753"/>
                  </a:lnTo>
                  <a:lnTo>
                    <a:pt x="859" y="749"/>
                  </a:lnTo>
                  <a:lnTo>
                    <a:pt x="841" y="745"/>
                  </a:lnTo>
                  <a:lnTo>
                    <a:pt x="825" y="739"/>
                  </a:lnTo>
                  <a:lnTo>
                    <a:pt x="820" y="737"/>
                  </a:lnTo>
                  <a:lnTo>
                    <a:pt x="818" y="735"/>
                  </a:lnTo>
                  <a:lnTo>
                    <a:pt x="817" y="735"/>
                  </a:lnTo>
                  <a:lnTo>
                    <a:pt x="815" y="733"/>
                  </a:lnTo>
                  <a:lnTo>
                    <a:pt x="814" y="729"/>
                  </a:lnTo>
                  <a:lnTo>
                    <a:pt x="814" y="727"/>
                  </a:lnTo>
                  <a:lnTo>
                    <a:pt x="814" y="723"/>
                  </a:lnTo>
                  <a:lnTo>
                    <a:pt x="814" y="711"/>
                  </a:lnTo>
                  <a:lnTo>
                    <a:pt x="814" y="707"/>
                  </a:lnTo>
                  <a:lnTo>
                    <a:pt x="814" y="705"/>
                  </a:lnTo>
                  <a:lnTo>
                    <a:pt x="816" y="701"/>
                  </a:lnTo>
                  <a:lnTo>
                    <a:pt x="817" y="699"/>
                  </a:lnTo>
                  <a:lnTo>
                    <a:pt x="819" y="699"/>
                  </a:lnTo>
                  <a:lnTo>
                    <a:pt x="820" y="697"/>
                  </a:lnTo>
                  <a:lnTo>
                    <a:pt x="822" y="697"/>
                  </a:lnTo>
                  <a:lnTo>
                    <a:pt x="825" y="697"/>
                  </a:lnTo>
                  <a:lnTo>
                    <a:pt x="844" y="703"/>
                  </a:lnTo>
                  <a:lnTo>
                    <a:pt x="863" y="709"/>
                  </a:lnTo>
                  <a:lnTo>
                    <a:pt x="873" y="711"/>
                  </a:lnTo>
                  <a:lnTo>
                    <a:pt x="882" y="713"/>
                  </a:lnTo>
                  <a:lnTo>
                    <a:pt x="899" y="713"/>
                  </a:lnTo>
                  <a:lnTo>
                    <a:pt x="912" y="713"/>
                  </a:lnTo>
                  <a:lnTo>
                    <a:pt x="918" y="711"/>
                  </a:lnTo>
                  <a:lnTo>
                    <a:pt x="924" y="709"/>
                  </a:lnTo>
                  <a:lnTo>
                    <a:pt x="930" y="707"/>
                  </a:lnTo>
                  <a:lnTo>
                    <a:pt x="935" y="703"/>
                  </a:lnTo>
                  <a:lnTo>
                    <a:pt x="940" y="699"/>
                  </a:lnTo>
                  <a:lnTo>
                    <a:pt x="944" y="695"/>
                  </a:lnTo>
                  <a:lnTo>
                    <a:pt x="948" y="689"/>
                  </a:lnTo>
                  <a:lnTo>
                    <a:pt x="952" y="681"/>
                  </a:lnTo>
                  <a:lnTo>
                    <a:pt x="955" y="673"/>
                  </a:lnTo>
                  <a:lnTo>
                    <a:pt x="958" y="663"/>
                  </a:lnTo>
                  <a:lnTo>
                    <a:pt x="960" y="653"/>
                  </a:lnTo>
                  <a:lnTo>
                    <a:pt x="961" y="641"/>
                  </a:lnTo>
                  <a:lnTo>
                    <a:pt x="962" y="627"/>
                  </a:lnTo>
                  <a:lnTo>
                    <a:pt x="963" y="613"/>
                  </a:lnTo>
                  <a:lnTo>
                    <a:pt x="962" y="599"/>
                  </a:lnTo>
                  <a:lnTo>
                    <a:pt x="960" y="585"/>
                  </a:lnTo>
                  <a:lnTo>
                    <a:pt x="959" y="579"/>
                  </a:lnTo>
                  <a:lnTo>
                    <a:pt x="957" y="573"/>
                  </a:lnTo>
                  <a:lnTo>
                    <a:pt x="952" y="561"/>
                  </a:lnTo>
                  <a:lnTo>
                    <a:pt x="949" y="555"/>
                  </a:lnTo>
                  <a:lnTo>
                    <a:pt x="945" y="547"/>
                  </a:lnTo>
                  <a:lnTo>
                    <a:pt x="935" y="535"/>
                  </a:lnTo>
                  <a:lnTo>
                    <a:pt x="924" y="519"/>
                  </a:lnTo>
                  <a:lnTo>
                    <a:pt x="909" y="503"/>
                  </a:lnTo>
                  <a:lnTo>
                    <a:pt x="877" y="469"/>
                  </a:lnTo>
                  <a:lnTo>
                    <a:pt x="864" y="453"/>
                  </a:lnTo>
                  <a:lnTo>
                    <a:pt x="852" y="439"/>
                  </a:lnTo>
                  <a:lnTo>
                    <a:pt x="841" y="423"/>
                  </a:lnTo>
                  <a:lnTo>
                    <a:pt x="839" y="419"/>
                  </a:lnTo>
                  <a:lnTo>
                    <a:pt x="837" y="415"/>
                  </a:lnTo>
                  <a:lnTo>
                    <a:pt x="832" y="407"/>
                  </a:lnTo>
                  <a:lnTo>
                    <a:pt x="829" y="399"/>
                  </a:lnTo>
                  <a:lnTo>
                    <a:pt x="825" y="389"/>
                  </a:lnTo>
                  <a:lnTo>
                    <a:pt x="823" y="381"/>
                  </a:lnTo>
                  <a:lnTo>
                    <a:pt x="820" y="371"/>
                  </a:lnTo>
                  <a:lnTo>
                    <a:pt x="819" y="361"/>
                  </a:lnTo>
                  <a:lnTo>
                    <a:pt x="817" y="349"/>
                  </a:lnTo>
                  <a:lnTo>
                    <a:pt x="816" y="337"/>
                  </a:lnTo>
                  <a:lnTo>
                    <a:pt x="816" y="325"/>
                  </a:lnTo>
                  <a:lnTo>
                    <a:pt x="817" y="309"/>
                  </a:lnTo>
                  <a:lnTo>
                    <a:pt x="818" y="294"/>
                  </a:lnTo>
                  <a:lnTo>
                    <a:pt x="820" y="280"/>
                  </a:lnTo>
                  <a:lnTo>
                    <a:pt x="823" y="268"/>
                  </a:lnTo>
                  <a:lnTo>
                    <a:pt x="826" y="256"/>
                  </a:lnTo>
                  <a:lnTo>
                    <a:pt x="830" y="246"/>
                  </a:lnTo>
                  <a:lnTo>
                    <a:pt x="835" y="238"/>
                  </a:lnTo>
                  <a:lnTo>
                    <a:pt x="840" y="230"/>
                  </a:lnTo>
                  <a:lnTo>
                    <a:pt x="845" y="222"/>
                  </a:lnTo>
                  <a:lnTo>
                    <a:pt x="851" y="216"/>
                  </a:lnTo>
                  <a:lnTo>
                    <a:pt x="858" y="212"/>
                  </a:lnTo>
                  <a:lnTo>
                    <a:pt x="864" y="208"/>
                  </a:lnTo>
                  <a:lnTo>
                    <a:pt x="871" y="206"/>
                  </a:lnTo>
                  <a:lnTo>
                    <a:pt x="878" y="204"/>
                  </a:lnTo>
                  <a:lnTo>
                    <a:pt x="893" y="202"/>
                  </a:lnTo>
                  <a:lnTo>
                    <a:pt x="917" y="204"/>
                  </a:lnTo>
                  <a:lnTo>
                    <a:pt x="936" y="206"/>
                  </a:lnTo>
                  <a:lnTo>
                    <a:pt x="965" y="212"/>
                  </a:lnTo>
                  <a:lnTo>
                    <a:pt x="970" y="214"/>
                  </a:lnTo>
                  <a:lnTo>
                    <a:pt x="973" y="216"/>
                  </a:lnTo>
                  <a:lnTo>
                    <a:pt x="974" y="218"/>
                  </a:lnTo>
                  <a:lnTo>
                    <a:pt x="975" y="220"/>
                  </a:lnTo>
                  <a:lnTo>
                    <a:pt x="976" y="224"/>
                  </a:lnTo>
                  <a:lnTo>
                    <a:pt x="976" y="228"/>
                  </a:lnTo>
                  <a:lnTo>
                    <a:pt x="976" y="236"/>
                  </a:lnTo>
                  <a:lnTo>
                    <a:pt x="975" y="246"/>
                  </a:lnTo>
                  <a:lnTo>
                    <a:pt x="973" y="252"/>
                  </a:lnTo>
                  <a:lnTo>
                    <a:pt x="970" y="254"/>
                  </a:lnTo>
                  <a:lnTo>
                    <a:pt x="965" y="252"/>
                  </a:lnTo>
                  <a:lnTo>
                    <a:pt x="953" y="250"/>
                  </a:lnTo>
                  <a:lnTo>
                    <a:pt x="936" y="246"/>
                  </a:lnTo>
                  <a:lnTo>
                    <a:pt x="926" y="244"/>
                  </a:lnTo>
                  <a:lnTo>
                    <a:pt x="916" y="244"/>
                  </a:lnTo>
                  <a:lnTo>
                    <a:pt x="895" y="242"/>
                  </a:lnTo>
                  <a:lnTo>
                    <a:pt x="883" y="242"/>
                  </a:lnTo>
                  <a:lnTo>
                    <a:pt x="873" y="244"/>
                  </a:lnTo>
                  <a:lnTo>
                    <a:pt x="868" y="246"/>
                  </a:lnTo>
                  <a:lnTo>
                    <a:pt x="863" y="250"/>
                  </a:lnTo>
                  <a:lnTo>
                    <a:pt x="859" y="254"/>
                  </a:lnTo>
                  <a:lnTo>
                    <a:pt x="855" y="258"/>
                  </a:lnTo>
                  <a:lnTo>
                    <a:pt x="851" y="262"/>
                  </a:lnTo>
                  <a:lnTo>
                    <a:pt x="848" y="268"/>
                  </a:lnTo>
                  <a:lnTo>
                    <a:pt x="845" y="276"/>
                  </a:lnTo>
                  <a:lnTo>
                    <a:pt x="844" y="278"/>
                  </a:lnTo>
                  <a:lnTo>
                    <a:pt x="843" y="282"/>
                  </a:lnTo>
                  <a:lnTo>
                    <a:pt x="841" y="292"/>
                  </a:lnTo>
                  <a:lnTo>
                    <a:pt x="839" y="301"/>
                  </a:lnTo>
                  <a:lnTo>
                    <a:pt x="839" y="313"/>
                  </a:lnTo>
                  <a:lnTo>
                    <a:pt x="838" y="325"/>
                  </a:lnTo>
                  <a:lnTo>
                    <a:pt x="838" y="333"/>
                  </a:lnTo>
                  <a:lnTo>
                    <a:pt x="839" y="341"/>
                  </a:lnTo>
                  <a:lnTo>
                    <a:pt x="840" y="349"/>
                  </a:lnTo>
                  <a:lnTo>
                    <a:pt x="842" y="355"/>
                  </a:lnTo>
                  <a:lnTo>
                    <a:pt x="843" y="363"/>
                  </a:lnTo>
                  <a:lnTo>
                    <a:pt x="846" y="369"/>
                  </a:lnTo>
                  <a:lnTo>
                    <a:pt x="848" y="375"/>
                  </a:lnTo>
                  <a:lnTo>
                    <a:pt x="851" y="381"/>
                  </a:lnTo>
                  <a:lnTo>
                    <a:pt x="858" y="393"/>
                  </a:lnTo>
                  <a:lnTo>
                    <a:pt x="867" y="405"/>
                  </a:lnTo>
                  <a:lnTo>
                    <a:pt x="876" y="417"/>
                  </a:lnTo>
                  <a:lnTo>
                    <a:pt x="887" y="431"/>
                  </a:lnTo>
                  <a:lnTo>
                    <a:pt x="921" y="467"/>
                  </a:lnTo>
                  <a:lnTo>
                    <a:pt x="936" y="485"/>
                  </a:lnTo>
                  <a:lnTo>
                    <a:pt x="948" y="501"/>
                  </a:lnTo>
                  <a:lnTo>
                    <a:pt x="954" y="509"/>
                  </a:lnTo>
                  <a:lnTo>
                    <a:pt x="959" y="517"/>
                  </a:lnTo>
                  <a:lnTo>
                    <a:pt x="968" y="533"/>
                  </a:lnTo>
                  <a:lnTo>
                    <a:pt x="972" y="541"/>
                  </a:lnTo>
                  <a:lnTo>
                    <a:pt x="976" y="551"/>
                  </a:lnTo>
                  <a:lnTo>
                    <a:pt x="978" y="559"/>
                  </a:lnTo>
                  <a:lnTo>
                    <a:pt x="981" y="569"/>
                  </a:lnTo>
                  <a:lnTo>
                    <a:pt x="982" y="579"/>
                  </a:lnTo>
                  <a:lnTo>
                    <a:pt x="984" y="589"/>
                  </a:lnTo>
                  <a:lnTo>
                    <a:pt x="985" y="601"/>
                  </a:lnTo>
                  <a:lnTo>
                    <a:pt x="985" y="613"/>
                  </a:lnTo>
                  <a:lnTo>
                    <a:pt x="984" y="633"/>
                  </a:lnTo>
                  <a:lnTo>
                    <a:pt x="983" y="651"/>
                  </a:lnTo>
                  <a:lnTo>
                    <a:pt x="982" y="659"/>
                  </a:lnTo>
                  <a:lnTo>
                    <a:pt x="981" y="667"/>
                  </a:lnTo>
                  <a:lnTo>
                    <a:pt x="979" y="673"/>
                  </a:lnTo>
                  <a:lnTo>
                    <a:pt x="978" y="681"/>
                  </a:lnTo>
                  <a:lnTo>
                    <a:pt x="974" y="693"/>
                  </a:lnTo>
                  <a:lnTo>
                    <a:pt x="972" y="699"/>
                  </a:lnTo>
                  <a:lnTo>
                    <a:pt x="970" y="705"/>
                  </a:lnTo>
                  <a:lnTo>
                    <a:pt x="964" y="715"/>
                  </a:lnTo>
                  <a:lnTo>
                    <a:pt x="959" y="723"/>
                  </a:lnTo>
                  <a:lnTo>
                    <a:pt x="953" y="731"/>
                  </a:lnTo>
                  <a:lnTo>
                    <a:pt x="946" y="737"/>
                  </a:lnTo>
                  <a:lnTo>
                    <a:pt x="939" y="743"/>
                  </a:lnTo>
                  <a:lnTo>
                    <a:pt x="931" y="747"/>
                  </a:lnTo>
                  <a:lnTo>
                    <a:pt x="923" y="749"/>
                  </a:lnTo>
                  <a:lnTo>
                    <a:pt x="915" y="751"/>
                  </a:lnTo>
                  <a:lnTo>
                    <a:pt x="906" y="753"/>
                  </a:lnTo>
                  <a:lnTo>
                    <a:pt x="898" y="753"/>
                  </a:lnTo>
                  <a:close/>
                  <a:moveTo>
                    <a:pt x="1357" y="745"/>
                  </a:moveTo>
                  <a:lnTo>
                    <a:pt x="1341" y="747"/>
                  </a:lnTo>
                  <a:lnTo>
                    <a:pt x="1324" y="751"/>
                  </a:lnTo>
                  <a:lnTo>
                    <a:pt x="1309" y="753"/>
                  </a:lnTo>
                  <a:lnTo>
                    <a:pt x="1296" y="753"/>
                  </a:lnTo>
                  <a:lnTo>
                    <a:pt x="1283" y="751"/>
                  </a:lnTo>
                  <a:lnTo>
                    <a:pt x="1277" y="751"/>
                  </a:lnTo>
                  <a:lnTo>
                    <a:pt x="1271" y="749"/>
                  </a:lnTo>
                  <a:lnTo>
                    <a:pt x="1265" y="745"/>
                  </a:lnTo>
                  <a:lnTo>
                    <a:pt x="1260" y="743"/>
                  </a:lnTo>
                  <a:lnTo>
                    <a:pt x="1255" y="739"/>
                  </a:lnTo>
                  <a:lnTo>
                    <a:pt x="1250" y="733"/>
                  </a:lnTo>
                  <a:lnTo>
                    <a:pt x="1245" y="729"/>
                  </a:lnTo>
                  <a:lnTo>
                    <a:pt x="1241" y="723"/>
                  </a:lnTo>
                  <a:lnTo>
                    <a:pt x="1233" y="711"/>
                  </a:lnTo>
                  <a:lnTo>
                    <a:pt x="1225" y="697"/>
                  </a:lnTo>
                  <a:lnTo>
                    <a:pt x="1219" y="681"/>
                  </a:lnTo>
                  <a:lnTo>
                    <a:pt x="1213" y="663"/>
                  </a:lnTo>
                  <a:lnTo>
                    <a:pt x="1209" y="645"/>
                  </a:lnTo>
                  <a:lnTo>
                    <a:pt x="1205" y="625"/>
                  </a:lnTo>
                  <a:lnTo>
                    <a:pt x="1202" y="603"/>
                  </a:lnTo>
                  <a:lnTo>
                    <a:pt x="1199" y="581"/>
                  </a:lnTo>
                  <a:lnTo>
                    <a:pt x="1197" y="557"/>
                  </a:lnTo>
                  <a:lnTo>
                    <a:pt x="1196" y="535"/>
                  </a:lnTo>
                  <a:lnTo>
                    <a:pt x="1196" y="509"/>
                  </a:lnTo>
                  <a:lnTo>
                    <a:pt x="1196" y="443"/>
                  </a:lnTo>
                  <a:lnTo>
                    <a:pt x="1196" y="417"/>
                  </a:lnTo>
                  <a:lnTo>
                    <a:pt x="1197" y="393"/>
                  </a:lnTo>
                  <a:lnTo>
                    <a:pt x="1199" y="371"/>
                  </a:lnTo>
                  <a:lnTo>
                    <a:pt x="1202" y="349"/>
                  </a:lnTo>
                  <a:lnTo>
                    <a:pt x="1205" y="327"/>
                  </a:lnTo>
                  <a:lnTo>
                    <a:pt x="1209" y="307"/>
                  </a:lnTo>
                  <a:lnTo>
                    <a:pt x="1213" y="290"/>
                  </a:lnTo>
                  <a:lnTo>
                    <a:pt x="1219" y="272"/>
                  </a:lnTo>
                  <a:lnTo>
                    <a:pt x="1222" y="264"/>
                  </a:lnTo>
                  <a:lnTo>
                    <a:pt x="1225" y="258"/>
                  </a:lnTo>
                  <a:lnTo>
                    <a:pt x="1233" y="244"/>
                  </a:lnTo>
                  <a:lnTo>
                    <a:pt x="1237" y="238"/>
                  </a:lnTo>
                  <a:lnTo>
                    <a:pt x="1241" y="232"/>
                  </a:lnTo>
                  <a:lnTo>
                    <a:pt x="1250" y="222"/>
                  </a:lnTo>
                  <a:lnTo>
                    <a:pt x="1260" y="214"/>
                  </a:lnTo>
                  <a:lnTo>
                    <a:pt x="1265" y="210"/>
                  </a:lnTo>
                  <a:lnTo>
                    <a:pt x="1271" y="208"/>
                  </a:lnTo>
                  <a:lnTo>
                    <a:pt x="1277" y="206"/>
                  </a:lnTo>
                  <a:lnTo>
                    <a:pt x="1283" y="204"/>
                  </a:lnTo>
                  <a:lnTo>
                    <a:pt x="1289" y="202"/>
                  </a:lnTo>
                  <a:lnTo>
                    <a:pt x="1296" y="202"/>
                  </a:lnTo>
                  <a:lnTo>
                    <a:pt x="1309" y="204"/>
                  </a:lnTo>
                  <a:lnTo>
                    <a:pt x="1324" y="206"/>
                  </a:lnTo>
                  <a:lnTo>
                    <a:pt x="1341" y="208"/>
                  </a:lnTo>
                  <a:lnTo>
                    <a:pt x="1357" y="212"/>
                  </a:lnTo>
                  <a:lnTo>
                    <a:pt x="1361" y="214"/>
                  </a:lnTo>
                  <a:lnTo>
                    <a:pt x="1364" y="218"/>
                  </a:lnTo>
                  <a:lnTo>
                    <a:pt x="1365" y="220"/>
                  </a:lnTo>
                  <a:lnTo>
                    <a:pt x="1366" y="222"/>
                  </a:lnTo>
                  <a:lnTo>
                    <a:pt x="1366" y="230"/>
                  </a:lnTo>
                  <a:lnTo>
                    <a:pt x="1366" y="236"/>
                  </a:lnTo>
                  <a:lnTo>
                    <a:pt x="1365" y="240"/>
                  </a:lnTo>
                  <a:lnTo>
                    <a:pt x="1365" y="244"/>
                  </a:lnTo>
                  <a:lnTo>
                    <a:pt x="1363" y="248"/>
                  </a:lnTo>
                  <a:lnTo>
                    <a:pt x="1362" y="250"/>
                  </a:lnTo>
                  <a:lnTo>
                    <a:pt x="1360" y="250"/>
                  </a:lnTo>
                  <a:lnTo>
                    <a:pt x="1356" y="250"/>
                  </a:lnTo>
                  <a:lnTo>
                    <a:pt x="1339" y="246"/>
                  </a:lnTo>
                  <a:lnTo>
                    <a:pt x="1323" y="244"/>
                  </a:lnTo>
                  <a:lnTo>
                    <a:pt x="1309" y="242"/>
                  </a:lnTo>
                  <a:lnTo>
                    <a:pt x="1296" y="242"/>
                  </a:lnTo>
                  <a:lnTo>
                    <a:pt x="1285" y="242"/>
                  </a:lnTo>
                  <a:lnTo>
                    <a:pt x="1276" y="246"/>
                  </a:lnTo>
                  <a:lnTo>
                    <a:pt x="1272" y="248"/>
                  </a:lnTo>
                  <a:lnTo>
                    <a:pt x="1267" y="250"/>
                  </a:lnTo>
                  <a:lnTo>
                    <a:pt x="1259" y="256"/>
                  </a:lnTo>
                  <a:lnTo>
                    <a:pt x="1252" y="264"/>
                  </a:lnTo>
                  <a:lnTo>
                    <a:pt x="1246" y="274"/>
                  </a:lnTo>
                  <a:lnTo>
                    <a:pt x="1240" y="284"/>
                  </a:lnTo>
                  <a:lnTo>
                    <a:pt x="1236" y="296"/>
                  </a:lnTo>
                  <a:lnTo>
                    <a:pt x="1231" y="309"/>
                  </a:lnTo>
                  <a:lnTo>
                    <a:pt x="1228" y="325"/>
                  </a:lnTo>
                  <a:lnTo>
                    <a:pt x="1225" y="341"/>
                  </a:lnTo>
                  <a:lnTo>
                    <a:pt x="1222" y="359"/>
                  </a:lnTo>
                  <a:lnTo>
                    <a:pt x="1221" y="379"/>
                  </a:lnTo>
                  <a:lnTo>
                    <a:pt x="1219" y="399"/>
                  </a:lnTo>
                  <a:lnTo>
                    <a:pt x="1219" y="419"/>
                  </a:lnTo>
                  <a:lnTo>
                    <a:pt x="1218" y="443"/>
                  </a:lnTo>
                  <a:lnTo>
                    <a:pt x="1218" y="509"/>
                  </a:lnTo>
                  <a:lnTo>
                    <a:pt x="1219" y="531"/>
                  </a:lnTo>
                  <a:lnTo>
                    <a:pt x="1219" y="553"/>
                  </a:lnTo>
                  <a:lnTo>
                    <a:pt x="1221" y="573"/>
                  </a:lnTo>
                  <a:lnTo>
                    <a:pt x="1222" y="593"/>
                  </a:lnTo>
                  <a:lnTo>
                    <a:pt x="1225" y="611"/>
                  </a:lnTo>
                  <a:lnTo>
                    <a:pt x="1228" y="627"/>
                  </a:lnTo>
                  <a:lnTo>
                    <a:pt x="1231" y="643"/>
                  </a:lnTo>
                  <a:lnTo>
                    <a:pt x="1236" y="657"/>
                  </a:lnTo>
                  <a:lnTo>
                    <a:pt x="1240" y="671"/>
                  </a:lnTo>
                  <a:lnTo>
                    <a:pt x="1246" y="681"/>
                  </a:lnTo>
                  <a:lnTo>
                    <a:pt x="1252" y="691"/>
                  </a:lnTo>
                  <a:lnTo>
                    <a:pt x="1259" y="699"/>
                  </a:lnTo>
                  <a:lnTo>
                    <a:pt x="1267" y="705"/>
                  </a:lnTo>
                  <a:lnTo>
                    <a:pt x="1272" y="709"/>
                  </a:lnTo>
                  <a:lnTo>
                    <a:pt x="1276" y="711"/>
                  </a:lnTo>
                  <a:lnTo>
                    <a:pt x="1285" y="713"/>
                  </a:lnTo>
                  <a:lnTo>
                    <a:pt x="1296" y="713"/>
                  </a:lnTo>
                  <a:lnTo>
                    <a:pt x="1309" y="713"/>
                  </a:lnTo>
                  <a:lnTo>
                    <a:pt x="1323" y="711"/>
                  </a:lnTo>
                  <a:lnTo>
                    <a:pt x="1339" y="709"/>
                  </a:lnTo>
                  <a:lnTo>
                    <a:pt x="1356" y="705"/>
                  </a:lnTo>
                  <a:lnTo>
                    <a:pt x="1360" y="705"/>
                  </a:lnTo>
                  <a:lnTo>
                    <a:pt x="1362" y="705"/>
                  </a:lnTo>
                  <a:lnTo>
                    <a:pt x="1363" y="707"/>
                  </a:lnTo>
                  <a:lnTo>
                    <a:pt x="1365" y="709"/>
                  </a:lnTo>
                  <a:lnTo>
                    <a:pt x="1365" y="711"/>
                  </a:lnTo>
                  <a:lnTo>
                    <a:pt x="1366" y="715"/>
                  </a:lnTo>
                  <a:lnTo>
                    <a:pt x="1366" y="719"/>
                  </a:lnTo>
                  <a:lnTo>
                    <a:pt x="1366" y="731"/>
                  </a:lnTo>
                  <a:lnTo>
                    <a:pt x="1365" y="735"/>
                  </a:lnTo>
                  <a:lnTo>
                    <a:pt x="1364" y="737"/>
                  </a:lnTo>
                  <a:lnTo>
                    <a:pt x="1363" y="741"/>
                  </a:lnTo>
                  <a:lnTo>
                    <a:pt x="1361" y="741"/>
                  </a:lnTo>
                  <a:lnTo>
                    <a:pt x="1357" y="745"/>
                  </a:lnTo>
                  <a:close/>
                  <a:moveTo>
                    <a:pt x="1467" y="753"/>
                  </a:moveTo>
                  <a:lnTo>
                    <a:pt x="1462" y="753"/>
                  </a:lnTo>
                  <a:lnTo>
                    <a:pt x="1458" y="751"/>
                  </a:lnTo>
                  <a:lnTo>
                    <a:pt x="1456" y="747"/>
                  </a:lnTo>
                  <a:lnTo>
                    <a:pt x="1454" y="741"/>
                  </a:lnTo>
                  <a:lnTo>
                    <a:pt x="1453" y="735"/>
                  </a:lnTo>
                  <a:lnTo>
                    <a:pt x="1453" y="20"/>
                  </a:lnTo>
                  <a:lnTo>
                    <a:pt x="1454" y="16"/>
                  </a:lnTo>
                  <a:lnTo>
                    <a:pt x="1454" y="12"/>
                  </a:lnTo>
                  <a:lnTo>
                    <a:pt x="1456" y="6"/>
                  </a:lnTo>
                  <a:lnTo>
                    <a:pt x="1457" y="4"/>
                  </a:lnTo>
                  <a:lnTo>
                    <a:pt x="1458" y="2"/>
                  </a:lnTo>
                  <a:lnTo>
                    <a:pt x="1462" y="0"/>
                  </a:lnTo>
                  <a:lnTo>
                    <a:pt x="1467" y="0"/>
                  </a:lnTo>
                  <a:lnTo>
                    <a:pt x="1470" y="2"/>
                  </a:lnTo>
                  <a:lnTo>
                    <a:pt x="1473" y="6"/>
                  </a:lnTo>
                  <a:lnTo>
                    <a:pt x="1475" y="12"/>
                  </a:lnTo>
                  <a:lnTo>
                    <a:pt x="1476" y="20"/>
                  </a:lnTo>
                  <a:lnTo>
                    <a:pt x="1476" y="735"/>
                  </a:lnTo>
                  <a:lnTo>
                    <a:pt x="1475" y="737"/>
                  </a:lnTo>
                  <a:lnTo>
                    <a:pt x="1475" y="741"/>
                  </a:lnTo>
                  <a:lnTo>
                    <a:pt x="1473" y="747"/>
                  </a:lnTo>
                  <a:lnTo>
                    <a:pt x="1472" y="749"/>
                  </a:lnTo>
                  <a:lnTo>
                    <a:pt x="1470" y="751"/>
                  </a:lnTo>
                  <a:lnTo>
                    <a:pt x="1467" y="753"/>
                  </a:lnTo>
                  <a:close/>
                  <a:moveTo>
                    <a:pt x="1761" y="487"/>
                  </a:moveTo>
                  <a:lnTo>
                    <a:pt x="1591" y="487"/>
                  </a:lnTo>
                  <a:lnTo>
                    <a:pt x="1591" y="509"/>
                  </a:lnTo>
                  <a:lnTo>
                    <a:pt x="1591" y="539"/>
                  </a:lnTo>
                  <a:lnTo>
                    <a:pt x="1592" y="553"/>
                  </a:lnTo>
                  <a:lnTo>
                    <a:pt x="1593" y="565"/>
                  </a:lnTo>
                  <a:lnTo>
                    <a:pt x="1594" y="579"/>
                  </a:lnTo>
                  <a:lnTo>
                    <a:pt x="1595" y="591"/>
                  </a:lnTo>
                  <a:lnTo>
                    <a:pt x="1598" y="613"/>
                  </a:lnTo>
                  <a:lnTo>
                    <a:pt x="1602" y="631"/>
                  </a:lnTo>
                  <a:lnTo>
                    <a:pt x="1606" y="647"/>
                  </a:lnTo>
                  <a:lnTo>
                    <a:pt x="1612" y="663"/>
                  </a:lnTo>
                  <a:lnTo>
                    <a:pt x="1614" y="669"/>
                  </a:lnTo>
                  <a:lnTo>
                    <a:pt x="1617" y="675"/>
                  </a:lnTo>
                  <a:lnTo>
                    <a:pt x="1621" y="681"/>
                  </a:lnTo>
                  <a:lnTo>
                    <a:pt x="1624" y="685"/>
                  </a:lnTo>
                  <a:lnTo>
                    <a:pt x="1631" y="693"/>
                  </a:lnTo>
                  <a:lnTo>
                    <a:pt x="1638" y="701"/>
                  </a:lnTo>
                  <a:lnTo>
                    <a:pt x="1646" y="705"/>
                  </a:lnTo>
                  <a:lnTo>
                    <a:pt x="1655" y="709"/>
                  </a:lnTo>
                  <a:lnTo>
                    <a:pt x="1664" y="713"/>
                  </a:lnTo>
                  <a:lnTo>
                    <a:pt x="1673" y="713"/>
                  </a:lnTo>
                  <a:lnTo>
                    <a:pt x="1682" y="713"/>
                  </a:lnTo>
                  <a:lnTo>
                    <a:pt x="1699" y="713"/>
                  </a:lnTo>
                  <a:lnTo>
                    <a:pt x="1718" y="709"/>
                  </a:lnTo>
                  <a:lnTo>
                    <a:pt x="1737" y="703"/>
                  </a:lnTo>
                  <a:lnTo>
                    <a:pt x="1756" y="697"/>
                  </a:lnTo>
                  <a:lnTo>
                    <a:pt x="1758" y="697"/>
                  </a:lnTo>
                  <a:lnTo>
                    <a:pt x="1760" y="697"/>
                  </a:lnTo>
                  <a:lnTo>
                    <a:pt x="1764" y="697"/>
                  </a:lnTo>
                  <a:lnTo>
                    <a:pt x="1765" y="699"/>
                  </a:lnTo>
                  <a:lnTo>
                    <a:pt x="1766" y="703"/>
                  </a:lnTo>
                  <a:lnTo>
                    <a:pt x="1767" y="705"/>
                  </a:lnTo>
                  <a:lnTo>
                    <a:pt x="1767" y="709"/>
                  </a:lnTo>
                  <a:lnTo>
                    <a:pt x="1767" y="721"/>
                  </a:lnTo>
                  <a:lnTo>
                    <a:pt x="1766" y="725"/>
                  </a:lnTo>
                  <a:lnTo>
                    <a:pt x="1765" y="729"/>
                  </a:lnTo>
                  <a:lnTo>
                    <a:pt x="1764" y="731"/>
                  </a:lnTo>
                  <a:lnTo>
                    <a:pt x="1762" y="733"/>
                  </a:lnTo>
                  <a:lnTo>
                    <a:pt x="1757" y="737"/>
                  </a:lnTo>
                  <a:lnTo>
                    <a:pt x="1739" y="743"/>
                  </a:lnTo>
                  <a:lnTo>
                    <a:pt x="1719" y="749"/>
                  </a:lnTo>
                  <a:lnTo>
                    <a:pt x="1700" y="751"/>
                  </a:lnTo>
                  <a:lnTo>
                    <a:pt x="1682" y="753"/>
                  </a:lnTo>
                  <a:lnTo>
                    <a:pt x="1670" y="753"/>
                  </a:lnTo>
                  <a:lnTo>
                    <a:pt x="1659" y="751"/>
                  </a:lnTo>
                  <a:lnTo>
                    <a:pt x="1648" y="747"/>
                  </a:lnTo>
                  <a:lnTo>
                    <a:pt x="1638" y="741"/>
                  </a:lnTo>
                  <a:lnTo>
                    <a:pt x="1628" y="735"/>
                  </a:lnTo>
                  <a:lnTo>
                    <a:pt x="1623" y="731"/>
                  </a:lnTo>
                  <a:lnTo>
                    <a:pt x="1619" y="727"/>
                  </a:lnTo>
                  <a:lnTo>
                    <a:pt x="1610" y="715"/>
                  </a:lnTo>
                  <a:lnTo>
                    <a:pt x="1602" y="703"/>
                  </a:lnTo>
                  <a:lnTo>
                    <a:pt x="1598" y="695"/>
                  </a:lnTo>
                  <a:lnTo>
                    <a:pt x="1595" y="687"/>
                  </a:lnTo>
                  <a:lnTo>
                    <a:pt x="1588" y="669"/>
                  </a:lnTo>
                  <a:lnTo>
                    <a:pt x="1582" y="649"/>
                  </a:lnTo>
                  <a:lnTo>
                    <a:pt x="1578" y="627"/>
                  </a:lnTo>
                  <a:lnTo>
                    <a:pt x="1575" y="615"/>
                  </a:lnTo>
                  <a:lnTo>
                    <a:pt x="1574" y="601"/>
                  </a:lnTo>
                  <a:lnTo>
                    <a:pt x="1571" y="573"/>
                  </a:lnTo>
                  <a:lnTo>
                    <a:pt x="1569" y="543"/>
                  </a:lnTo>
                  <a:lnTo>
                    <a:pt x="1569" y="527"/>
                  </a:lnTo>
                  <a:lnTo>
                    <a:pt x="1569" y="509"/>
                  </a:lnTo>
                  <a:lnTo>
                    <a:pt x="1569" y="443"/>
                  </a:lnTo>
                  <a:lnTo>
                    <a:pt x="1569" y="417"/>
                  </a:lnTo>
                  <a:lnTo>
                    <a:pt x="1570" y="391"/>
                  </a:lnTo>
                  <a:lnTo>
                    <a:pt x="1572" y="369"/>
                  </a:lnTo>
                  <a:lnTo>
                    <a:pt x="1575" y="345"/>
                  </a:lnTo>
                  <a:lnTo>
                    <a:pt x="1577" y="335"/>
                  </a:lnTo>
                  <a:lnTo>
                    <a:pt x="1579" y="325"/>
                  </a:lnTo>
                  <a:lnTo>
                    <a:pt x="1581" y="315"/>
                  </a:lnTo>
                  <a:lnTo>
                    <a:pt x="1583" y="305"/>
                  </a:lnTo>
                  <a:lnTo>
                    <a:pt x="1586" y="296"/>
                  </a:lnTo>
                  <a:lnTo>
                    <a:pt x="1589" y="288"/>
                  </a:lnTo>
                  <a:lnTo>
                    <a:pt x="1595" y="270"/>
                  </a:lnTo>
                  <a:lnTo>
                    <a:pt x="1601" y="256"/>
                  </a:lnTo>
                  <a:lnTo>
                    <a:pt x="1609" y="242"/>
                  </a:lnTo>
                  <a:lnTo>
                    <a:pt x="1617" y="230"/>
                  </a:lnTo>
                  <a:lnTo>
                    <a:pt x="1626" y="220"/>
                  </a:lnTo>
                  <a:lnTo>
                    <a:pt x="1636" y="212"/>
                  </a:lnTo>
                  <a:lnTo>
                    <a:pt x="1647" y="208"/>
                  </a:lnTo>
                  <a:lnTo>
                    <a:pt x="1658" y="204"/>
                  </a:lnTo>
                  <a:lnTo>
                    <a:pt x="1664" y="202"/>
                  </a:lnTo>
                  <a:lnTo>
                    <a:pt x="1670" y="202"/>
                  </a:lnTo>
                  <a:lnTo>
                    <a:pt x="1683" y="204"/>
                  </a:lnTo>
                  <a:lnTo>
                    <a:pt x="1689" y="204"/>
                  </a:lnTo>
                  <a:lnTo>
                    <a:pt x="1695" y="206"/>
                  </a:lnTo>
                  <a:lnTo>
                    <a:pt x="1705" y="212"/>
                  </a:lnTo>
                  <a:lnTo>
                    <a:pt x="1710" y="216"/>
                  </a:lnTo>
                  <a:lnTo>
                    <a:pt x="1715" y="220"/>
                  </a:lnTo>
                  <a:lnTo>
                    <a:pt x="1724" y="230"/>
                  </a:lnTo>
                  <a:lnTo>
                    <a:pt x="1733" y="240"/>
                  </a:lnTo>
                  <a:lnTo>
                    <a:pt x="1740" y="254"/>
                  </a:lnTo>
                  <a:lnTo>
                    <a:pt x="1743" y="260"/>
                  </a:lnTo>
                  <a:lnTo>
                    <a:pt x="1746" y="268"/>
                  </a:lnTo>
                  <a:lnTo>
                    <a:pt x="1752" y="286"/>
                  </a:lnTo>
                  <a:lnTo>
                    <a:pt x="1757" y="303"/>
                  </a:lnTo>
                  <a:lnTo>
                    <a:pt x="1761" y="323"/>
                  </a:lnTo>
                  <a:lnTo>
                    <a:pt x="1765" y="343"/>
                  </a:lnTo>
                  <a:lnTo>
                    <a:pt x="1767" y="365"/>
                  </a:lnTo>
                  <a:lnTo>
                    <a:pt x="1769" y="389"/>
                  </a:lnTo>
                  <a:lnTo>
                    <a:pt x="1770" y="415"/>
                  </a:lnTo>
                  <a:lnTo>
                    <a:pt x="1770" y="441"/>
                  </a:lnTo>
                  <a:lnTo>
                    <a:pt x="1770" y="469"/>
                  </a:lnTo>
                  <a:lnTo>
                    <a:pt x="1770" y="473"/>
                  </a:lnTo>
                  <a:lnTo>
                    <a:pt x="1770" y="475"/>
                  </a:lnTo>
                  <a:lnTo>
                    <a:pt x="1768" y="483"/>
                  </a:lnTo>
                  <a:lnTo>
                    <a:pt x="1765" y="487"/>
                  </a:lnTo>
                  <a:lnTo>
                    <a:pt x="1761" y="487"/>
                  </a:lnTo>
                  <a:close/>
                  <a:moveTo>
                    <a:pt x="1748" y="441"/>
                  </a:moveTo>
                  <a:lnTo>
                    <a:pt x="1748" y="417"/>
                  </a:lnTo>
                  <a:lnTo>
                    <a:pt x="1747" y="397"/>
                  </a:lnTo>
                  <a:lnTo>
                    <a:pt x="1746" y="375"/>
                  </a:lnTo>
                  <a:lnTo>
                    <a:pt x="1744" y="357"/>
                  </a:lnTo>
                  <a:lnTo>
                    <a:pt x="1742" y="339"/>
                  </a:lnTo>
                  <a:lnTo>
                    <a:pt x="1739" y="321"/>
                  </a:lnTo>
                  <a:lnTo>
                    <a:pt x="1737" y="315"/>
                  </a:lnTo>
                  <a:lnTo>
                    <a:pt x="1735" y="307"/>
                  </a:lnTo>
                  <a:lnTo>
                    <a:pt x="1731" y="294"/>
                  </a:lnTo>
                  <a:lnTo>
                    <a:pt x="1728" y="288"/>
                  </a:lnTo>
                  <a:lnTo>
                    <a:pt x="1726" y="282"/>
                  </a:lnTo>
                  <a:lnTo>
                    <a:pt x="1723" y="276"/>
                  </a:lnTo>
                  <a:lnTo>
                    <a:pt x="1720" y="272"/>
                  </a:lnTo>
                  <a:lnTo>
                    <a:pt x="1717" y="266"/>
                  </a:lnTo>
                  <a:lnTo>
                    <a:pt x="1714" y="262"/>
                  </a:lnTo>
                  <a:lnTo>
                    <a:pt x="1706" y="256"/>
                  </a:lnTo>
                  <a:lnTo>
                    <a:pt x="1699" y="250"/>
                  </a:lnTo>
                  <a:lnTo>
                    <a:pt x="1690" y="246"/>
                  </a:lnTo>
                  <a:lnTo>
                    <a:pt x="1681" y="242"/>
                  </a:lnTo>
                  <a:lnTo>
                    <a:pt x="1670" y="242"/>
                  </a:lnTo>
                  <a:lnTo>
                    <a:pt x="1660" y="242"/>
                  </a:lnTo>
                  <a:lnTo>
                    <a:pt x="1655" y="244"/>
                  </a:lnTo>
                  <a:lnTo>
                    <a:pt x="1651" y="246"/>
                  </a:lnTo>
                  <a:lnTo>
                    <a:pt x="1642" y="250"/>
                  </a:lnTo>
                  <a:lnTo>
                    <a:pt x="1634" y="256"/>
                  </a:lnTo>
                  <a:lnTo>
                    <a:pt x="1627" y="264"/>
                  </a:lnTo>
                  <a:lnTo>
                    <a:pt x="1621" y="274"/>
                  </a:lnTo>
                  <a:lnTo>
                    <a:pt x="1615" y="284"/>
                  </a:lnTo>
                  <a:lnTo>
                    <a:pt x="1610" y="298"/>
                  </a:lnTo>
                  <a:lnTo>
                    <a:pt x="1605" y="311"/>
                  </a:lnTo>
                  <a:lnTo>
                    <a:pt x="1603" y="317"/>
                  </a:lnTo>
                  <a:lnTo>
                    <a:pt x="1601" y="325"/>
                  </a:lnTo>
                  <a:lnTo>
                    <a:pt x="1598" y="343"/>
                  </a:lnTo>
                  <a:lnTo>
                    <a:pt x="1595" y="361"/>
                  </a:lnTo>
                  <a:lnTo>
                    <a:pt x="1593" y="379"/>
                  </a:lnTo>
                  <a:lnTo>
                    <a:pt x="1592" y="399"/>
                  </a:lnTo>
                  <a:lnTo>
                    <a:pt x="1591" y="421"/>
                  </a:lnTo>
                  <a:lnTo>
                    <a:pt x="1591" y="443"/>
                  </a:lnTo>
                  <a:lnTo>
                    <a:pt x="1748" y="447"/>
                  </a:lnTo>
                  <a:lnTo>
                    <a:pt x="1748" y="441"/>
                  </a:lnTo>
                  <a:close/>
                  <a:moveTo>
                    <a:pt x="2024" y="747"/>
                  </a:moveTo>
                  <a:lnTo>
                    <a:pt x="2021" y="747"/>
                  </a:lnTo>
                  <a:lnTo>
                    <a:pt x="2019" y="745"/>
                  </a:lnTo>
                  <a:lnTo>
                    <a:pt x="2017" y="743"/>
                  </a:lnTo>
                  <a:lnTo>
                    <a:pt x="2015" y="741"/>
                  </a:lnTo>
                  <a:lnTo>
                    <a:pt x="2013" y="739"/>
                  </a:lnTo>
                  <a:lnTo>
                    <a:pt x="2012" y="735"/>
                  </a:lnTo>
                  <a:lnTo>
                    <a:pt x="2012" y="731"/>
                  </a:lnTo>
                  <a:lnTo>
                    <a:pt x="2012" y="727"/>
                  </a:lnTo>
                  <a:lnTo>
                    <a:pt x="2012" y="701"/>
                  </a:lnTo>
                  <a:lnTo>
                    <a:pt x="2002" y="711"/>
                  </a:lnTo>
                  <a:lnTo>
                    <a:pt x="1992" y="721"/>
                  </a:lnTo>
                  <a:lnTo>
                    <a:pt x="1982" y="731"/>
                  </a:lnTo>
                  <a:lnTo>
                    <a:pt x="1977" y="735"/>
                  </a:lnTo>
                  <a:lnTo>
                    <a:pt x="1971" y="737"/>
                  </a:lnTo>
                  <a:lnTo>
                    <a:pt x="1960" y="745"/>
                  </a:lnTo>
                  <a:lnTo>
                    <a:pt x="1949" y="749"/>
                  </a:lnTo>
                  <a:lnTo>
                    <a:pt x="1943" y="751"/>
                  </a:lnTo>
                  <a:lnTo>
                    <a:pt x="1938" y="753"/>
                  </a:lnTo>
                  <a:lnTo>
                    <a:pt x="1926" y="753"/>
                  </a:lnTo>
                  <a:lnTo>
                    <a:pt x="1919" y="753"/>
                  </a:lnTo>
                  <a:lnTo>
                    <a:pt x="1912" y="751"/>
                  </a:lnTo>
                  <a:lnTo>
                    <a:pt x="1905" y="749"/>
                  </a:lnTo>
                  <a:lnTo>
                    <a:pt x="1898" y="745"/>
                  </a:lnTo>
                  <a:lnTo>
                    <a:pt x="1891" y="741"/>
                  </a:lnTo>
                  <a:lnTo>
                    <a:pt x="1888" y="739"/>
                  </a:lnTo>
                  <a:lnTo>
                    <a:pt x="1885" y="735"/>
                  </a:lnTo>
                  <a:lnTo>
                    <a:pt x="1879" y="727"/>
                  </a:lnTo>
                  <a:lnTo>
                    <a:pt x="1873" y="719"/>
                  </a:lnTo>
                  <a:lnTo>
                    <a:pt x="1868" y="709"/>
                  </a:lnTo>
                  <a:lnTo>
                    <a:pt x="1863" y="697"/>
                  </a:lnTo>
                  <a:lnTo>
                    <a:pt x="1859" y="685"/>
                  </a:lnTo>
                  <a:lnTo>
                    <a:pt x="1856" y="669"/>
                  </a:lnTo>
                  <a:lnTo>
                    <a:pt x="1853" y="653"/>
                  </a:lnTo>
                  <a:lnTo>
                    <a:pt x="1851" y="635"/>
                  </a:lnTo>
                  <a:lnTo>
                    <a:pt x="1849" y="613"/>
                  </a:lnTo>
                  <a:lnTo>
                    <a:pt x="1849" y="591"/>
                  </a:lnTo>
                  <a:lnTo>
                    <a:pt x="1849" y="579"/>
                  </a:lnTo>
                  <a:lnTo>
                    <a:pt x="1849" y="559"/>
                  </a:lnTo>
                  <a:lnTo>
                    <a:pt x="1851" y="541"/>
                  </a:lnTo>
                  <a:lnTo>
                    <a:pt x="1853" y="525"/>
                  </a:lnTo>
                  <a:lnTo>
                    <a:pt x="1854" y="517"/>
                  </a:lnTo>
                  <a:lnTo>
                    <a:pt x="1855" y="511"/>
                  </a:lnTo>
                  <a:lnTo>
                    <a:pt x="1859" y="497"/>
                  </a:lnTo>
                  <a:lnTo>
                    <a:pt x="1864" y="483"/>
                  </a:lnTo>
                  <a:lnTo>
                    <a:pt x="1870" y="471"/>
                  </a:lnTo>
                  <a:lnTo>
                    <a:pt x="1877" y="461"/>
                  </a:lnTo>
                  <a:lnTo>
                    <a:pt x="1885" y="453"/>
                  </a:lnTo>
                  <a:lnTo>
                    <a:pt x="1894" y="445"/>
                  </a:lnTo>
                  <a:lnTo>
                    <a:pt x="1904" y="439"/>
                  </a:lnTo>
                  <a:lnTo>
                    <a:pt x="1915" y="433"/>
                  </a:lnTo>
                  <a:lnTo>
                    <a:pt x="1928" y="429"/>
                  </a:lnTo>
                  <a:lnTo>
                    <a:pt x="1942" y="425"/>
                  </a:lnTo>
                  <a:lnTo>
                    <a:pt x="1957" y="423"/>
                  </a:lnTo>
                  <a:lnTo>
                    <a:pt x="1973" y="423"/>
                  </a:lnTo>
                  <a:lnTo>
                    <a:pt x="2012" y="423"/>
                  </a:lnTo>
                  <a:lnTo>
                    <a:pt x="2012" y="387"/>
                  </a:lnTo>
                  <a:lnTo>
                    <a:pt x="2012" y="367"/>
                  </a:lnTo>
                  <a:lnTo>
                    <a:pt x="2011" y="351"/>
                  </a:lnTo>
                  <a:lnTo>
                    <a:pt x="2010" y="335"/>
                  </a:lnTo>
                  <a:lnTo>
                    <a:pt x="2010" y="327"/>
                  </a:lnTo>
                  <a:lnTo>
                    <a:pt x="2009" y="319"/>
                  </a:lnTo>
                  <a:lnTo>
                    <a:pt x="2007" y="307"/>
                  </a:lnTo>
                  <a:lnTo>
                    <a:pt x="2005" y="296"/>
                  </a:lnTo>
                  <a:lnTo>
                    <a:pt x="2002" y="284"/>
                  </a:lnTo>
                  <a:lnTo>
                    <a:pt x="1999" y="276"/>
                  </a:lnTo>
                  <a:lnTo>
                    <a:pt x="1995" y="268"/>
                  </a:lnTo>
                  <a:lnTo>
                    <a:pt x="1990" y="260"/>
                  </a:lnTo>
                  <a:lnTo>
                    <a:pt x="1985" y="254"/>
                  </a:lnTo>
                  <a:lnTo>
                    <a:pt x="1979" y="250"/>
                  </a:lnTo>
                  <a:lnTo>
                    <a:pt x="1973" y="246"/>
                  </a:lnTo>
                  <a:lnTo>
                    <a:pt x="1965" y="244"/>
                  </a:lnTo>
                  <a:lnTo>
                    <a:pt x="1957" y="242"/>
                  </a:lnTo>
                  <a:lnTo>
                    <a:pt x="1949" y="242"/>
                  </a:lnTo>
                  <a:lnTo>
                    <a:pt x="1927" y="242"/>
                  </a:lnTo>
                  <a:lnTo>
                    <a:pt x="1909" y="244"/>
                  </a:lnTo>
                  <a:lnTo>
                    <a:pt x="1894" y="248"/>
                  </a:lnTo>
                  <a:lnTo>
                    <a:pt x="1877" y="250"/>
                  </a:lnTo>
                  <a:lnTo>
                    <a:pt x="1873" y="250"/>
                  </a:lnTo>
                  <a:lnTo>
                    <a:pt x="1869" y="250"/>
                  </a:lnTo>
                  <a:lnTo>
                    <a:pt x="1868" y="248"/>
                  </a:lnTo>
                  <a:lnTo>
                    <a:pt x="1867" y="246"/>
                  </a:lnTo>
                  <a:lnTo>
                    <a:pt x="1867" y="244"/>
                  </a:lnTo>
                  <a:lnTo>
                    <a:pt x="1866" y="240"/>
                  </a:lnTo>
                  <a:lnTo>
                    <a:pt x="1866" y="236"/>
                  </a:lnTo>
                  <a:lnTo>
                    <a:pt x="1866" y="230"/>
                  </a:lnTo>
                  <a:lnTo>
                    <a:pt x="1866" y="224"/>
                  </a:lnTo>
                  <a:lnTo>
                    <a:pt x="1867" y="220"/>
                  </a:lnTo>
                  <a:lnTo>
                    <a:pt x="1869" y="218"/>
                  </a:lnTo>
                  <a:lnTo>
                    <a:pt x="1870" y="216"/>
                  </a:lnTo>
                  <a:lnTo>
                    <a:pt x="1872" y="214"/>
                  </a:lnTo>
                  <a:lnTo>
                    <a:pt x="1877" y="212"/>
                  </a:lnTo>
                  <a:lnTo>
                    <a:pt x="1893" y="208"/>
                  </a:lnTo>
                  <a:lnTo>
                    <a:pt x="1908" y="206"/>
                  </a:lnTo>
                  <a:lnTo>
                    <a:pt x="1926" y="204"/>
                  </a:lnTo>
                  <a:lnTo>
                    <a:pt x="1949" y="202"/>
                  </a:lnTo>
                  <a:lnTo>
                    <a:pt x="1961" y="204"/>
                  </a:lnTo>
                  <a:lnTo>
                    <a:pt x="1972" y="206"/>
                  </a:lnTo>
                  <a:lnTo>
                    <a:pt x="1977" y="208"/>
                  </a:lnTo>
                  <a:lnTo>
                    <a:pt x="1982" y="210"/>
                  </a:lnTo>
                  <a:lnTo>
                    <a:pt x="1986" y="212"/>
                  </a:lnTo>
                  <a:lnTo>
                    <a:pt x="1991" y="216"/>
                  </a:lnTo>
                  <a:lnTo>
                    <a:pt x="1995" y="220"/>
                  </a:lnTo>
                  <a:lnTo>
                    <a:pt x="1999" y="224"/>
                  </a:lnTo>
                  <a:lnTo>
                    <a:pt x="2002" y="228"/>
                  </a:lnTo>
                  <a:lnTo>
                    <a:pt x="2006" y="232"/>
                  </a:lnTo>
                  <a:lnTo>
                    <a:pt x="2009" y="238"/>
                  </a:lnTo>
                  <a:lnTo>
                    <a:pt x="2012" y="242"/>
                  </a:lnTo>
                  <a:lnTo>
                    <a:pt x="2014" y="248"/>
                  </a:lnTo>
                  <a:lnTo>
                    <a:pt x="2017" y="254"/>
                  </a:lnTo>
                  <a:lnTo>
                    <a:pt x="2021" y="268"/>
                  </a:lnTo>
                  <a:lnTo>
                    <a:pt x="2025" y="282"/>
                  </a:lnTo>
                  <a:lnTo>
                    <a:pt x="2028" y="296"/>
                  </a:lnTo>
                  <a:lnTo>
                    <a:pt x="2029" y="303"/>
                  </a:lnTo>
                  <a:lnTo>
                    <a:pt x="2030" y="311"/>
                  </a:lnTo>
                  <a:lnTo>
                    <a:pt x="2032" y="329"/>
                  </a:lnTo>
                  <a:lnTo>
                    <a:pt x="2033" y="347"/>
                  </a:lnTo>
                  <a:lnTo>
                    <a:pt x="2034" y="367"/>
                  </a:lnTo>
                  <a:lnTo>
                    <a:pt x="2034" y="387"/>
                  </a:lnTo>
                  <a:lnTo>
                    <a:pt x="2034" y="727"/>
                  </a:lnTo>
                  <a:lnTo>
                    <a:pt x="2034" y="731"/>
                  </a:lnTo>
                  <a:lnTo>
                    <a:pt x="2033" y="735"/>
                  </a:lnTo>
                  <a:lnTo>
                    <a:pt x="2032" y="739"/>
                  </a:lnTo>
                  <a:lnTo>
                    <a:pt x="2031" y="741"/>
                  </a:lnTo>
                  <a:lnTo>
                    <a:pt x="2030" y="743"/>
                  </a:lnTo>
                  <a:lnTo>
                    <a:pt x="2028" y="745"/>
                  </a:lnTo>
                  <a:lnTo>
                    <a:pt x="2024" y="747"/>
                  </a:lnTo>
                  <a:close/>
                  <a:moveTo>
                    <a:pt x="2012" y="463"/>
                  </a:moveTo>
                  <a:lnTo>
                    <a:pt x="1973" y="463"/>
                  </a:lnTo>
                  <a:lnTo>
                    <a:pt x="1960" y="463"/>
                  </a:lnTo>
                  <a:lnTo>
                    <a:pt x="1947" y="463"/>
                  </a:lnTo>
                  <a:lnTo>
                    <a:pt x="1936" y="465"/>
                  </a:lnTo>
                  <a:lnTo>
                    <a:pt x="1925" y="469"/>
                  </a:lnTo>
                  <a:lnTo>
                    <a:pt x="1916" y="471"/>
                  </a:lnTo>
                  <a:lnTo>
                    <a:pt x="1908" y="477"/>
                  </a:lnTo>
                  <a:lnTo>
                    <a:pt x="1900" y="481"/>
                  </a:lnTo>
                  <a:lnTo>
                    <a:pt x="1894" y="489"/>
                  </a:lnTo>
                  <a:lnTo>
                    <a:pt x="1888" y="495"/>
                  </a:lnTo>
                  <a:lnTo>
                    <a:pt x="1883" y="503"/>
                  </a:lnTo>
                  <a:lnTo>
                    <a:pt x="1879" y="513"/>
                  </a:lnTo>
                  <a:lnTo>
                    <a:pt x="1876" y="523"/>
                  </a:lnTo>
                  <a:lnTo>
                    <a:pt x="1875" y="529"/>
                  </a:lnTo>
                  <a:lnTo>
                    <a:pt x="1874" y="535"/>
                  </a:lnTo>
                  <a:lnTo>
                    <a:pt x="1872" y="549"/>
                  </a:lnTo>
                  <a:lnTo>
                    <a:pt x="1871" y="563"/>
                  </a:lnTo>
                  <a:lnTo>
                    <a:pt x="1871" y="579"/>
                  </a:lnTo>
                  <a:lnTo>
                    <a:pt x="1871" y="591"/>
                  </a:lnTo>
                  <a:lnTo>
                    <a:pt x="1871" y="607"/>
                  </a:lnTo>
                  <a:lnTo>
                    <a:pt x="1872" y="623"/>
                  </a:lnTo>
                  <a:lnTo>
                    <a:pt x="1874" y="637"/>
                  </a:lnTo>
                  <a:lnTo>
                    <a:pt x="1875" y="649"/>
                  </a:lnTo>
                  <a:lnTo>
                    <a:pt x="1878" y="661"/>
                  </a:lnTo>
                  <a:lnTo>
                    <a:pt x="1881" y="671"/>
                  </a:lnTo>
                  <a:lnTo>
                    <a:pt x="1884" y="679"/>
                  </a:lnTo>
                  <a:lnTo>
                    <a:pt x="1885" y="683"/>
                  </a:lnTo>
                  <a:lnTo>
                    <a:pt x="1887" y="687"/>
                  </a:lnTo>
                  <a:lnTo>
                    <a:pt x="1891" y="695"/>
                  </a:lnTo>
                  <a:lnTo>
                    <a:pt x="1895" y="699"/>
                  </a:lnTo>
                  <a:lnTo>
                    <a:pt x="1900" y="705"/>
                  </a:lnTo>
                  <a:lnTo>
                    <a:pt x="1905" y="707"/>
                  </a:lnTo>
                  <a:lnTo>
                    <a:pt x="1910" y="711"/>
                  </a:lnTo>
                  <a:lnTo>
                    <a:pt x="1915" y="713"/>
                  </a:lnTo>
                  <a:lnTo>
                    <a:pt x="1926" y="713"/>
                  </a:lnTo>
                  <a:lnTo>
                    <a:pt x="1936" y="713"/>
                  </a:lnTo>
                  <a:lnTo>
                    <a:pt x="1947" y="711"/>
                  </a:lnTo>
                  <a:lnTo>
                    <a:pt x="1952" y="709"/>
                  </a:lnTo>
                  <a:lnTo>
                    <a:pt x="1957" y="707"/>
                  </a:lnTo>
                  <a:lnTo>
                    <a:pt x="1967" y="701"/>
                  </a:lnTo>
                  <a:lnTo>
                    <a:pt x="1977" y="695"/>
                  </a:lnTo>
                  <a:lnTo>
                    <a:pt x="1988" y="685"/>
                  </a:lnTo>
                  <a:lnTo>
                    <a:pt x="2000" y="675"/>
                  </a:lnTo>
                  <a:lnTo>
                    <a:pt x="2012" y="663"/>
                  </a:lnTo>
                  <a:lnTo>
                    <a:pt x="2012" y="463"/>
                  </a:lnTo>
                  <a:close/>
                  <a:moveTo>
                    <a:pt x="2313" y="747"/>
                  </a:moveTo>
                  <a:lnTo>
                    <a:pt x="2310" y="747"/>
                  </a:lnTo>
                  <a:lnTo>
                    <a:pt x="2307" y="745"/>
                  </a:lnTo>
                  <a:lnTo>
                    <a:pt x="2303" y="741"/>
                  </a:lnTo>
                  <a:lnTo>
                    <a:pt x="2301" y="735"/>
                  </a:lnTo>
                  <a:lnTo>
                    <a:pt x="2300" y="729"/>
                  </a:lnTo>
                  <a:lnTo>
                    <a:pt x="2300" y="393"/>
                  </a:lnTo>
                  <a:lnTo>
                    <a:pt x="2300" y="373"/>
                  </a:lnTo>
                  <a:lnTo>
                    <a:pt x="2299" y="355"/>
                  </a:lnTo>
                  <a:lnTo>
                    <a:pt x="2297" y="337"/>
                  </a:lnTo>
                  <a:lnTo>
                    <a:pt x="2295" y="321"/>
                  </a:lnTo>
                  <a:lnTo>
                    <a:pt x="2292" y="307"/>
                  </a:lnTo>
                  <a:lnTo>
                    <a:pt x="2288" y="296"/>
                  </a:lnTo>
                  <a:lnTo>
                    <a:pt x="2285" y="284"/>
                  </a:lnTo>
                  <a:lnTo>
                    <a:pt x="2280" y="276"/>
                  </a:lnTo>
                  <a:lnTo>
                    <a:pt x="2275" y="266"/>
                  </a:lnTo>
                  <a:lnTo>
                    <a:pt x="2270" y="260"/>
                  </a:lnTo>
                  <a:lnTo>
                    <a:pt x="2265" y="254"/>
                  </a:lnTo>
                  <a:lnTo>
                    <a:pt x="2259" y="250"/>
                  </a:lnTo>
                  <a:lnTo>
                    <a:pt x="2252" y="246"/>
                  </a:lnTo>
                  <a:lnTo>
                    <a:pt x="2246" y="244"/>
                  </a:lnTo>
                  <a:lnTo>
                    <a:pt x="2239" y="242"/>
                  </a:lnTo>
                  <a:lnTo>
                    <a:pt x="2232" y="242"/>
                  </a:lnTo>
                  <a:lnTo>
                    <a:pt x="2222" y="242"/>
                  </a:lnTo>
                  <a:lnTo>
                    <a:pt x="2212" y="244"/>
                  </a:lnTo>
                  <a:lnTo>
                    <a:pt x="2202" y="248"/>
                  </a:lnTo>
                  <a:lnTo>
                    <a:pt x="2192" y="254"/>
                  </a:lnTo>
                  <a:lnTo>
                    <a:pt x="2182" y="260"/>
                  </a:lnTo>
                  <a:lnTo>
                    <a:pt x="2172" y="266"/>
                  </a:lnTo>
                  <a:lnTo>
                    <a:pt x="2162" y="274"/>
                  </a:lnTo>
                  <a:lnTo>
                    <a:pt x="2152" y="284"/>
                  </a:lnTo>
                  <a:lnTo>
                    <a:pt x="2152" y="729"/>
                  </a:lnTo>
                  <a:lnTo>
                    <a:pt x="2152" y="731"/>
                  </a:lnTo>
                  <a:lnTo>
                    <a:pt x="2152" y="735"/>
                  </a:lnTo>
                  <a:lnTo>
                    <a:pt x="2150" y="741"/>
                  </a:lnTo>
                  <a:lnTo>
                    <a:pt x="2147" y="745"/>
                  </a:lnTo>
                  <a:lnTo>
                    <a:pt x="2142" y="747"/>
                  </a:lnTo>
                  <a:lnTo>
                    <a:pt x="2139" y="747"/>
                  </a:lnTo>
                  <a:lnTo>
                    <a:pt x="2137" y="745"/>
                  </a:lnTo>
                  <a:lnTo>
                    <a:pt x="2133" y="741"/>
                  </a:lnTo>
                  <a:lnTo>
                    <a:pt x="2130" y="735"/>
                  </a:lnTo>
                  <a:lnTo>
                    <a:pt x="2129" y="729"/>
                  </a:lnTo>
                  <a:lnTo>
                    <a:pt x="2129" y="228"/>
                  </a:lnTo>
                  <a:lnTo>
                    <a:pt x="2129" y="224"/>
                  </a:lnTo>
                  <a:lnTo>
                    <a:pt x="2130" y="220"/>
                  </a:lnTo>
                  <a:lnTo>
                    <a:pt x="2132" y="214"/>
                  </a:lnTo>
                  <a:lnTo>
                    <a:pt x="2133" y="210"/>
                  </a:lnTo>
                  <a:lnTo>
                    <a:pt x="2135" y="210"/>
                  </a:lnTo>
                  <a:lnTo>
                    <a:pt x="2136" y="208"/>
                  </a:lnTo>
                  <a:lnTo>
                    <a:pt x="2138" y="208"/>
                  </a:lnTo>
                  <a:lnTo>
                    <a:pt x="2142" y="208"/>
                  </a:lnTo>
                  <a:lnTo>
                    <a:pt x="2144" y="208"/>
                  </a:lnTo>
                  <a:lnTo>
                    <a:pt x="2147" y="210"/>
                  </a:lnTo>
                  <a:lnTo>
                    <a:pt x="2149" y="210"/>
                  </a:lnTo>
                  <a:lnTo>
                    <a:pt x="2150" y="214"/>
                  </a:lnTo>
                  <a:lnTo>
                    <a:pt x="2151" y="216"/>
                  </a:lnTo>
                  <a:lnTo>
                    <a:pt x="2152" y="220"/>
                  </a:lnTo>
                  <a:lnTo>
                    <a:pt x="2152" y="224"/>
                  </a:lnTo>
                  <a:lnTo>
                    <a:pt x="2152" y="228"/>
                  </a:lnTo>
                  <a:lnTo>
                    <a:pt x="2152" y="244"/>
                  </a:lnTo>
                  <a:lnTo>
                    <a:pt x="2162" y="234"/>
                  </a:lnTo>
                  <a:lnTo>
                    <a:pt x="2172" y="226"/>
                  </a:lnTo>
                  <a:lnTo>
                    <a:pt x="2183" y="220"/>
                  </a:lnTo>
                  <a:lnTo>
                    <a:pt x="2193" y="214"/>
                  </a:lnTo>
                  <a:lnTo>
                    <a:pt x="2203" y="208"/>
                  </a:lnTo>
                  <a:lnTo>
                    <a:pt x="2213" y="206"/>
                  </a:lnTo>
                  <a:lnTo>
                    <a:pt x="2224" y="204"/>
                  </a:lnTo>
                  <a:lnTo>
                    <a:pt x="2234" y="202"/>
                  </a:lnTo>
                  <a:lnTo>
                    <a:pt x="2242" y="204"/>
                  </a:lnTo>
                  <a:lnTo>
                    <a:pt x="2251" y="204"/>
                  </a:lnTo>
                  <a:lnTo>
                    <a:pt x="2260" y="208"/>
                  </a:lnTo>
                  <a:lnTo>
                    <a:pt x="2268" y="212"/>
                  </a:lnTo>
                  <a:lnTo>
                    <a:pt x="2275" y="218"/>
                  </a:lnTo>
                  <a:lnTo>
                    <a:pt x="2283" y="226"/>
                  </a:lnTo>
                  <a:lnTo>
                    <a:pt x="2290" y="236"/>
                  </a:lnTo>
                  <a:lnTo>
                    <a:pt x="2296" y="246"/>
                  </a:lnTo>
                  <a:lnTo>
                    <a:pt x="2302" y="258"/>
                  </a:lnTo>
                  <a:lnTo>
                    <a:pt x="2307" y="272"/>
                  </a:lnTo>
                  <a:lnTo>
                    <a:pt x="2311" y="288"/>
                  </a:lnTo>
                  <a:lnTo>
                    <a:pt x="2313" y="296"/>
                  </a:lnTo>
                  <a:lnTo>
                    <a:pt x="2315" y="305"/>
                  </a:lnTo>
                  <a:lnTo>
                    <a:pt x="2317" y="315"/>
                  </a:lnTo>
                  <a:lnTo>
                    <a:pt x="2318" y="325"/>
                  </a:lnTo>
                  <a:lnTo>
                    <a:pt x="2320" y="345"/>
                  </a:lnTo>
                  <a:lnTo>
                    <a:pt x="2322" y="369"/>
                  </a:lnTo>
                  <a:lnTo>
                    <a:pt x="2322" y="393"/>
                  </a:lnTo>
                  <a:lnTo>
                    <a:pt x="2322" y="729"/>
                  </a:lnTo>
                  <a:lnTo>
                    <a:pt x="2322" y="731"/>
                  </a:lnTo>
                  <a:lnTo>
                    <a:pt x="2321" y="735"/>
                  </a:lnTo>
                  <a:lnTo>
                    <a:pt x="2319" y="741"/>
                  </a:lnTo>
                  <a:lnTo>
                    <a:pt x="2318" y="743"/>
                  </a:lnTo>
                  <a:lnTo>
                    <a:pt x="2316" y="745"/>
                  </a:lnTo>
                  <a:lnTo>
                    <a:pt x="2313" y="747"/>
                  </a:lnTo>
                  <a:close/>
                  <a:moveTo>
                    <a:pt x="2678" y="751"/>
                  </a:moveTo>
                  <a:lnTo>
                    <a:pt x="2665" y="753"/>
                  </a:lnTo>
                  <a:lnTo>
                    <a:pt x="2652" y="753"/>
                  </a:lnTo>
                  <a:lnTo>
                    <a:pt x="2639" y="753"/>
                  </a:lnTo>
                  <a:lnTo>
                    <a:pt x="2628" y="749"/>
                  </a:lnTo>
                  <a:lnTo>
                    <a:pt x="2623" y="745"/>
                  </a:lnTo>
                  <a:lnTo>
                    <a:pt x="2618" y="741"/>
                  </a:lnTo>
                  <a:lnTo>
                    <a:pt x="2614" y="737"/>
                  </a:lnTo>
                  <a:lnTo>
                    <a:pt x="2610" y="731"/>
                  </a:lnTo>
                  <a:lnTo>
                    <a:pt x="2606" y="725"/>
                  </a:lnTo>
                  <a:lnTo>
                    <a:pt x="2603" y="717"/>
                  </a:lnTo>
                  <a:lnTo>
                    <a:pt x="2601" y="709"/>
                  </a:lnTo>
                  <a:lnTo>
                    <a:pt x="2599" y="699"/>
                  </a:lnTo>
                  <a:lnTo>
                    <a:pt x="2597" y="687"/>
                  </a:lnTo>
                  <a:lnTo>
                    <a:pt x="2596" y="675"/>
                  </a:lnTo>
                  <a:lnTo>
                    <a:pt x="2595" y="659"/>
                  </a:lnTo>
                  <a:lnTo>
                    <a:pt x="2595" y="645"/>
                  </a:lnTo>
                  <a:lnTo>
                    <a:pt x="2595" y="248"/>
                  </a:lnTo>
                  <a:lnTo>
                    <a:pt x="2545" y="248"/>
                  </a:lnTo>
                  <a:lnTo>
                    <a:pt x="2541" y="248"/>
                  </a:lnTo>
                  <a:lnTo>
                    <a:pt x="2540" y="246"/>
                  </a:lnTo>
                  <a:lnTo>
                    <a:pt x="2538" y="244"/>
                  </a:lnTo>
                  <a:lnTo>
                    <a:pt x="2536" y="240"/>
                  </a:lnTo>
                  <a:lnTo>
                    <a:pt x="2536" y="236"/>
                  </a:lnTo>
                  <a:lnTo>
                    <a:pt x="2535" y="232"/>
                  </a:lnTo>
                  <a:lnTo>
                    <a:pt x="2535" y="222"/>
                  </a:lnTo>
                  <a:lnTo>
                    <a:pt x="2536" y="220"/>
                  </a:lnTo>
                  <a:lnTo>
                    <a:pt x="2536" y="216"/>
                  </a:lnTo>
                  <a:lnTo>
                    <a:pt x="2537" y="214"/>
                  </a:lnTo>
                  <a:lnTo>
                    <a:pt x="2538" y="212"/>
                  </a:lnTo>
                  <a:lnTo>
                    <a:pt x="2540" y="210"/>
                  </a:lnTo>
                  <a:lnTo>
                    <a:pt x="2541" y="208"/>
                  </a:lnTo>
                  <a:lnTo>
                    <a:pt x="2545" y="208"/>
                  </a:lnTo>
                  <a:lnTo>
                    <a:pt x="2595" y="208"/>
                  </a:lnTo>
                  <a:lnTo>
                    <a:pt x="2595" y="104"/>
                  </a:lnTo>
                  <a:lnTo>
                    <a:pt x="2595" y="96"/>
                  </a:lnTo>
                  <a:lnTo>
                    <a:pt x="2596" y="94"/>
                  </a:lnTo>
                  <a:lnTo>
                    <a:pt x="2597" y="90"/>
                  </a:lnTo>
                  <a:lnTo>
                    <a:pt x="2598" y="88"/>
                  </a:lnTo>
                  <a:lnTo>
                    <a:pt x="2600" y="86"/>
                  </a:lnTo>
                  <a:lnTo>
                    <a:pt x="2602" y="86"/>
                  </a:lnTo>
                  <a:lnTo>
                    <a:pt x="2603" y="84"/>
                  </a:lnTo>
                  <a:lnTo>
                    <a:pt x="2609" y="84"/>
                  </a:lnTo>
                  <a:lnTo>
                    <a:pt x="2612" y="86"/>
                  </a:lnTo>
                  <a:lnTo>
                    <a:pt x="2615" y="90"/>
                  </a:lnTo>
                  <a:lnTo>
                    <a:pt x="2617" y="96"/>
                  </a:lnTo>
                  <a:lnTo>
                    <a:pt x="2617" y="104"/>
                  </a:lnTo>
                  <a:lnTo>
                    <a:pt x="2617" y="208"/>
                  </a:lnTo>
                  <a:lnTo>
                    <a:pt x="2677" y="208"/>
                  </a:lnTo>
                  <a:lnTo>
                    <a:pt x="2681" y="208"/>
                  </a:lnTo>
                  <a:lnTo>
                    <a:pt x="2682" y="210"/>
                  </a:lnTo>
                  <a:lnTo>
                    <a:pt x="2684" y="212"/>
                  </a:lnTo>
                  <a:lnTo>
                    <a:pt x="2686" y="216"/>
                  </a:lnTo>
                  <a:lnTo>
                    <a:pt x="2686" y="220"/>
                  </a:lnTo>
                  <a:lnTo>
                    <a:pt x="2687" y="222"/>
                  </a:lnTo>
                  <a:lnTo>
                    <a:pt x="2687" y="232"/>
                  </a:lnTo>
                  <a:lnTo>
                    <a:pt x="2686" y="236"/>
                  </a:lnTo>
                  <a:lnTo>
                    <a:pt x="2686" y="240"/>
                  </a:lnTo>
                  <a:lnTo>
                    <a:pt x="2684" y="244"/>
                  </a:lnTo>
                  <a:lnTo>
                    <a:pt x="2682" y="246"/>
                  </a:lnTo>
                  <a:lnTo>
                    <a:pt x="2681" y="248"/>
                  </a:lnTo>
                  <a:lnTo>
                    <a:pt x="2677" y="248"/>
                  </a:lnTo>
                  <a:lnTo>
                    <a:pt x="2617" y="248"/>
                  </a:lnTo>
                  <a:lnTo>
                    <a:pt x="2617" y="645"/>
                  </a:lnTo>
                  <a:lnTo>
                    <a:pt x="2618" y="665"/>
                  </a:lnTo>
                  <a:lnTo>
                    <a:pt x="2619" y="681"/>
                  </a:lnTo>
                  <a:lnTo>
                    <a:pt x="2622" y="693"/>
                  </a:lnTo>
                  <a:lnTo>
                    <a:pt x="2624" y="697"/>
                  </a:lnTo>
                  <a:lnTo>
                    <a:pt x="2626" y="701"/>
                  </a:lnTo>
                  <a:lnTo>
                    <a:pt x="2628" y="705"/>
                  </a:lnTo>
                  <a:lnTo>
                    <a:pt x="2631" y="707"/>
                  </a:lnTo>
                  <a:lnTo>
                    <a:pt x="2634" y="711"/>
                  </a:lnTo>
                  <a:lnTo>
                    <a:pt x="2637" y="711"/>
                  </a:lnTo>
                  <a:lnTo>
                    <a:pt x="2644" y="713"/>
                  </a:lnTo>
                  <a:lnTo>
                    <a:pt x="2652" y="713"/>
                  </a:lnTo>
                  <a:lnTo>
                    <a:pt x="2676" y="713"/>
                  </a:lnTo>
                  <a:lnTo>
                    <a:pt x="2681" y="715"/>
                  </a:lnTo>
                  <a:lnTo>
                    <a:pt x="2684" y="717"/>
                  </a:lnTo>
                  <a:lnTo>
                    <a:pt x="2685" y="719"/>
                  </a:lnTo>
                  <a:lnTo>
                    <a:pt x="2686" y="723"/>
                  </a:lnTo>
                  <a:lnTo>
                    <a:pt x="2686" y="725"/>
                  </a:lnTo>
                  <a:lnTo>
                    <a:pt x="2687" y="729"/>
                  </a:lnTo>
                  <a:lnTo>
                    <a:pt x="2686" y="737"/>
                  </a:lnTo>
                  <a:lnTo>
                    <a:pt x="2685" y="743"/>
                  </a:lnTo>
                  <a:lnTo>
                    <a:pt x="2684" y="747"/>
                  </a:lnTo>
                  <a:lnTo>
                    <a:pt x="2682" y="747"/>
                  </a:lnTo>
                  <a:lnTo>
                    <a:pt x="2678" y="751"/>
                  </a:lnTo>
                  <a:close/>
                  <a:moveTo>
                    <a:pt x="2945" y="753"/>
                  </a:moveTo>
                  <a:lnTo>
                    <a:pt x="2940" y="753"/>
                  </a:lnTo>
                  <a:lnTo>
                    <a:pt x="2937" y="751"/>
                  </a:lnTo>
                  <a:lnTo>
                    <a:pt x="2934" y="747"/>
                  </a:lnTo>
                  <a:lnTo>
                    <a:pt x="2933" y="741"/>
                  </a:lnTo>
                  <a:lnTo>
                    <a:pt x="2932" y="735"/>
                  </a:lnTo>
                  <a:lnTo>
                    <a:pt x="2932" y="395"/>
                  </a:lnTo>
                  <a:lnTo>
                    <a:pt x="2932" y="377"/>
                  </a:lnTo>
                  <a:lnTo>
                    <a:pt x="2931" y="359"/>
                  </a:lnTo>
                  <a:lnTo>
                    <a:pt x="2930" y="343"/>
                  </a:lnTo>
                  <a:lnTo>
                    <a:pt x="2928" y="329"/>
                  </a:lnTo>
                  <a:lnTo>
                    <a:pt x="2926" y="315"/>
                  </a:lnTo>
                  <a:lnTo>
                    <a:pt x="2923" y="303"/>
                  </a:lnTo>
                  <a:lnTo>
                    <a:pt x="2919" y="292"/>
                  </a:lnTo>
                  <a:lnTo>
                    <a:pt x="2915" y="282"/>
                  </a:lnTo>
                  <a:lnTo>
                    <a:pt x="2913" y="276"/>
                  </a:lnTo>
                  <a:lnTo>
                    <a:pt x="2910" y="272"/>
                  </a:lnTo>
                  <a:lnTo>
                    <a:pt x="2905" y="264"/>
                  </a:lnTo>
                  <a:lnTo>
                    <a:pt x="2899" y="258"/>
                  </a:lnTo>
                  <a:lnTo>
                    <a:pt x="2892" y="252"/>
                  </a:lnTo>
                  <a:lnTo>
                    <a:pt x="2885" y="248"/>
                  </a:lnTo>
                  <a:lnTo>
                    <a:pt x="2881" y="246"/>
                  </a:lnTo>
                  <a:lnTo>
                    <a:pt x="2876" y="244"/>
                  </a:lnTo>
                  <a:lnTo>
                    <a:pt x="2867" y="242"/>
                  </a:lnTo>
                  <a:lnTo>
                    <a:pt x="2858" y="242"/>
                  </a:lnTo>
                  <a:lnTo>
                    <a:pt x="2841" y="244"/>
                  </a:lnTo>
                  <a:lnTo>
                    <a:pt x="2823" y="246"/>
                  </a:lnTo>
                  <a:lnTo>
                    <a:pt x="2804" y="252"/>
                  </a:lnTo>
                  <a:lnTo>
                    <a:pt x="2796" y="256"/>
                  </a:lnTo>
                  <a:lnTo>
                    <a:pt x="2789" y="260"/>
                  </a:lnTo>
                  <a:lnTo>
                    <a:pt x="2789" y="735"/>
                  </a:lnTo>
                  <a:lnTo>
                    <a:pt x="2789" y="737"/>
                  </a:lnTo>
                  <a:lnTo>
                    <a:pt x="2788" y="741"/>
                  </a:lnTo>
                  <a:lnTo>
                    <a:pt x="2786" y="747"/>
                  </a:lnTo>
                  <a:lnTo>
                    <a:pt x="2785" y="749"/>
                  </a:lnTo>
                  <a:lnTo>
                    <a:pt x="2784" y="751"/>
                  </a:lnTo>
                  <a:lnTo>
                    <a:pt x="2780" y="753"/>
                  </a:lnTo>
                  <a:lnTo>
                    <a:pt x="2775" y="753"/>
                  </a:lnTo>
                  <a:lnTo>
                    <a:pt x="2772" y="751"/>
                  </a:lnTo>
                  <a:lnTo>
                    <a:pt x="2769" y="747"/>
                  </a:lnTo>
                  <a:lnTo>
                    <a:pt x="2767" y="741"/>
                  </a:lnTo>
                  <a:lnTo>
                    <a:pt x="2767" y="735"/>
                  </a:lnTo>
                  <a:lnTo>
                    <a:pt x="2767" y="20"/>
                  </a:lnTo>
                  <a:lnTo>
                    <a:pt x="2767" y="16"/>
                  </a:lnTo>
                  <a:lnTo>
                    <a:pt x="2767" y="12"/>
                  </a:lnTo>
                  <a:lnTo>
                    <a:pt x="2769" y="6"/>
                  </a:lnTo>
                  <a:lnTo>
                    <a:pt x="2770" y="4"/>
                  </a:lnTo>
                  <a:lnTo>
                    <a:pt x="2772" y="2"/>
                  </a:lnTo>
                  <a:lnTo>
                    <a:pt x="2775" y="0"/>
                  </a:lnTo>
                  <a:lnTo>
                    <a:pt x="2780" y="0"/>
                  </a:lnTo>
                  <a:lnTo>
                    <a:pt x="2784" y="2"/>
                  </a:lnTo>
                  <a:lnTo>
                    <a:pt x="2786" y="6"/>
                  </a:lnTo>
                  <a:lnTo>
                    <a:pt x="2788" y="12"/>
                  </a:lnTo>
                  <a:lnTo>
                    <a:pt x="2789" y="20"/>
                  </a:lnTo>
                  <a:lnTo>
                    <a:pt x="2789" y="220"/>
                  </a:lnTo>
                  <a:lnTo>
                    <a:pt x="2804" y="214"/>
                  </a:lnTo>
                  <a:lnTo>
                    <a:pt x="2823" y="208"/>
                  </a:lnTo>
                  <a:lnTo>
                    <a:pt x="2840" y="204"/>
                  </a:lnTo>
                  <a:lnTo>
                    <a:pt x="2858" y="202"/>
                  </a:lnTo>
                  <a:lnTo>
                    <a:pt x="2870" y="204"/>
                  </a:lnTo>
                  <a:lnTo>
                    <a:pt x="2882" y="206"/>
                  </a:lnTo>
                  <a:lnTo>
                    <a:pt x="2887" y="208"/>
                  </a:lnTo>
                  <a:lnTo>
                    <a:pt x="2892" y="210"/>
                  </a:lnTo>
                  <a:lnTo>
                    <a:pt x="2902" y="216"/>
                  </a:lnTo>
                  <a:lnTo>
                    <a:pt x="2911" y="224"/>
                  </a:lnTo>
                  <a:lnTo>
                    <a:pt x="2915" y="230"/>
                  </a:lnTo>
                  <a:lnTo>
                    <a:pt x="2919" y="234"/>
                  </a:lnTo>
                  <a:lnTo>
                    <a:pt x="2926" y="244"/>
                  </a:lnTo>
                  <a:lnTo>
                    <a:pt x="2932" y="256"/>
                  </a:lnTo>
                  <a:lnTo>
                    <a:pt x="2937" y="270"/>
                  </a:lnTo>
                  <a:lnTo>
                    <a:pt x="2940" y="278"/>
                  </a:lnTo>
                  <a:lnTo>
                    <a:pt x="2942" y="286"/>
                  </a:lnTo>
                  <a:lnTo>
                    <a:pt x="2944" y="292"/>
                  </a:lnTo>
                  <a:lnTo>
                    <a:pt x="2946" y="300"/>
                  </a:lnTo>
                  <a:lnTo>
                    <a:pt x="2947" y="309"/>
                  </a:lnTo>
                  <a:lnTo>
                    <a:pt x="2949" y="317"/>
                  </a:lnTo>
                  <a:lnTo>
                    <a:pt x="2951" y="335"/>
                  </a:lnTo>
                  <a:lnTo>
                    <a:pt x="2952" y="345"/>
                  </a:lnTo>
                  <a:lnTo>
                    <a:pt x="2953" y="355"/>
                  </a:lnTo>
                  <a:lnTo>
                    <a:pt x="2953" y="375"/>
                  </a:lnTo>
                  <a:lnTo>
                    <a:pt x="2954" y="395"/>
                  </a:lnTo>
                  <a:lnTo>
                    <a:pt x="2954" y="735"/>
                  </a:lnTo>
                  <a:lnTo>
                    <a:pt x="2953" y="741"/>
                  </a:lnTo>
                  <a:lnTo>
                    <a:pt x="2953" y="745"/>
                  </a:lnTo>
                  <a:lnTo>
                    <a:pt x="2952" y="747"/>
                  </a:lnTo>
                  <a:lnTo>
                    <a:pt x="2950" y="749"/>
                  </a:lnTo>
                  <a:lnTo>
                    <a:pt x="2949" y="751"/>
                  </a:lnTo>
                  <a:lnTo>
                    <a:pt x="2947" y="753"/>
                  </a:lnTo>
                  <a:lnTo>
                    <a:pt x="2945" y="753"/>
                  </a:lnTo>
                  <a:close/>
                  <a:moveTo>
                    <a:pt x="3232" y="487"/>
                  </a:moveTo>
                  <a:lnTo>
                    <a:pt x="3061" y="487"/>
                  </a:lnTo>
                  <a:lnTo>
                    <a:pt x="3061" y="509"/>
                  </a:lnTo>
                  <a:lnTo>
                    <a:pt x="3061" y="539"/>
                  </a:lnTo>
                  <a:lnTo>
                    <a:pt x="3062" y="553"/>
                  </a:lnTo>
                  <a:lnTo>
                    <a:pt x="3063" y="565"/>
                  </a:lnTo>
                  <a:lnTo>
                    <a:pt x="3064" y="579"/>
                  </a:lnTo>
                  <a:lnTo>
                    <a:pt x="3065" y="591"/>
                  </a:lnTo>
                  <a:lnTo>
                    <a:pt x="3068" y="613"/>
                  </a:lnTo>
                  <a:lnTo>
                    <a:pt x="3072" y="631"/>
                  </a:lnTo>
                  <a:lnTo>
                    <a:pt x="3077" y="647"/>
                  </a:lnTo>
                  <a:lnTo>
                    <a:pt x="3082" y="663"/>
                  </a:lnTo>
                  <a:lnTo>
                    <a:pt x="3085" y="669"/>
                  </a:lnTo>
                  <a:lnTo>
                    <a:pt x="3088" y="675"/>
                  </a:lnTo>
                  <a:lnTo>
                    <a:pt x="3091" y="681"/>
                  </a:lnTo>
                  <a:lnTo>
                    <a:pt x="3094" y="685"/>
                  </a:lnTo>
                  <a:lnTo>
                    <a:pt x="3101" y="693"/>
                  </a:lnTo>
                  <a:lnTo>
                    <a:pt x="3109" y="701"/>
                  </a:lnTo>
                  <a:lnTo>
                    <a:pt x="3117" y="705"/>
                  </a:lnTo>
                  <a:lnTo>
                    <a:pt x="3125" y="709"/>
                  </a:lnTo>
                  <a:lnTo>
                    <a:pt x="3134" y="713"/>
                  </a:lnTo>
                  <a:lnTo>
                    <a:pt x="3143" y="713"/>
                  </a:lnTo>
                  <a:lnTo>
                    <a:pt x="3153" y="713"/>
                  </a:lnTo>
                  <a:lnTo>
                    <a:pt x="3171" y="713"/>
                  </a:lnTo>
                  <a:lnTo>
                    <a:pt x="3189" y="709"/>
                  </a:lnTo>
                  <a:lnTo>
                    <a:pt x="3209" y="703"/>
                  </a:lnTo>
                  <a:lnTo>
                    <a:pt x="3228" y="697"/>
                  </a:lnTo>
                  <a:lnTo>
                    <a:pt x="3229" y="697"/>
                  </a:lnTo>
                  <a:lnTo>
                    <a:pt x="3231" y="697"/>
                  </a:lnTo>
                  <a:lnTo>
                    <a:pt x="3235" y="697"/>
                  </a:lnTo>
                  <a:lnTo>
                    <a:pt x="3236" y="699"/>
                  </a:lnTo>
                  <a:lnTo>
                    <a:pt x="3237" y="703"/>
                  </a:lnTo>
                  <a:lnTo>
                    <a:pt x="3238" y="705"/>
                  </a:lnTo>
                  <a:lnTo>
                    <a:pt x="3238" y="709"/>
                  </a:lnTo>
                  <a:lnTo>
                    <a:pt x="3238" y="721"/>
                  </a:lnTo>
                  <a:lnTo>
                    <a:pt x="3237" y="725"/>
                  </a:lnTo>
                  <a:lnTo>
                    <a:pt x="3236" y="729"/>
                  </a:lnTo>
                  <a:lnTo>
                    <a:pt x="3235" y="731"/>
                  </a:lnTo>
                  <a:lnTo>
                    <a:pt x="3233" y="733"/>
                  </a:lnTo>
                  <a:lnTo>
                    <a:pt x="3229" y="737"/>
                  </a:lnTo>
                  <a:lnTo>
                    <a:pt x="3210" y="743"/>
                  </a:lnTo>
                  <a:lnTo>
                    <a:pt x="3190" y="749"/>
                  </a:lnTo>
                  <a:lnTo>
                    <a:pt x="3171" y="751"/>
                  </a:lnTo>
                  <a:lnTo>
                    <a:pt x="3153" y="753"/>
                  </a:lnTo>
                  <a:lnTo>
                    <a:pt x="3141" y="753"/>
                  </a:lnTo>
                  <a:lnTo>
                    <a:pt x="3129" y="751"/>
                  </a:lnTo>
                  <a:lnTo>
                    <a:pt x="3118" y="747"/>
                  </a:lnTo>
                  <a:lnTo>
                    <a:pt x="3108" y="741"/>
                  </a:lnTo>
                  <a:lnTo>
                    <a:pt x="3098" y="735"/>
                  </a:lnTo>
                  <a:lnTo>
                    <a:pt x="3093" y="731"/>
                  </a:lnTo>
                  <a:lnTo>
                    <a:pt x="3089" y="727"/>
                  </a:lnTo>
                  <a:lnTo>
                    <a:pt x="3080" y="715"/>
                  </a:lnTo>
                  <a:lnTo>
                    <a:pt x="3072" y="703"/>
                  </a:lnTo>
                  <a:lnTo>
                    <a:pt x="3068" y="695"/>
                  </a:lnTo>
                  <a:lnTo>
                    <a:pt x="3065" y="687"/>
                  </a:lnTo>
                  <a:lnTo>
                    <a:pt x="3058" y="669"/>
                  </a:lnTo>
                  <a:lnTo>
                    <a:pt x="3053" y="649"/>
                  </a:lnTo>
                  <a:lnTo>
                    <a:pt x="3048" y="627"/>
                  </a:lnTo>
                  <a:lnTo>
                    <a:pt x="3046" y="615"/>
                  </a:lnTo>
                  <a:lnTo>
                    <a:pt x="3044" y="601"/>
                  </a:lnTo>
                  <a:lnTo>
                    <a:pt x="3041" y="573"/>
                  </a:lnTo>
                  <a:lnTo>
                    <a:pt x="3039" y="543"/>
                  </a:lnTo>
                  <a:lnTo>
                    <a:pt x="3039" y="527"/>
                  </a:lnTo>
                  <a:lnTo>
                    <a:pt x="3039" y="509"/>
                  </a:lnTo>
                  <a:lnTo>
                    <a:pt x="3039" y="443"/>
                  </a:lnTo>
                  <a:lnTo>
                    <a:pt x="3039" y="417"/>
                  </a:lnTo>
                  <a:lnTo>
                    <a:pt x="3040" y="391"/>
                  </a:lnTo>
                  <a:lnTo>
                    <a:pt x="3043" y="369"/>
                  </a:lnTo>
                  <a:lnTo>
                    <a:pt x="3045" y="345"/>
                  </a:lnTo>
                  <a:lnTo>
                    <a:pt x="3047" y="335"/>
                  </a:lnTo>
                  <a:lnTo>
                    <a:pt x="3049" y="325"/>
                  </a:lnTo>
                  <a:lnTo>
                    <a:pt x="3051" y="315"/>
                  </a:lnTo>
                  <a:lnTo>
                    <a:pt x="3053" y="305"/>
                  </a:lnTo>
                  <a:lnTo>
                    <a:pt x="3056" y="296"/>
                  </a:lnTo>
                  <a:lnTo>
                    <a:pt x="3059" y="288"/>
                  </a:lnTo>
                  <a:lnTo>
                    <a:pt x="3065" y="270"/>
                  </a:lnTo>
                  <a:lnTo>
                    <a:pt x="3072" y="256"/>
                  </a:lnTo>
                  <a:lnTo>
                    <a:pt x="3079" y="242"/>
                  </a:lnTo>
                  <a:lnTo>
                    <a:pt x="3087" y="230"/>
                  </a:lnTo>
                  <a:lnTo>
                    <a:pt x="3097" y="220"/>
                  </a:lnTo>
                  <a:lnTo>
                    <a:pt x="3106" y="212"/>
                  </a:lnTo>
                  <a:lnTo>
                    <a:pt x="3117" y="208"/>
                  </a:lnTo>
                  <a:lnTo>
                    <a:pt x="3128" y="204"/>
                  </a:lnTo>
                  <a:lnTo>
                    <a:pt x="3134" y="202"/>
                  </a:lnTo>
                  <a:lnTo>
                    <a:pt x="3141" y="202"/>
                  </a:lnTo>
                  <a:lnTo>
                    <a:pt x="3154" y="204"/>
                  </a:lnTo>
                  <a:lnTo>
                    <a:pt x="3160" y="204"/>
                  </a:lnTo>
                  <a:lnTo>
                    <a:pt x="3166" y="206"/>
                  </a:lnTo>
                  <a:lnTo>
                    <a:pt x="3177" y="212"/>
                  </a:lnTo>
                  <a:lnTo>
                    <a:pt x="3182" y="216"/>
                  </a:lnTo>
                  <a:lnTo>
                    <a:pt x="3186" y="220"/>
                  </a:lnTo>
                  <a:lnTo>
                    <a:pt x="3196" y="230"/>
                  </a:lnTo>
                  <a:lnTo>
                    <a:pt x="3204" y="240"/>
                  </a:lnTo>
                  <a:lnTo>
                    <a:pt x="3211" y="254"/>
                  </a:lnTo>
                  <a:lnTo>
                    <a:pt x="3214" y="260"/>
                  </a:lnTo>
                  <a:lnTo>
                    <a:pt x="3218" y="268"/>
                  </a:lnTo>
                  <a:lnTo>
                    <a:pt x="3223" y="286"/>
                  </a:lnTo>
                  <a:lnTo>
                    <a:pt x="3228" y="303"/>
                  </a:lnTo>
                  <a:lnTo>
                    <a:pt x="3232" y="323"/>
                  </a:lnTo>
                  <a:lnTo>
                    <a:pt x="3236" y="343"/>
                  </a:lnTo>
                  <a:lnTo>
                    <a:pt x="3238" y="365"/>
                  </a:lnTo>
                  <a:lnTo>
                    <a:pt x="3240" y="389"/>
                  </a:lnTo>
                  <a:lnTo>
                    <a:pt x="3241" y="415"/>
                  </a:lnTo>
                  <a:lnTo>
                    <a:pt x="3242" y="441"/>
                  </a:lnTo>
                  <a:lnTo>
                    <a:pt x="3242" y="469"/>
                  </a:lnTo>
                  <a:lnTo>
                    <a:pt x="3241" y="473"/>
                  </a:lnTo>
                  <a:lnTo>
                    <a:pt x="3241" y="475"/>
                  </a:lnTo>
                  <a:lnTo>
                    <a:pt x="3239" y="483"/>
                  </a:lnTo>
                  <a:lnTo>
                    <a:pt x="3236" y="487"/>
                  </a:lnTo>
                  <a:lnTo>
                    <a:pt x="3232" y="487"/>
                  </a:lnTo>
                  <a:close/>
                  <a:moveTo>
                    <a:pt x="3220" y="441"/>
                  </a:moveTo>
                  <a:lnTo>
                    <a:pt x="3219" y="417"/>
                  </a:lnTo>
                  <a:lnTo>
                    <a:pt x="3219" y="397"/>
                  </a:lnTo>
                  <a:lnTo>
                    <a:pt x="3217" y="375"/>
                  </a:lnTo>
                  <a:lnTo>
                    <a:pt x="3215" y="357"/>
                  </a:lnTo>
                  <a:lnTo>
                    <a:pt x="3213" y="339"/>
                  </a:lnTo>
                  <a:lnTo>
                    <a:pt x="3210" y="321"/>
                  </a:lnTo>
                  <a:lnTo>
                    <a:pt x="3208" y="315"/>
                  </a:lnTo>
                  <a:lnTo>
                    <a:pt x="3206" y="307"/>
                  </a:lnTo>
                  <a:lnTo>
                    <a:pt x="3202" y="294"/>
                  </a:lnTo>
                  <a:lnTo>
                    <a:pt x="3199" y="288"/>
                  </a:lnTo>
                  <a:lnTo>
                    <a:pt x="3197" y="282"/>
                  </a:lnTo>
                  <a:lnTo>
                    <a:pt x="3194" y="276"/>
                  </a:lnTo>
                  <a:lnTo>
                    <a:pt x="3191" y="272"/>
                  </a:lnTo>
                  <a:lnTo>
                    <a:pt x="3188" y="266"/>
                  </a:lnTo>
                  <a:lnTo>
                    <a:pt x="3185" y="262"/>
                  </a:lnTo>
                  <a:lnTo>
                    <a:pt x="3178" y="256"/>
                  </a:lnTo>
                  <a:lnTo>
                    <a:pt x="3170" y="250"/>
                  </a:lnTo>
                  <a:lnTo>
                    <a:pt x="3161" y="246"/>
                  </a:lnTo>
                  <a:lnTo>
                    <a:pt x="3152" y="242"/>
                  </a:lnTo>
                  <a:lnTo>
                    <a:pt x="3141" y="242"/>
                  </a:lnTo>
                  <a:lnTo>
                    <a:pt x="3130" y="242"/>
                  </a:lnTo>
                  <a:lnTo>
                    <a:pt x="3126" y="244"/>
                  </a:lnTo>
                  <a:lnTo>
                    <a:pt x="3121" y="246"/>
                  </a:lnTo>
                  <a:lnTo>
                    <a:pt x="3112" y="250"/>
                  </a:lnTo>
                  <a:lnTo>
                    <a:pt x="3105" y="256"/>
                  </a:lnTo>
                  <a:lnTo>
                    <a:pt x="3097" y="264"/>
                  </a:lnTo>
                  <a:lnTo>
                    <a:pt x="3091" y="274"/>
                  </a:lnTo>
                  <a:lnTo>
                    <a:pt x="3085" y="284"/>
                  </a:lnTo>
                  <a:lnTo>
                    <a:pt x="3080" y="298"/>
                  </a:lnTo>
                  <a:lnTo>
                    <a:pt x="3075" y="311"/>
                  </a:lnTo>
                  <a:lnTo>
                    <a:pt x="3073" y="317"/>
                  </a:lnTo>
                  <a:lnTo>
                    <a:pt x="3071" y="325"/>
                  </a:lnTo>
                  <a:lnTo>
                    <a:pt x="3068" y="343"/>
                  </a:lnTo>
                  <a:lnTo>
                    <a:pt x="3066" y="361"/>
                  </a:lnTo>
                  <a:lnTo>
                    <a:pt x="3064" y="379"/>
                  </a:lnTo>
                  <a:lnTo>
                    <a:pt x="3062" y="399"/>
                  </a:lnTo>
                  <a:lnTo>
                    <a:pt x="3061" y="421"/>
                  </a:lnTo>
                  <a:lnTo>
                    <a:pt x="3061" y="443"/>
                  </a:lnTo>
                  <a:lnTo>
                    <a:pt x="3220" y="447"/>
                  </a:lnTo>
                  <a:lnTo>
                    <a:pt x="3220" y="441"/>
                  </a:lnTo>
                  <a:close/>
                  <a:moveTo>
                    <a:pt x="3726" y="699"/>
                  </a:moveTo>
                  <a:lnTo>
                    <a:pt x="3724" y="713"/>
                  </a:lnTo>
                  <a:lnTo>
                    <a:pt x="3722" y="723"/>
                  </a:lnTo>
                  <a:lnTo>
                    <a:pt x="3720" y="733"/>
                  </a:lnTo>
                  <a:lnTo>
                    <a:pt x="3718" y="737"/>
                  </a:lnTo>
                  <a:lnTo>
                    <a:pt x="3717" y="741"/>
                  </a:lnTo>
                  <a:lnTo>
                    <a:pt x="3714" y="747"/>
                  </a:lnTo>
                  <a:lnTo>
                    <a:pt x="3710" y="751"/>
                  </a:lnTo>
                  <a:lnTo>
                    <a:pt x="3705" y="753"/>
                  </a:lnTo>
                  <a:lnTo>
                    <a:pt x="3700" y="753"/>
                  </a:lnTo>
                  <a:lnTo>
                    <a:pt x="3694" y="753"/>
                  </a:lnTo>
                  <a:lnTo>
                    <a:pt x="3692" y="751"/>
                  </a:lnTo>
                  <a:lnTo>
                    <a:pt x="3690" y="749"/>
                  </a:lnTo>
                  <a:lnTo>
                    <a:pt x="3688" y="747"/>
                  </a:lnTo>
                  <a:lnTo>
                    <a:pt x="3686" y="745"/>
                  </a:lnTo>
                  <a:lnTo>
                    <a:pt x="3684" y="741"/>
                  </a:lnTo>
                  <a:lnTo>
                    <a:pt x="3683" y="739"/>
                  </a:lnTo>
                  <a:lnTo>
                    <a:pt x="3680" y="731"/>
                  </a:lnTo>
                  <a:lnTo>
                    <a:pt x="3678" y="721"/>
                  </a:lnTo>
                  <a:lnTo>
                    <a:pt x="3676" y="709"/>
                  </a:lnTo>
                  <a:lnTo>
                    <a:pt x="3674" y="695"/>
                  </a:lnTo>
                  <a:lnTo>
                    <a:pt x="3621" y="313"/>
                  </a:lnTo>
                  <a:lnTo>
                    <a:pt x="3619" y="305"/>
                  </a:lnTo>
                  <a:lnTo>
                    <a:pt x="3618" y="305"/>
                  </a:lnTo>
                  <a:lnTo>
                    <a:pt x="3617" y="305"/>
                  </a:lnTo>
                  <a:lnTo>
                    <a:pt x="3615" y="305"/>
                  </a:lnTo>
                  <a:lnTo>
                    <a:pt x="3614" y="313"/>
                  </a:lnTo>
                  <a:lnTo>
                    <a:pt x="3560" y="695"/>
                  </a:lnTo>
                  <a:lnTo>
                    <a:pt x="3556" y="721"/>
                  </a:lnTo>
                  <a:lnTo>
                    <a:pt x="3554" y="731"/>
                  </a:lnTo>
                  <a:lnTo>
                    <a:pt x="3552" y="739"/>
                  </a:lnTo>
                  <a:lnTo>
                    <a:pt x="3548" y="745"/>
                  </a:lnTo>
                  <a:lnTo>
                    <a:pt x="3545" y="749"/>
                  </a:lnTo>
                  <a:lnTo>
                    <a:pt x="3540" y="753"/>
                  </a:lnTo>
                  <a:lnTo>
                    <a:pt x="3535" y="753"/>
                  </a:lnTo>
                  <a:lnTo>
                    <a:pt x="3529" y="753"/>
                  </a:lnTo>
                  <a:lnTo>
                    <a:pt x="3525" y="751"/>
                  </a:lnTo>
                  <a:lnTo>
                    <a:pt x="3521" y="747"/>
                  </a:lnTo>
                  <a:lnTo>
                    <a:pt x="3517" y="741"/>
                  </a:lnTo>
                  <a:lnTo>
                    <a:pt x="3516" y="737"/>
                  </a:lnTo>
                  <a:lnTo>
                    <a:pt x="3515" y="733"/>
                  </a:lnTo>
                  <a:lnTo>
                    <a:pt x="3513" y="729"/>
                  </a:lnTo>
                  <a:lnTo>
                    <a:pt x="3512" y="723"/>
                  </a:lnTo>
                  <a:lnTo>
                    <a:pt x="3510" y="713"/>
                  </a:lnTo>
                  <a:lnTo>
                    <a:pt x="3508" y="699"/>
                  </a:lnTo>
                  <a:lnTo>
                    <a:pt x="3452" y="232"/>
                  </a:lnTo>
                  <a:lnTo>
                    <a:pt x="3452" y="228"/>
                  </a:lnTo>
                  <a:lnTo>
                    <a:pt x="3452" y="222"/>
                  </a:lnTo>
                  <a:lnTo>
                    <a:pt x="3452" y="218"/>
                  </a:lnTo>
                  <a:lnTo>
                    <a:pt x="3453" y="216"/>
                  </a:lnTo>
                  <a:lnTo>
                    <a:pt x="3454" y="212"/>
                  </a:lnTo>
                  <a:lnTo>
                    <a:pt x="3456" y="210"/>
                  </a:lnTo>
                  <a:lnTo>
                    <a:pt x="3458" y="208"/>
                  </a:lnTo>
                  <a:lnTo>
                    <a:pt x="3461" y="208"/>
                  </a:lnTo>
                  <a:lnTo>
                    <a:pt x="3467" y="208"/>
                  </a:lnTo>
                  <a:lnTo>
                    <a:pt x="3470" y="212"/>
                  </a:lnTo>
                  <a:lnTo>
                    <a:pt x="3471" y="216"/>
                  </a:lnTo>
                  <a:lnTo>
                    <a:pt x="3472" y="222"/>
                  </a:lnTo>
                  <a:lnTo>
                    <a:pt x="3528" y="689"/>
                  </a:lnTo>
                  <a:lnTo>
                    <a:pt x="3530" y="703"/>
                  </a:lnTo>
                  <a:lnTo>
                    <a:pt x="3531" y="711"/>
                  </a:lnTo>
                  <a:lnTo>
                    <a:pt x="3533" y="713"/>
                  </a:lnTo>
                  <a:lnTo>
                    <a:pt x="3535" y="713"/>
                  </a:lnTo>
                  <a:lnTo>
                    <a:pt x="3536" y="713"/>
                  </a:lnTo>
                  <a:lnTo>
                    <a:pt x="3538" y="709"/>
                  </a:lnTo>
                  <a:lnTo>
                    <a:pt x="3539" y="703"/>
                  </a:lnTo>
                  <a:lnTo>
                    <a:pt x="3541" y="689"/>
                  </a:lnTo>
                  <a:lnTo>
                    <a:pt x="3596" y="301"/>
                  </a:lnTo>
                  <a:lnTo>
                    <a:pt x="3597" y="294"/>
                  </a:lnTo>
                  <a:lnTo>
                    <a:pt x="3599" y="286"/>
                  </a:lnTo>
                  <a:lnTo>
                    <a:pt x="3601" y="280"/>
                  </a:lnTo>
                  <a:lnTo>
                    <a:pt x="3604" y="274"/>
                  </a:lnTo>
                  <a:lnTo>
                    <a:pt x="3607" y="270"/>
                  </a:lnTo>
                  <a:lnTo>
                    <a:pt x="3610" y="268"/>
                  </a:lnTo>
                  <a:lnTo>
                    <a:pt x="3614" y="266"/>
                  </a:lnTo>
                  <a:lnTo>
                    <a:pt x="3617" y="266"/>
                  </a:lnTo>
                  <a:lnTo>
                    <a:pt x="3621" y="266"/>
                  </a:lnTo>
                  <a:lnTo>
                    <a:pt x="3624" y="268"/>
                  </a:lnTo>
                  <a:lnTo>
                    <a:pt x="3627" y="270"/>
                  </a:lnTo>
                  <a:lnTo>
                    <a:pt x="3630" y="274"/>
                  </a:lnTo>
                  <a:lnTo>
                    <a:pt x="3633" y="280"/>
                  </a:lnTo>
                  <a:lnTo>
                    <a:pt x="3634" y="282"/>
                  </a:lnTo>
                  <a:lnTo>
                    <a:pt x="3635" y="286"/>
                  </a:lnTo>
                  <a:lnTo>
                    <a:pt x="3637" y="294"/>
                  </a:lnTo>
                  <a:lnTo>
                    <a:pt x="3639" y="301"/>
                  </a:lnTo>
                  <a:lnTo>
                    <a:pt x="3693" y="689"/>
                  </a:lnTo>
                  <a:lnTo>
                    <a:pt x="3695" y="703"/>
                  </a:lnTo>
                  <a:lnTo>
                    <a:pt x="3696" y="707"/>
                  </a:lnTo>
                  <a:lnTo>
                    <a:pt x="3697" y="709"/>
                  </a:lnTo>
                  <a:lnTo>
                    <a:pt x="3698" y="713"/>
                  </a:lnTo>
                  <a:lnTo>
                    <a:pt x="3700" y="713"/>
                  </a:lnTo>
                  <a:lnTo>
                    <a:pt x="3701" y="713"/>
                  </a:lnTo>
                  <a:lnTo>
                    <a:pt x="3702" y="713"/>
                  </a:lnTo>
                  <a:lnTo>
                    <a:pt x="3703" y="711"/>
                  </a:lnTo>
                  <a:lnTo>
                    <a:pt x="3704" y="707"/>
                  </a:lnTo>
                  <a:lnTo>
                    <a:pt x="3705" y="703"/>
                  </a:lnTo>
                  <a:lnTo>
                    <a:pt x="3707" y="689"/>
                  </a:lnTo>
                  <a:lnTo>
                    <a:pt x="3761" y="222"/>
                  </a:lnTo>
                  <a:lnTo>
                    <a:pt x="3762" y="216"/>
                  </a:lnTo>
                  <a:lnTo>
                    <a:pt x="3763" y="212"/>
                  </a:lnTo>
                  <a:lnTo>
                    <a:pt x="3764" y="210"/>
                  </a:lnTo>
                  <a:lnTo>
                    <a:pt x="3766" y="208"/>
                  </a:lnTo>
                  <a:lnTo>
                    <a:pt x="3767" y="208"/>
                  </a:lnTo>
                  <a:lnTo>
                    <a:pt x="3769" y="208"/>
                  </a:lnTo>
                  <a:lnTo>
                    <a:pt x="3773" y="208"/>
                  </a:lnTo>
                  <a:lnTo>
                    <a:pt x="3777" y="210"/>
                  </a:lnTo>
                  <a:lnTo>
                    <a:pt x="3779" y="212"/>
                  </a:lnTo>
                  <a:lnTo>
                    <a:pt x="3781" y="214"/>
                  </a:lnTo>
                  <a:lnTo>
                    <a:pt x="3782" y="218"/>
                  </a:lnTo>
                  <a:lnTo>
                    <a:pt x="3782" y="222"/>
                  </a:lnTo>
                  <a:lnTo>
                    <a:pt x="3781" y="232"/>
                  </a:lnTo>
                  <a:lnTo>
                    <a:pt x="3726" y="699"/>
                  </a:lnTo>
                  <a:close/>
                  <a:moveTo>
                    <a:pt x="3953" y="753"/>
                  </a:moveTo>
                  <a:lnTo>
                    <a:pt x="3940" y="753"/>
                  </a:lnTo>
                  <a:lnTo>
                    <a:pt x="3934" y="751"/>
                  </a:lnTo>
                  <a:lnTo>
                    <a:pt x="3929" y="749"/>
                  </a:lnTo>
                  <a:lnTo>
                    <a:pt x="3918" y="745"/>
                  </a:lnTo>
                  <a:lnTo>
                    <a:pt x="3908" y="737"/>
                  </a:lnTo>
                  <a:lnTo>
                    <a:pt x="3903" y="733"/>
                  </a:lnTo>
                  <a:lnTo>
                    <a:pt x="3898" y="729"/>
                  </a:lnTo>
                  <a:lnTo>
                    <a:pt x="3890" y="717"/>
                  </a:lnTo>
                  <a:lnTo>
                    <a:pt x="3882" y="705"/>
                  </a:lnTo>
                  <a:lnTo>
                    <a:pt x="3875" y="689"/>
                  </a:lnTo>
                  <a:lnTo>
                    <a:pt x="3872" y="683"/>
                  </a:lnTo>
                  <a:lnTo>
                    <a:pt x="3869" y="673"/>
                  </a:lnTo>
                  <a:lnTo>
                    <a:pt x="3866" y="665"/>
                  </a:lnTo>
                  <a:lnTo>
                    <a:pt x="3864" y="655"/>
                  </a:lnTo>
                  <a:lnTo>
                    <a:pt x="3859" y="635"/>
                  </a:lnTo>
                  <a:lnTo>
                    <a:pt x="3856" y="615"/>
                  </a:lnTo>
                  <a:lnTo>
                    <a:pt x="3853" y="591"/>
                  </a:lnTo>
                  <a:lnTo>
                    <a:pt x="3851" y="567"/>
                  </a:lnTo>
                  <a:lnTo>
                    <a:pt x="3850" y="541"/>
                  </a:lnTo>
                  <a:lnTo>
                    <a:pt x="3849" y="513"/>
                  </a:lnTo>
                  <a:lnTo>
                    <a:pt x="3849" y="443"/>
                  </a:lnTo>
                  <a:lnTo>
                    <a:pt x="3850" y="415"/>
                  </a:lnTo>
                  <a:lnTo>
                    <a:pt x="3851" y="389"/>
                  </a:lnTo>
                  <a:lnTo>
                    <a:pt x="3853" y="363"/>
                  </a:lnTo>
                  <a:lnTo>
                    <a:pt x="3856" y="341"/>
                  </a:lnTo>
                  <a:lnTo>
                    <a:pt x="3857" y="329"/>
                  </a:lnTo>
                  <a:lnTo>
                    <a:pt x="3859" y="319"/>
                  </a:lnTo>
                  <a:lnTo>
                    <a:pt x="3861" y="309"/>
                  </a:lnTo>
                  <a:lnTo>
                    <a:pt x="3864" y="300"/>
                  </a:lnTo>
                  <a:lnTo>
                    <a:pt x="3866" y="290"/>
                  </a:lnTo>
                  <a:lnTo>
                    <a:pt x="3869" y="282"/>
                  </a:lnTo>
                  <a:lnTo>
                    <a:pt x="3875" y="266"/>
                  </a:lnTo>
                  <a:lnTo>
                    <a:pt x="3882" y="252"/>
                  </a:lnTo>
                  <a:lnTo>
                    <a:pt x="3886" y="244"/>
                  </a:lnTo>
                  <a:lnTo>
                    <a:pt x="3890" y="238"/>
                  </a:lnTo>
                  <a:lnTo>
                    <a:pt x="3898" y="228"/>
                  </a:lnTo>
                  <a:lnTo>
                    <a:pt x="3903" y="222"/>
                  </a:lnTo>
                  <a:lnTo>
                    <a:pt x="3908" y="218"/>
                  </a:lnTo>
                  <a:lnTo>
                    <a:pt x="3918" y="212"/>
                  </a:lnTo>
                  <a:lnTo>
                    <a:pt x="3929" y="206"/>
                  </a:lnTo>
                  <a:lnTo>
                    <a:pt x="3934" y="204"/>
                  </a:lnTo>
                  <a:lnTo>
                    <a:pt x="3940" y="204"/>
                  </a:lnTo>
                  <a:lnTo>
                    <a:pt x="3953" y="202"/>
                  </a:lnTo>
                  <a:lnTo>
                    <a:pt x="3965" y="204"/>
                  </a:lnTo>
                  <a:lnTo>
                    <a:pt x="3971" y="204"/>
                  </a:lnTo>
                  <a:lnTo>
                    <a:pt x="3977" y="206"/>
                  </a:lnTo>
                  <a:lnTo>
                    <a:pt x="3988" y="212"/>
                  </a:lnTo>
                  <a:lnTo>
                    <a:pt x="3998" y="218"/>
                  </a:lnTo>
                  <a:lnTo>
                    <a:pt x="4003" y="222"/>
                  </a:lnTo>
                  <a:lnTo>
                    <a:pt x="4007" y="228"/>
                  </a:lnTo>
                  <a:lnTo>
                    <a:pt x="4016" y="238"/>
                  </a:lnTo>
                  <a:lnTo>
                    <a:pt x="4024" y="252"/>
                  </a:lnTo>
                  <a:lnTo>
                    <a:pt x="4031" y="266"/>
                  </a:lnTo>
                  <a:lnTo>
                    <a:pt x="4034" y="274"/>
                  </a:lnTo>
                  <a:lnTo>
                    <a:pt x="4037" y="282"/>
                  </a:lnTo>
                  <a:lnTo>
                    <a:pt x="4039" y="290"/>
                  </a:lnTo>
                  <a:lnTo>
                    <a:pt x="4042" y="300"/>
                  </a:lnTo>
                  <a:lnTo>
                    <a:pt x="4046" y="319"/>
                  </a:lnTo>
                  <a:lnTo>
                    <a:pt x="4050" y="341"/>
                  </a:lnTo>
                  <a:lnTo>
                    <a:pt x="4053" y="363"/>
                  </a:lnTo>
                  <a:lnTo>
                    <a:pt x="4055" y="389"/>
                  </a:lnTo>
                  <a:lnTo>
                    <a:pt x="4056" y="415"/>
                  </a:lnTo>
                  <a:lnTo>
                    <a:pt x="4057" y="443"/>
                  </a:lnTo>
                  <a:lnTo>
                    <a:pt x="4057" y="513"/>
                  </a:lnTo>
                  <a:lnTo>
                    <a:pt x="4056" y="541"/>
                  </a:lnTo>
                  <a:lnTo>
                    <a:pt x="4055" y="567"/>
                  </a:lnTo>
                  <a:lnTo>
                    <a:pt x="4053" y="591"/>
                  </a:lnTo>
                  <a:lnTo>
                    <a:pt x="4050" y="615"/>
                  </a:lnTo>
                  <a:lnTo>
                    <a:pt x="4048" y="625"/>
                  </a:lnTo>
                  <a:lnTo>
                    <a:pt x="4046" y="635"/>
                  </a:lnTo>
                  <a:lnTo>
                    <a:pt x="4044" y="645"/>
                  </a:lnTo>
                  <a:lnTo>
                    <a:pt x="4042" y="655"/>
                  </a:lnTo>
                  <a:lnTo>
                    <a:pt x="4039" y="665"/>
                  </a:lnTo>
                  <a:lnTo>
                    <a:pt x="4037" y="673"/>
                  </a:lnTo>
                  <a:lnTo>
                    <a:pt x="4031" y="689"/>
                  </a:lnTo>
                  <a:lnTo>
                    <a:pt x="4024" y="705"/>
                  </a:lnTo>
                  <a:lnTo>
                    <a:pt x="4020" y="711"/>
                  </a:lnTo>
                  <a:lnTo>
                    <a:pt x="4016" y="717"/>
                  </a:lnTo>
                  <a:lnTo>
                    <a:pt x="4007" y="729"/>
                  </a:lnTo>
                  <a:lnTo>
                    <a:pt x="4003" y="733"/>
                  </a:lnTo>
                  <a:lnTo>
                    <a:pt x="3998" y="737"/>
                  </a:lnTo>
                  <a:lnTo>
                    <a:pt x="3988" y="745"/>
                  </a:lnTo>
                  <a:lnTo>
                    <a:pt x="3977" y="749"/>
                  </a:lnTo>
                  <a:lnTo>
                    <a:pt x="3971" y="751"/>
                  </a:lnTo>
                  <a:lnTo>
                    <a:pt x="3965" y="753"/>
                  </a:lnTo>
                  <a:lnTo>
                    <a:pt x="3953" y="753"/>
                  </a:lnTo>
                  <a:close/>
                  <a:moveTo>
                    <a:pt x="4034" y="443"/>
                  </a:moveTo>
                  <a:lnTo>
                    <a:pt x="4034" y="419"/>
                  </a:lnTo>
                  <a:lnTo>
                    <a:pt x="4033" y="397"/>
                  </a:lnTo>
                  <a:lnTo>
                    <a:pt x="4033" y="387"/>
                  </a:lnTo>
                  <a:lnTo>
                    <a:pt x="4032" y="377"/>
                  </a:lnTo>
                  <a:lnTo>
                    <a:pt x="4030" y="359"/>
                  </a:lnTo>
                  <a:lnTo>
                    <a:pt x="4027" y="341"/>
                  </a:lnTo>
                  <a:lnTo>
                    <a:pt x="4024" y="323"/>
                  </a:lnTo>
                  <a:lnTo>
                    <a:pt x="4020" y="309"/>
                  </a:lnTo>
                  <a:lnTo>
                    <a:pt x="4016" y="296"/>
                  </a:lnTo>
                  <a:lnTo>
                    <a:pt x="4011" y="284"/>
                  </a:lnTo>
                  <a:lnTo>
                    <a:pt x="4008" y="278"/>
                  </a:lnTo>
                  <a:lnTo>
                    <a:pt x="4005" y="272"/>
                  </a:lnTo>
                  <a:lnTo>
                    <a:pt x="3998" y="264"/>
                  </a:lnTo>
                  <a:lnTo>
                    <a:pt x="3994" y="260"/>
                  </a:lnTo>
                  <a:lnTo>
                    <a:pt x="3990" y="256"/>
                  </a:lnTo>
                  <a:lnTo>
                    <a:pt x="3986" y="252"/>
                  </a:lnTo>
                  <a:lnTo>
                    <a:pt x="3982" y="250"/>
                  </a:lnTo>
                  <a:lnTo>
                    <a:pt x="3973" y="246"/>
                  </a:lnTo>
                  <a:lnTo>
                    <a:pt x="3963" y="242"/>
                  </a:lnTo>
                  <a:lnTo>
                    <a:pt x="3953" y="242"/>
                  </a:lnTo>
                  <a:lnTo>
                    <a:pt x="3942" y="242"/>
                  </a:lnTo>
                  <a:lnTo>
                    <a:pt x="3932" y="246"/>
                  </a:lnTo>
                  <a:lnTo>
                    <a:pt x="3928" y="248"/>
                  </a:lnTo>
                  <a:lnTo>
                    <a:pt x="3923" y="250"/>
                  </a:lnTo>
                  <a:lnTo>
                    <a:pt x="3915" y="256"/>
                  </a:lnTo>
                  <a:lnTo>
                    <a:pt x="3908" y="264"/>
                  </a:lnTo>
                  <a:lnTo>
                    <a:pt x="3901" y="272"/>
                  </a:lnTo>
                  <a:lnTo>
                    <a:pt x="3895" y="284"/>
                  </a:lnTo>
                  <a:lnTo>
                    <a:pt x="3890" y="296"/>
                  </a:lnTo>
                  <a:lnTo>
                    <a:pt x="3888" y="301"/>
                  </a:lnTo>
                  <a:lnTo>
                    <a:pt x="3885" y="309"/>
                  </a:lnTo>
                  <a:lnTo>
                    <a:pt x="3882" y="323"/>
                  </a:lnTo>
                  <a:lnTo>
                    <a:pt x="3878" y="341"/>
                  </a:lnTo>
                  <a:lnTo>
                    <a:pt x="3876" y="359"/>
                  </a:lnTo>
                  <a:lnTo>
                    <a:pt x="3874" y="377"/>
                  </a:lnTo>
                  <a:lnTo>
                    <a:pt x="3872" y="397"/>
                  </a:lnTo>
                  <a:lnTo>
                    <a:pt x="3872" y="409"/>
                  </a:lnTo>
                  <a:lnTo>
                    <a:pt x="3872" y="419"/>
                  </a:lnTo>
                  <a:lnTo>
                    <a:pt x="3871" y="443"/>
                  </a:lnTo>
                  <a:lnTo>
                    <a:pt x="3871" y="513"/>
                  </a:lnTo>
                  <a:lnTo>
                    <a:pt x="3872" y="535"/>
                  </a:lnTo>
                  <a:lnTo>
                    <a:pt x="3872" y="557"/>
                  </a:lnTo>
                  <a:lnTo>
                    <a:pt x="3873" y="567"/>
                  </a:lnTo>
                  <a:lnTo>
                    <a:pt x="3874" y="577"/>
                  </a:lnTo>
                  <a:lnTo>
                    <a:pt x="3876" y="597"/>
                  </a:lnTo>
                  <a:lnTo>
                    <a:pt x="3878" y="615"/>
                  </a:lnTo>
                  <a:lnTo>
                    <a:pt x="3882" y="631"/>
                  </a:lnTo>
                  <a:lnTo>
                    <a:pt x="3885" y="645"/>
                  </a:lnTo>
                  <a:lnTo>
                    <a:pt x="3890" y="659"/>
                  </a:lnTo>
                  <a:lnTo>
                    <a:pt x="3895" y="673"/>
                  </a:lnTo>
                  <a:lnTo>
                    <a:pt x="3898" y="677"/>
                  </a:lnTo>
                  <a:lnTo>
                    <a:pt x="3901" y="683"/>
                  </a:lnTo>
                  <a:lnTo>
                    <a:pt x="3908" y="693"/>
                  </a:lnTo>
                  <a:lnTo>
                    <a:pt x="3911" y="697"/>
                  </a:lnTo>
                  <a:lnTo>
                    <a:pt x="3915" y="699"/>
                  </a:lnTo>
                  <a:lnTo>
                    <a:pt x="3919" y="703"/>
                  </a:lnTo>
                  <a:lnTo>
                    <a:pt x="3923" y="707"/>
                  </a:lnTo>
                  <a:lnTo>
                    <a:pt x="3932" y="711"/>
                  </a:lnTo>
                  <a:lnTo>
                    <a:pt x="3942" y="713"/>
                  </a:lnTo>
                  <a:lnTo>
                    <a:pt x="3953" y="713"/>
                  </a:lnTo>
                  <a:lnTo>
                    <a:pt x="3963" y="713"/>
                  </a:lnTo>
                  <a:lnTo>
                    <a:pt x="3973" y="711"/>
                  </a:lnTo>
                  <a:lnTo>
                    <a:pt x="3978" y="709"/>
                  </a:lnTo>
                  <a:lnTo>
                    <a:pt x="3982" y="707"/>
                  </a:lnTo>
                  <a:lnTo>
                    <a:pt x="3990" y="699"/>
                  </a:lnTo>
                  <a:lnTo>
                    <a:pt x="3998" y="693"/>
                  </a:lnTo>
                  <a:lnTo>
                    <a:pt x="4005" y="683"/>
                  </a:lnTo>
                  <a:lnTo>
                    <a:pt x="4011" y="673"/>
                  </a:lnTo>
                  <a:lnTo>
                    <a:pt x="4016" y="659"/>
                  </a:lnTo>
                  <a:lnTo>
                    <a:pt x="4018" y="653"/>
                  </a:lnTo>
                  <a:lnTo>
                    <a:pt x="4020" y="645"/>
                  </a:lnTo>
                  <a:lnTo>
                    <a:pt x="4024" y="631"/>
                  </a:lnTo>
                  <a:lnTo>
                    <a:pt x="4027" y="615"/>
                  </a:lnTo>
                  <a:lnTo>
                    <a:pt x="4030" y="597"/>
                  </a:lnTo>
                  <a:lnTo>
                    <a:pt x="4032" y="577"/>
                  </a:lnTo>
                  <a:lnTo>
                    <a:pt x="4033" y="557"/>
                  </a:lnTo>
                  <a:lnTo>
                    <a:pt x="4034" y="547"/>
                  </a:lnTo>
                  <a:lnTo>
                    <a:pt x="4034" y="535"/>
                  </a:lnTo>
                  <a:lnTo>
                    <a:pt x="4034" y="513"/>
                  </a:lnTo>
                  <a:lnTo>
                    <a:pt x="4034" y="443"/>
                  </a:lnTo>
                  <a:close/>
                  <a:moveTo>
                    <a:pt x="4237" y="242"/>
                  </a:moveTo>
                  <a:lnTo>
                    <a:pt x="4230" y="242"/>
                  </a:lnTo>
                  <a:lnTo>
                    <a:pt x="4222" y="244"/>
                  </a:lnTo>
                  <a:lnTo>
                    <a:pt x="4215" y="246"/>
                  </a:lnTo>
                  <a:lnTo>
                    <a:pt x="4206" y="250"/>
                  </a:lnTo>
                  <a:lnTo>
                    <a:pt x="4197" y="258"/>
                  </a:lnTo>
                  <a:lnTo>
                    <a:pt x="4188" y="266"/>
                  </a:lnTo>
                  <a:lnTo>
                    <a:pt x="4178" y="276"/>
                  </a:lnTo>
                  <a:lnTo>
                    <a:pt x="4167" y="288"/>
                  </a:lnTo>
                  <a:lnTo>
                    <a:pt x="4167" y="729"/>
                  </a:lnTo>
                  <a:lnTo>
                    <a:pt x="4167" y="731"/>
                  </a:lnTo>
                  <a:lnTo>
                    <a:pt x="4167" y="735"/>
                  </a:lnTo>
                  <a:lnTo>
                    <a:pt x="4164" y="741"/>
                  </a:lnTo>
                  <a:lnTo>
                    <a:pt x="4161" y="745"/>
                  </a:lnTo>
                  <a:lnTo>
                    <a:pt x="4158" y="747"/>
                  </a:lnTo>
                  <a:lnTo>
                    <a:pt x="4155" y="747"/>
                  </a:lnTo>
                  <a:lnTo>
                    <a:pt x="4152" y="745"/>
                  </a:lnTo>
                  <a:lnTo>
                    <a:pt x="4147" y="741"/>
                  </a:lnTo>
                  <a:lnTo>
                    <a:pt x="4145" y="735"/>
                  </a:lnTo>
                  <a:lnTo>
                    <a:pt x="4144" y="729"/>
                  </a:lnTo>
                  <a:lnTo>
                    <a:pt x="4144" y="228"/>
                  </a:lnTo>
                  <a:lnTo>
                    <a:pt x="4144" y="224"/>
                  </a:lnTo>
                  <a:lnTo>
                    <a:pt x="4145" y="220"/>
                  </a:lnTo>
                  <a:lnTo>
                    <a:pt x="4147" y="214"/>
                  </a:lnTo>
                  <a:lnTo>
                    <a:pt x="4149" y="210"/>
                  </a:lnTo>
                  <a:lnTo>
                    <a:pt x="4150" y="210"/>
                  </a:lnTo>
                  <a:lnTo>
                    <a:pt x="4152" y="208"/>
                  </a:lnTo>
                  <a:lnTo>
                    <a:pt x="4154" y="208"/>
                  </a:lnTo>
                  <a:lnTo>
                    <a:pt x="4158" y="208"/>
                  </a:lnTo>
                  <a:lnTo>
                    <a:pt x="4160" y="208"/>
                  </a:lnTo>
                  <a:lnTo>
                    <a:pt x="4162" y="210"/>
                  </a:lnTo>
                  <a:lnTo>
                    <a:pt x="4164" y="210"/>
                  </a:lnTo>
                  <a:lnTo>
                    <a:pt x="4165" y="214"/>
                  </a:lnTo>
                  <a:lnTo>
                    <a:pt x="4166" y="216"/>
                  </a:lnTo>
                  <a:lnTo>
                    <a:pt x="4167" y="220"/>
                  </a:lnTo>
                  <a:lnTo>
                    <a:pt x="4167" y="224"/>
                  </a:lnTo>
                  <a:lnTo>
                    <a:pt x="4167" y="228"/>
                  </a:lnTo>
                  <a:lnTo>
                    <a:pt x="4167" y="248"/>
                  </a:lnTo>
                  <a:lnTo>
                    <a:pt x="4177" y="238"/>
                  </a:lnTo>
                  <a:lnTo>
                    <a:pt x="4181" y="232"/>
                  </a:lnTo>
                  <a:lnTo>
                    <a:pt x="4186" y="228"/>
                  </a:lnTo>
                  <a:lnTo>
                    <a:pt x="4194" y="220"/>
                  </a:lnTo>
                  <a:lnTo>
                    <a:pt x="4203" y="214"/>
                  </a:lnTo>
                  <a:lnTo>
                    <a:pt x="4211" y="208"/>
                  </a:lnTo>
                  <a:lnTo>
                    <a:pt x="4220" y="206"/>
                  </a:lnTo>
                  <a:lnTo>
                    <a:pt x="4228" y="204"/>
                  </a:lnTo>
                  <a:lnTo>
                    <a:pt x="4237" y="202"/>
                  </a:lnTo>
                  <a:lnTo>
                    <a:pt x="4243" y="204"/>
                  </a:lnTo>
                  <a:lnTo>
                    <a:pt x="4245" y="204"/>
                  </a:lnTo>
                  <a:lnTo>
                    <a:pt x="4247" y="206"/>
                  </a:lnTo>
                  <a:lnTo>
                    <a:pt x="4249" y="208"/>
                  </a:lnTo>
                  <a:lnTo>
                    <a:pt x="4250" y="210"/>
                  </a:lnTo>
                  <a:lnTo>
                    <a:pt x="4251" y="214"/>
                  </a:lnTo>
                  <a:lnTo>
                    <a:pt x="4251" y="218"/>
                  </a:lnTo>
                  <a:lnTo>
                    <a:pt x="4251" y="226"/>
                  </a:lnTo>
                  <a:lnTo>
                    <a:pt x="4251" y="230"/>
                  </a:lnTo>
                  <a:lnTo>
                    <a:pt x="4250" y="234"/>
                  </a:lnTo>
                  <a:lnTo>
                    <a:pt x="4249" y="236"/>
                  </a:lnTo>
                  <a:lnTo>
                    <a:pt x="4247" y="238"/>
                  </a:lnTo>
                  <a:lnTo>
                    <a:pt x="4243" y="242"/>
                  </a:lnTo>
                  <a:lnTo>
                    <a:pt x="4237" y="242"/>
                  </a:lnTo>
                  <a:close/>
                  <a:moveTo>
                    <a:pt x="4344" y="753"/>
                  </a:moveTo>
                  <a:lnTo>
                    <a:pt x="4339" y="753"/>
                  </a:lnTo>
                  <a:lnTo>
                    <a:pt x="4335" y="751"/>
                  </a:lnTo>
                  <a:lnTo>
                    <a:pt x="4333" y="747"/>
                  </a:lnTo>
                  <a:lnTo>
                    <a:pt x="4331" y="741"/>
                  </a:lnTo>
                  <a:lnTo>
                    <a:pt x="4330" y="735"/>
                  </a:lnTo>
                  <a:lnTo>
                    <a:pt x="4330" y="20"/>
                  </a:lnTo>
                  <a:lnTo>
                    <a:pt x="4331" y="16"/>
                  </a:lnTo>
                  <a:lnTo>
                    <a:pt x="4331" y="12"/>
                  </a:lnTo>
                  <a:lnTo>
                    <a:pt x="4333" y="6"/>
                  </a:lnTo>
                  <a:lnTo>
                    <a:pt x="4334" y="4"/>
                  </a:lnTo>
                  <a:lnTo>
                    <a:pt x="4335" y="2"/>
                  </a:lnTo>
                  <a:lnTo>
                    <a:pt x="4339" y="0"/>
                  </a:lnTo>
                  <a:lnTo>
                    <a:pt x="4344" y="0"/>
                  </a:lnTo>
                  <a:lnTo>
                    <a:pt x="4347" y="2"/>
                  </a:lnTo>
                  <a:lnTo>
                    <a:pt x="4350" y="6"/>
                  </a:lnTo>
                  <a:lnTo>
                    <a:pt x="4352" y="12"/>
                  </a:lnTo>
                  <a:lnTo>
                    <a:pt x="4353" y="20"/>
                  </a:lnTo>
                  <a:lnTo>
                    <a:pt x="4353" y="735"/>
                  </a:lnTo>
                  <a:lnTo>
                    <a:pt x="4352" y="737"/>
                  </a:lnTo>
                  <a:lnTo>
                    <a:pt x="4352" y="741"/>
                  </a:lnTo>
                  <a:lnTo>
                    <a:pt x="4350" y="747"/>
                  </a:lnTo>
                  <a:lnTo>
                    <a:pt x="4349" y="749"/>
                  </a:lnTo>
                  <a:lnTo>
                    <a:pt x="4347" y="751"/>
                  </a:lnTo>
                  <a:lnTo>
                    <a:pt x="4344" y="7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0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066AA960-BA64-4BEB-B4C1-6A3D54D66B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9188" y="1992313"/>
              <a:ext cx="7424738" cy="1890713"/>
            </a:xfrm>
            <a:custGeom>
              <a:avLst/>
              <a:gdLst>
                <a:gd name="T0" fmla="*/ 3621 w 4677"/>
                <a:gd name="T1" fmla="*/ 1718 h 2381"/>
                <a:gd name="T2" fmla="*/ 3722 w 4677"/>
                <a:gd name="T3" fmla="*/ 1115 h 2381"/>
                <a:gd name="T4" fmla="*/ 3550 w 4677"/>
                <a:gd name="T5" fmla="*/ 549 h 2381"/>
                <a:gd name="T6" fmla="*/ 3192 w 4677"/>
                <a:gd name="T7" fmla="*/ 463 h 2381"/>
                <a:gd name="T8" fmla="*/ 2956 w 4677"/>
                <a:gd name="T9" fmla="*/ 927 h 2381"/>
                <a:gd name="T10" fmla="*/ 2980 w 4677"/>
                <a:gd name="T11" fmla="*/ 1566 h 2381"/>
                <a:gd name="T12" fmla="*/ 3268 w 4677"/>
                <a:gd name="T13" fmla="*/ 1966 h 2381"/>
                <a:gd name="T14" fmla="*/ 3592 w 4677"/>
                <a:gd name="T15" fmla="*/ 118 h 2381"/>
                <a:gd name="T16" fmla="*/ 3866 w 4677"/>
                <a:gd name="T17" fmla="*/ 623 h 2381"/>
                <a:gd name="T18" fmla="*/ 3937 w 4677"/>
                <a:gd name="T19" fmla="*/ 1313 h 2381"/>
                <a:gd name="T20" fmla="*/ 3826 w 4677"/>
                <a:gd name="T21" fmla="*/ 1880 h 2381"/>
                <a:gd name="T22" fmla="*/ 3493 w 4677"/>
                <a:gd name="T23" fmla="*/ 2335 h 2381"/>
                <a:gd name="T24" fmla="*/ 3087 w 4677"/>
                <a:gd name="T25" fmla="*/ 2287 h 2381"/>
                <a:gd name="T26" fmla="*/ 2817 w 4677"/>
                <a:gd name="T27" fmla="*/ 1856 h 2381"/>
                <a:gd name="T28" fmla="*/ 2713 w 4677"/>
                <a:gd name="T29" fmla="*/ 1129 h 2381"/>
                <a:gd name="T30" fmla="*/ 2808 w 4677"/>
                <a:gd name="T31" fmla="*/ 549 h 2381"/>
                <a:gd name="T32" fmla="*/ 3129 w 4677"/>
                <a:gd name="T33" fmla="*/ 64 h 2381"/>
                <a:gd name="T34" fmla="*/ 3421 w 4677"/>
                <a:gd name="T35" fmla="*/ 1049 h 2381"/>
                <a:gd name="T36" fmla="*/ 3421 w 4677"/>
                <a:gd name="T37" fmla="*/ 1333 h 2381"/>
                <a:gd name="T38" fmla="*/ 3242 w 4677"/>
                <a:gd name="T39" fmla="*/ 1349 h 2381"/>
                <a:gd name="T40" fmla="*/ 3228 w 4677"/>
                <a:gd name="T41" fmla="*/ 1067 h 2381"/>
                <a:gd name="T42" fmla="*/ 555 w 4677"/>
                <a:gd name="T43" fmla="*/ 1834 h 2381"/>
                <a:gd name="T44" fmla="*/ 612 w 4677"/>
                <a:gd name="T45" fmla="*/ 2108 h 2381"/>
                <a:gd name="T46" fmla="*/ 110 w 4677"/>
                <a:gd name="T47" fmla="*/ 2246 h 2381"/>
                <a:gd name="T48" fmla="*/ 1 w 4677"/>
                <a:gd name="T49" fmla="*/ 2038 h 2381"/>
                <a:gd name="T50" fmla="*/ 71 w 4677"/>
                <a:gd name="T51" fmla="*/ 248 h 2381"/>
                <a:gd name="T52" fmla="*/ 236 w 4677"/>
                <a:gd name="T53" fmla="*/ 362 h 2381"/>
                <a:gd name="T54" fmla="*/ 1549 w 4677"/>
                <a:gd name="T55" fmla="*/ 2130 h 2381"/>
                <a:gd name="T56" fmla="*/ 1385 w 4677"/>
                <a:gd name="T57" fmla="*/ 2230 h 2381"/>
                <a:gd name="T58" fmla="*/ 1267 w 4677"/>
                <a:gd name="T59" fmla="*/ 1802 h 2381"/>
                <a:gd name="T60" fmla="*/ 870 w 4677"/>
                <a:gd name="T61" fmla="*/ 1966 h 2381"/>
                <a:gd name="T62" fmla="*/ 737 w 4677"/>
                <a:gd name="T63" fmla="*/ 2254 h 2381"/>
                <a:gd name="T64" fmla="*/ 631 w 4677"/>
                <a:gd name="T65" fmla="*/ 2036 h 2381"/>
                <a:gd name="T66" fmla="*/ 983 w 4677"/>
                <a:gd name="T67" fmla="*/ 298 h 2381"/>
                <a:gd name="T68" fmla="*/ 1183 w 4677"/>
                <a:gd name="T69" fmla="*/ 270 h 2381"/>
                <a:gd name="T70" fmla="*/ 1518 w 4677"/>
                <a:gd name="T71" fmla="*/ 1800 h 2381"/>
                <a:gd name="T72" fmla="*/ 2713 w 4677"/>
                <a:gd name="T73" fmla="*/ 1772 h 2381"/>
                <a:gd name="T74" fmla="*/ 2756 w 4677"/>
                <a:gd name="T75" fmla="*/ 2192 h 2381"/>
                <a:gd name="T76" fmla="*/ 2601 w 4677"/>
                <a:gd name="T77" fmla="*/ 2212 h 2381"/>
                <a:gd name="T78" fmla="*/ 2295 w 4677"/>
                <a:gd name="T79" fmla="*/ 2116 h 2381"/>
                <a:gd name="T80" fmla="*/ 2171 w 4677"/>
                <a:gd name="T81" fmla="*/ 2254 h 2381"/>
                <a:gd name="T82" fmla="*/ 1817 w 4677"/>
                <a:gd name="T83" fmla="*/ 1908 h 2381"/>
                <a:gd name="T84" fmla="*/ 1699 w 4677"/>
                <a:gd name="T85" fmla="*/ 2250 h 2381"/>
                <a:gd name="T86" fmla="*/ 1571 w 4677"/>
                <a:gd name="T87" fmla="*/ 2070 h 2381"/>
                <a:gd name="T88" fmla="*/ 1737 w 4677"/>
                <a:gd name="T89" fmla="*/ 342 h 2381"/>
                <a:gd name="T90" fmla="*/ 1904 w 4677"/>
                <a:gd name="T91" fmla="*/ 254 h 2381"/>
                <a:gd name="T92" fmla="*/ 2358 w 4677"/>
                <a:gd name="T93" fmla="*/ 424 h 2381"/>
                <a:gd name="T94" fmla="*/ 2539 w 4677"/>
                <a:gd name="T95" fmla="*/ 248 h 2381"/>
                <a:gd name="T96" fmla="*/ 2653 w 4677"/>
                <a:gd name="T97" fmla="*/ 479 h 2381"/>
                <a:gd name="T98" fmla="*/ 4671 w 4677"/>
                <a:gd name="T99" fmla="*/ 1960 h 2381"/>
                <a:gd name="T100" fmla="*/ 4605 w 4677"/>
                <a:gd name="T101" fmla="*/ 2234 h 2381"/>
                <a:gd name="T102" fmla="*/ 4165 w 4677"/>
                <a:gd name="T103" fmla="*/ 1432 h 2381"/>
                <a:gd name="T104" fmla="*/ 4071 w 4677"/>
                <a:gd name="T105" fmla="*/ 2250 h 2381"/>
                <a:gd name="T106" fmla="*/ 3928 w 4677"/>
                <a:gd name="T107" fmla="*/ 2112 h 2381"/>
                <a:gd name="T108" fmla="*/ 4007 w 4677"/>
                <a:gd name="T109" fmla="*/ 1279 h 2381"/>
                <a:gd name="T110" fmla="*/ 3920 w 4677"/>
                <a:gd name="T111" fmla="*/ 539 h 2381"/>
                <a:gd name="T112" fmla="*/ 4023 w 4677"/>
                <a:gd name="T113" fmla="*/ 248 h 2381"/>
                <a:gd name="T114" fmla="*/ 4515 w 4677"/>
                <a:gd name="T115" fmla="*/ 336 h 2381"/>
                <a:gd name="T116" fmla="*/ 4656 w 4677"/>
                <a:gd name="T117" fmla="*/ 695 h 2381"/>
                <a:gd name="T118" fmla="*/ 4629 w 4677"/>
                <a:gd name="T119" fmla="*/ 1161 h 2381"/>
                <a:gd name="T120" fmla="*/ 4579 w 4677"/>
                <a:gd name="T121" fmla="*/ 1722 h 2381"/>
                <a:gd name="T122" fmla="*/ 4394 w 4677"/>
                <a:gd name="T123" fmla="*/ 1025 h 2381"/>
                <a:gd name="T124" fmla="*/ 4391 w 4677"/>
                <a:gd name="T125" fmla="*/ 711 h 2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77" h="2381">
                  <a:moveTo>
                    <a:pt x="3328" y="1974"/>
                  </a:moveTo>
                  <a:lnTo>
                    <a:pt x="3348" y="1974"/>
                  </a:lnTo>
                  <a:lnTo>
                    <a:pt x="3358" y="1972"/>
                  </a:lnTo>
                  <a:lnTo>
                    <a:pt x="3368" y="1970"/>
                  </a:lnTo>
                  <a:lnTo>
                    <a:pt x="3388" y="1966"/>
                  </a:lnTo>
                  <a:lnTo>
                    <a:pt x="3408" y="1958"/>
                  </a:lnTo>
                  <a:lnTo>
                    <a:pt x="3427" y="1950"/>
                  </a:lnTo>
                  <a:lnTo>
                    <a:pt x="3445" y="1940"/>
                  </a:lnTo>
                  <a:lnTo>
                    <a:pt x="3464" y="1926"/>
                  </a:lnTo>
                  <a:lnTo>
                    <a:pt x="3482" y="1912"/>
                  </a:lnTo>
                  <a:lnTo>
                    <a:pt x="3499" y="1898"/>
                  </a:lnTo>
                  <a:lnTo>
                    <a:pt x="3517" y="1880"/>
                  </a:lnTo>
                  <a:lnTo>
                    <a:pt x="3534" y="1862"/>
                  </a:lnTo>
                  <a:lnTo>
                    <a:pt x="3550" y="1840"/>
                  </a:lnTo>
                  <a:lnTo>
                    <a:pt x="3565" y="1820"/>
                  </a:lnTo>
                  <a:lnTo>
                    <a:pt x="3580" y="1796"/>
                  </a:lnTo>
                  <a:lnTo>
                    <a:pt x="3587" y="1784"/>
                  </a:lnTo>
                  <a:lnTo>
                    <a:pt x="3595" y="1772"/>
                  </a:lnTo>
                  <a:lnTo>
                    <a:pt x="3608" y="1746"/>
                  </a:lnTo>
                  <a:lnTo>
                    <a:pt x="3621" y="1718"/>
                  </a:lnTo>
                  <a:lnTo>
                    <a:pt x="3628" y="1704"/>
                  </a:lnTo>
                  <a:lnTo>
                    <a:pt x="3634" y="1690"/>
                  </a:lnTo>
                  <a:lnTo>
                    <a:pt x="3645" y="1660"/>
                  </a:lnTo>
                  <a:lnTo>
                    <a:pt x="3657" y="1630"/>
                  </a:lnTo>
                  <a:lnTo>
                    <a:pt x="3667" y="1598"/>
                  </a:lnTo>
                  <a:lnTo>
                    <a:pt x="3676" y="1566"/>
                  </a:lnTo>
                  <a:lnTo>
                    <a:pt x="3685" y="1532"/>
                  </a:lnTo>
                  <a:lnTo>
                    <a:pt x="3693" y="1498"/>
                  </a:lnTo>
                  <a:lnTo>
                    <a:pt x="3700" y="1462"/>
                  </a:lnTo>
                  <a:lnTo>
                    <a:pt x="3706" y="1426"/>
                  </a:lnTo>
                  <a:lnTo>
                    <a:pt x="3709" y="1408"/>
                  </a:lnTo>
                  <a:lnTo>
                    <a:pt x="3712" y="1390"/>
                  </a:lnTo>
                  <a:lnTo>
                    <a:pt x="3716" y="1353"/>
                  </a:lnTo>
                  <a:lnTo>
                    <a:pt x="3719" y="1313"/>
                  </a:lnTo>
                  <a:lnTo>
                    <a:pt x="3722" y="1275"/>
                  </a:lnTo>
                  <a:lnTo>
                    <a:pt x="3723" y="1235"/>
                  </a:lnTo>
                  <a:lnTo>
                    <a:pt x="3724" y="1195"/>
                  </a:lnTo>
                  <a:lnTo>
                    <a:pt x="3723" y="1155"/>
                  </a:lnTo>
                  <a:lnTo>
                    <a:pt x="3723" y="1135"/>
                  </a:lnTo>
                  <a:lnTo>
                    <a:pt x="3722" y="1115"/>
                  </a:lnTo>
                  <a:lnTo>
                    <a:pt x="3719" y="1077"/>
                  </a:lnTo>
                  <a:lnTo>
                    <a:pt x="3716" y="1037"/>
                  </a:lnTo>
                  <a:lnTo>
                    <a:pt x="3714" y="1019"/>
                  </a:lnTo>
                  <a:lnTo>
                    <a:pt x="3712" y="1001"/>
                  </a:lnTo>
                  <a:lnTo>
                    <a:pt x="3706" y="963"/>
                  </a:lnTo>
                  <a:lnTo>
                    <a:pt x="3700" y="927"/>
                  </a:lnTo>
                  <a:lnTo>
                    <a:pt x="3693" y="891"/>
                  </a:lnTo>
                  <a:lnTo>
                    <a:pt x="3685" y="857"/>
                  </a:lnTo>
                  <a:lnTo>
                    <a:pt x="3676" y="823"/>
                  </a:lnTo>
                  <a:lnTo>
                    <a:pt x="3667" y="791"/>
                  </a:lnTo>
                  <a:lnTo>
                    <a:pt x="3657" y="759"/>
                  </a:lnTo>
                  <a:lnTo>
                    <a:pt x="3645" y="729"/>
                  </a:lnTo>
                  <a:lnTo>
                    <a:pt x="3634" y="699"/>
                  </a:lnTo>
                  <a:lnTo>
                    <a:pt x="3621" y="671"/>
                  </a:lnTo>
                  <a:lnTo>
                    <a:pt x="3615" y="657"/>
                  </a:lnTo>
                  <a:lnTo>
                    <a:pt x="3608" y="643"/>
                  </a:lnTo>
                  <a:lnTo>
                    <a:pt x="3595" y="617"/>
                  </a:lnTo>
                  <a:lnTo>
                    <a:pt x="3580" y="593"/>
                  </a:lnTo>
                  <a:lnTo>
                    <a:pt x="3565" y="569"/>
                  </a:lnTo>
                  <a:lnTo>
                    <a:pt x="3550" y="549"/>
                  </a:lnTo>
                  <a:lnTo>
                    <a:pt x="3534" y="527"/>
                  </a:lnTo>
                  <a:lnTo>
                    <a:pt x="3517" y="509"/>
                  </a:lnTo>
                  <a:lnTo>
                    <a:pt x="3499" y="491"/>
                  </a:lnTo>
                  <a:lnTo>
                    <a:pt x="3482" y="477"/>
                  </a:lnTo>
                  <a:lnTo>
                    <a:pt x="3464" y="463"/>
                  </a:lnTo>
                  <a:lnTo>
                    <a:pt x="3445" y="451"/>
                  </a:lnTo>
                  <a:lnTo>
                    <a:pt x="3427" y="440"/>
                  </a:lnTo>
                  <a:lnTo>
                    <a:pt x="3408" y="432"/>
                  </a:lnTo>
                  <a:lnTo>
                    <a:pt x="3388" y="424"/>
                  </a:lnTo>
                  <a:lnTo>
                    <a:pt x="3368" y="420"/>
                  </a:lnTo>
                  <a:lnTo>
                    <a:pt x="3348" y="418"/>
                  </a:lnTo>
                  <a:lnTo>
                    <a:pt x="3328" y="416"/>
                  </a:lnTo>
                  <a:lnTo>
                    <a:pt x="3308" y="418"/>
                  </a:lnTo>
                  <a:lnTo>
                    <a:pt x="3298" y="418"/>
                  </a:lnTo>
                  <a:lnTo>
                    <a:pt x="3288" y="420"/>
                  </a:lnTo>
                  <a:lnTo>
                    <a:pt x="3268" y="424"/>
                  </a:lnTo>
                  <a:lnTo>
                    <a:pt x="3248" y="432"/>
                  </a:lnTo>
                  <a:lnTo>
                    <a:pt x="3229" y="440"/>
                  </a:lnTo>
                  <a:lnTo>
                    <a:pt x="3211" y="451"/>
                  </a:lnTo>
                  <a:lnTo>
                    <a:pt x="3192" y="463"/>
                  </a:lnTo>
                  <a:lnTo>
                    <a:pt x="3174" y="477"/>
                  </a:lnTo>
                  <a:lnTo>
                    <a:pt x="3156" y="491"/>
                  </a:lnTo>
                  <a:lnTo>
                    <a:pt x="3139" y="509"/>
                  </a:lnTo>
                  <a:lnTo>
                    <a:pt x="3122" y="527"/>
                  </a:lnTo>
                  <a:lnTo>
                    <a:pt x="3106" y="549"/>
                  </a:lnTo>
                  <a:lnTo>
                    <a:pt x="3091" y="569"/>
                  </a:lnTo>
                  <a:lnTo>
                    <a:pt x="3076" y="593"/>
                  </a:lnTo>
                  <a:lnTo>
                    <a:pt x="3069" y="605"/>
                  </a:lnTo>
                  <a:lnTo>
                    <a:pt x="3062" y="617"/>
                  </a:lnTo>
                  <a:lnTo>
                    <a:pt x="3048" y="643"/>
                  </a:lnTo>
                  <a:lnTo>
                    <a:pt x="3035" y="671"/>
                  </a:lnTo>
                  <a:lnTo>
                    <a:pt x="3029" y="685"/>
                  </a:lnTo>
                  <a:lnTo>
                    <a:pt x="3022" y="699"/>
                  </a:lnTo>
                  <a:lnTo>
                    <a:pt x="3011" y="729"/>
                  </a:lnTo>
                  <a:lnTo>
                    <a:pt x="3000" y="759"/>
                  </a:lnTo>
                  <a:lnTo>
                    <a:pt x="2989" y="791"/>
                  </a:lnTo>
                  <a:lnTo>
                    <a:pt x="2980" y="823"/>
                  </a:lnTo>
                  <a:lnTo>
                    <a:pt x="2971" y="857"/>
                  </a:lnTo>
                  <a:lnTo>
                    <a:pt x="2963" y="891"/>
                  </a:lnTo>
                  <a:lnTo>
                    <a:pt x="2956" y="927"/>
                  </a:lnTo>
                  <a:lnTo>
                    <a:pt x="2950" y="963"/>
                  </a:lnTo>
                  <a:lnTo>
                    <a:pt x="2947" y="981"/>
                  </a:lnTo>
                  <a:lnTo>
                    <a:pt x="2945" y="1001"/>
                  </a:lnTo>
                  <a:lnTo>
                    <a:pt x="2940" y="1037"/>
                  </a:lnTo>
                  <a:lnTo>
                    <a:pt x="2937" y="1077"/>
                  </a:lnTo>
                  <a:lnTo>
                    <a:pt x="2934" y="1115"/>
                  </a:lnTo>
                  <a:lnTo>
                    <a:pt x="2933" y="1155"/>
                  </a:lnTo>
                  <a:lnTo>
                    <a:pt x="2932" y="1195"/>
                  </a:lnTo>
                  <a:lnTo>
                    <a:pt x="2933" y="1235"/>
                  </a:lnTo>
                  <a:lnTo>
                    <a:pt x="2933" y="1255"/>
                  </a:lnTo>
                  <a:lnTo>
                    <a:pt x="2934" y="1275"/>
                  </a:lnTo>
                  <a:lnTo>
                    <a:pt x="2937" y="1313"/>
                  </a:lnTo>
                  <a:lnTo>
                    <a:pt x="2940" y="1353"/>
                  </a:lnTo>
                  <a:lnTo>
                    <a:pt x="2942" y="1370"/>
                  </a:lnTo>
                  <a:lnTo>
                    <a:pt x="2945" y="1390"/>
                  </a:lnTo>
                  <a:lnTo>
                    <a:pt x="2950" y="1426"/>
                  </a:lnTo>
                  <a:lnTo>
                    <a:pt x="2956" y="1462"/>
                  </a:lnTo>
                  <a:lnTo>
                    <a:pt x="2963" y="1498"/>
                  </a:lnTo>
                  <a:lnTo>
                    <a:pt x="2971" y="1532"/>
                  </a:lnTo>
                  <a:lnTo>
                    <a:pt x="2980" y="1566"/>
                  </a:lnTo>
                  <a:lnTo>
                    <a:pt x="2989" y="1598"/>
                  </a:lnTo>
                  <a:lnTo>
                    <a:pt x="3000" y="1630"/>
                  </a:lnTo>
                  <a:lnTo>
                    <a:pt x="3011" y="1660"/>
                  </a:lnTo>
                  <a:lnTo>
                    <a:pt x="3022" y="1690"/>
                  </a:lnTo>
                  <a:lnTo>
                    <a:pt x="3035" y="1718"/>
                  </a:lnTo>
                  <a:lnTo>
                    <a:pt x="3041" y="1732"/>
                  </a:lnTo>
                  <a:lnTo>
                    <a:pt x="3048" y="1746"/>
                  </a:lnTo>
                  <a:lnTo>
                    <a:pt x="3062" y="1772"/>
                  </a:lnTo>
                  <a:lnTo>
                    <a:pt x="3076" y="1796"/>
                  </a:lnTo>
                  <a:lnTo>
                    <a:pt x="3091" y="1820"/>
                  </a:lnTo>
                  <a:lnTo>
                    <a:pt x="3106" y="1840"/>
                  </a:lnTo>
                  <a:lnTo>
                    <a:pt x="3122" y="1862"/>
                  </a:lnTo>
                  <a:lnTo>
                    <a:pt x="3139" y="1880"/>
                  </a:lnTo>
                  <a:lnTo>
                    <a:pt x="3156" y="1898"/>
                  </a:lnTo>
                  <a:lnTo>
                    <a:pt x="3174" y="1912"/>
                  </a:lnTo>
                  <a:lnTo>
                    <a:pt x="3192" y="1926"/>
                  </a:lnTo>
                  <a:lnTo>
                    <a:pt x="3211" y="1940"/>
                  </a:lnTo>
                  <a:lnTo>
                    <a:pt x="3229" y="1950"/>
                  </a:lnTo>
                  <a:lnTo>
                    <a:pt x="3248" y="1958"/>
                  </a:lnTo>
                  <a:lnTo>
                    <a:pt x="3268" y="1966"/>
                  </a:lnTo>
                  <a:lnTo>
                    <a:pt x="3288" y="1970"/>
                  </a:lnTo>
                  <a:lnTo>
                    <a:pt x="3308" y="1974"/>
                  </a:lnTo>
                  <a:lnTo>
                    <a:pt x="3328" y="1974"/>
                  </a:lnTo>
                  <a:close/>
                  <a:moveTo>
                    <a:pt x="3326" y="0"/>
                  </a:moveTo>
                  <a:lnTo>
                    <a:pt x="3357" y="2"/>
                  </a:lnTo>
                  <a:lnTo>
                    <a:pt x="3373" y="4"/>
                  </a:lnTo>
                  <a:lnTo>
                    <a:pt x="3388" y="8"/>
                  </a:lnTo>
                  <a:lnTo>
                    <a:pt x="3404" y="10"/>
                  </a:lnTo>
                  <a:lnTo>
                    <a:pt x="3419" y="14"/>
                  </a:lnTo>
                  <a:lnTo>
                    <a:pt x="3434" y="20"/>
                  </a:lnTo>
                  <a:lnTo>
                    <a:pt x="3449" y="26"/>
                  </a:lnTo>
                  <a:lnTo>
                    <a:pt x="3464" y="32"/>
                  </a:lnTo>
                  <a:lnTo>
                    <a:pt x="3479" y="38"/>
                  </a:lnTo>
                  <a:lnTo>
                    <a:pt x="3493" y="46"/>
                  </a:lnTo>
                  <a:lnTo>
                    <a:pt x="3509" y="54"/>
                  </a:lnTo>
                  <a:lnTo>
                    <a:pt x="3537" y="74"/>
                  </a:lnTo>
                  <a:lnTo>
                    <a:pt x="3551" y="84"/>
                  </a:lnTo>
                  <a:lnTo>
                    <a:pt x="3565" y="94"/>
                  </a:lnTo>
                  <a:lnTo>
                    <a:pt x="3579" y="106"/>
                  </a:lnTo>
                  <a:lnTo>
                    <a:pt x="3592" y="118"/>
                  </a:lnTo>
                  <a:lnTo>
                    <a:pt x="3605" y="132"/>
                  </a:lnTo>
                  <a:lnTo>
                    <a:pt x="3619" y="144"/>
                  </a:lnTo>
                  <a:lnTo>
                    <a:pt x="3631" y="158"/>
                  </a:lnTo>
                  <a:lnTo>
                    <a:pt x="3644" y="174"/>
                  </a:lnTo>
                  <a:lnTo>
                    <a:pt x="3669" y="204"/>
                  </a:lnTo>
                  <a:lnTo>
                    <a:pt x="3681" y="220"/>
                  </a:lnTo>
                  <a:lnTo>
                    <a:pt x="3693" y="238"/>
                  </a:lnTo>
                  <a:lnTo>
                    <a:pt x="3705" y="254"/>
                  </a:lnTo>
                  <a:lnTo>
                    <a:pt x="3716" y="272"/>
                  </a:lnTo>
                  <a:lnTo>
                    <a:pt x="3727" y="292"/>
                  </a:lnTo>
                  <a:lnTo>
                    <a:pt x="3738" y="310"/>
                  </a:lnTo>
                  <a:lnTo>
                    <a:pt x="3760" y="350"/>
                  </a:lnTo>
                  <a:lnTo>
                    <a:pt x="3770" y="370"/>
                  </a:lnTo>
                  <a:lnTo>
                    <a:pt x="3780" y="392"/>
                  </a:lnTo>
                  <a:lnTo>
                    <a:pt x="3799" y="434"/>
                  </a:lnTo>
                  <a:lnTo>
                    <a:pt x="3808" y="455"/>
                  </a:lnTo>
                  <a:lnTo>
                    <a:pt x="3817" y="479"/>
                  </a:lnTo>
                  <a:lnTo>
                    <a:pt x="3834" y="525"/>
                  </a:lnTo>
                  <a:lnTo>
                    <a:pt x="3851" y="573"/>
                  </a:lnTo>
                  <a:lnTo>
                    <a:pt x="3866" y="623"/>
                  </a:lnTo>
                  <a:lnTo>
                    <a:pt x="3873" y="649"/>
                  </a:lnTo>
                  <a:lnTo>
                    <a:pt x="3879" y="675"/>
                  </a:lnTo>
                  <a:lnTo>
                    <a:pt x="3886" y="701"/>
                  </a:lnTo>
                  <a:lnTo>
                    <a:pt x="3892" y="727"/>
                  </a:lnTo>
                  <a:lnTo>
                    <a:pt x="3903" y="781"/>
                  </a:lnTo>
                  <a:lnTo>
                    <a:pt x="3908" y="809"/>
                  </a:lnTo>
                  <a:lnTo>
                    <a:pt x="3912" y="837"/>
                  </a:lnTo>
                  <a:lnTo>
                    <a:pt x="3916" y="865"/>
                  </a:lnTo>
                  <a:lnTo>
                    <a:pt x="3920" y="893"/>
                  </a:lnTo>
                  <a:lnTo>
                    <a:pt x="3924" y="921"/>
                  </a:lnTo>
                  <a:lnTo>
                    <a:pt x="3927" y="951"/>
                  </a:lnTo>
                  <a:lnTo>
                    <a:pt x="3933" y="1009"/>
                  </a:lnTo>
                  <a:lnTo>
                    <a:pt x="3937" y="1069"/>
                  </a:lnTo>
                  <a:lnTo>
                    <a:pt x="3938" y="1099"/>
                  </a:lnTo>
                  <a:lnTo>
                    <a:pt x="3939" y="1129"/>
                  </a:lnTo>
                  <a:lnTo>
                    <a:pt x="3940" y="1161"/>
                  </a:lnTo>
                  <a:lnTo>
                    <a:pt x="3940" y="1191"/>
                  </a:lnTo>
                  <a:lnTo>
                    <a:pt x="3939" y="1253"/>
                  </a:lnTo>
                  <a:lnTo>
                    <a:pt x="3938" y="1283"/>
                  </a:lnTo>
                  <a:lnTo>
                    <a:pt x="3937" y="1313"/>
                  </a:lnTo>
                  <a:lnTo>
                    <a:pt x="3935" y="1343"/>
                  </a:lnTo>
                  <a:lnTo>
                    <a:pt x="3933" y="1372"/>
                  </a:lnTo>
                  <a:lnTo>
                    <a:pt x="3930" y="1400"/>
                  </a:lnTo>
                  <a:lnTo>
                    <a:pt x="3927" y="1430"/>
                  </a:lnTo>
                  <a:lnTo>
                    <a:pt x="3924" y="1458"/>
                  </a:lnTo>
                  <a:lnTo>
                    <a:pt x="3920" y="1488"/>
                  </a:lnTo>
                  <a:lnTo>
                    <a:pt x="3916" y="1516"/>
                  </a:lnTo>
                  <a:lnTo>
                    <a:pt x="3912" y="1544"/>
                  </a:lnTo>
                  <a:lnTo>
                    <a:pt x="3903" y="1600"/>
                  </a:lnTo>
                  <a:lnTo>
                    <a:pt x="3897" y="1626"/>
                  </a:lnTo>
                  <a:lnTo>
                    <a:pt x="3892" y="1654"/>
                  </a:lnTo>
                  <a:lnTo>
                    <a:pt x="3886" y="1680"/>
                  </a:lnTo>
                  <a:lnTo>
                    <a:pt x="3879" y="1706"/>
                  </a:lnTo>
                  <a:lnTo>
                    <a:pt x="3873" y="1732"/>
                  </a:lnTo>
                  <a:lnTo>
                    <a:pt x="3866" y="1758"/>
                  </a:lnTo>
                  <a:lnTo>
                    <a:pt x="3859" y="1782"/>
                  </a:lnTo>
                  <a:lnTo>
                    <a:pt x="3851" y="1808"/>
                  </a:lnTo>
                  <a:lnTo>
                    <a:pt x="3843" y="1832"/>
                  </a:lnTo>
                  <a:lnTo>
                    <a:pt x="3834" y="1856"/>
                  </a:lnTo>
                  <a:lnTo>
                    <a:pt x="3826" y="1880"/>
                  </a:lnTo>
                  <a:lnTo>
                    <a:pt x="3817" y="1902"/>
                  </a:lnTo>
                  <a:lnTo>
                    <a:pt x="3808" y="1926"/>
                  </a:lnTo>
                  <a:lnTo>
                    <a:pt x="3799" y="1948"/>
                  </a:lnTo>
                  <a:lnTo>
                    <a:pt x="3780" y="1990"/>
                  </a:lnTo>
                  <a:lnTo>
                    <a:pt x="3770" y="2012"/>
                  </a:lnTo>
                  <a:lnTo>
                    <a:pt x="3760" y="2032"/>
                  </a:lnTo>
                  <a:lnTo>
                    <a:pt x="3738" y="2072"/>
                  </a:lnTo>
                  <a:lnTo>
                    <a:pt x="3727" y="2090"/>
                  </a:lnTo>
                  <a:lnTo>
                    <a:pt x="3716" y="2110"/>
                  </a:lnTo>
                  <a:lnTo>
                    <a:pt x="3693" y="2144"/>
                  </a:lnTo>
                  <a:lnTo>
                    <a:pt x="3681" y="2162"/>
                  </a:lnTo>
                  <a:lnTo>
                    <a:pt x="3669" y="2178"/>
                  </a:lnTo>
                  <a:lnTo>
                    <a:pt x="3644" y="2208"/>
                  </a:lnTo>
                  <a:lnTo>
                    <a:pt x="3619" y="2238"/>
                  </a:lnTo>
                  <a:lnTo>
                    <a:pt x="3592" y="2264"/>
                  </a:lnTo>
                  <a:lnTo>
                    <a:pt x="3565" y="2287"/>
                  </a:lnTo>
                  <a:lnTo>
                    <a:pt x="3537" y="2307"/>
                  </a:lnTo>
                  <a:lnTo>
                    <a:pt x="3523" y="2317"/>
                  </a:lnTo>
                  <a:lnTo>
                    <a:pt x="3509" y="2327"/>
                  </a:lnTo>
                  <a:lnTo>
                    <a:pt x="3493" y="2335"/>
                  </a:lnTo>
                  <a:lnTo>
                    <a:pt x="3479" y="2343"/>
                  </a:lnTo>
                  <a:lnTo>
                    <a:pt x="3449" y="2355"/>
                  </a:lnTo>
                  <a:lnTo>
                    <a:pt x="3434" y="2361"/>
                  </a:lnTo>
                  <a:lnTo>
                    <a:pt x="3419" y="2367"/>
                  </a:lnTo>
                  <a:lnTo>
                    <a:pt x="3388" y="2373"/>
                  </a:lnTo>
                  <a:lnTo>
                    <a:pt x="3357" y="2379"/>
                  </a:lnTo>
                  <a:lnTo>
                    <a:pt x="3326" y="2381"/>
                  </a:lnTo>
                  <a:lnTo>
                    <a:pt x="3294" y="2379"/>
                  </a:lnTo>
                  <a:lnTo>
                    <a:pt x="3279" y="2377"/>
                  </a:lnTo>
                  <a:lnTo>
                    <a:pt x="3263" y="2373"/>
                  </a:lnTo>
                  <a:lnTo>
                    <a:pt x="3248" y="2371"/>
                  </a:lnTo>
                  <a:lnTo>
                    <a:pt x="3233" y="2367"/>
                  </a:lnTo>
                  <a:lnTo>
                    <a:pt x="3218" y="2361"/>
                  </a:lnTo>
                  <a:lnTo>
                    <a:pt x="3203" y="2355"/>
                  </a:lnTo>
                  <a:lnTo>
                    <a:pt x="3188" y="2349"/>
                  </a:lnTo>
                  <a:lnTo>
                    <a:pt x="3173" y="2343"/>
                  </a:lnTo>
                  <a:lnTo>
                    <a:pt x="3143" y="2327"/>
                  </a:lnTo>
                  <a:lnTo>
                    <a:pt x="3115" y="2307"/>
                  </a:lnTo>
                  <a:lnTo>
                    <a:pt x="3101" y="2297"/>
                  </a:lnTo>
                  <a:lnTo>
                    <a:pt x="3087" y="2287"/>
                  </a:lnTo>
                  <a:lnTo>
                    <a:pt x="3073" y="2275"/>
                  </a:lnTo>
                  <a:lnTo>
                    <a:pt x="3060" y="2264"/>
                  </a:lnTo>
                  <a:lnTo>
                    <a:pt x="3046" y="2250"/>
                  </a:lnTo>
                  <a:lnTo>
                    <a:pt x="3033" y="2238"/>
                  </a:lnTo>
                  <a:lnTo>
                    <a:pt x="3020" y="2224"/>
                  </a:lnTo>
                  <a:lnTo>
                    <a:pt x="3008" y="2208"/>
                  </a:lnTo>
                  <a:lnTo>
                    <a:pt x="2983" y="2178"/>
                  </a:lnTo>
                  <a:lnTo>
                    <a:pt x="2971" y="2162"/>
                  </a:lnTo>
                  <a:lnTo>
                    <a:pt x="2959" y="2144"/>
                  </a:lnTo>
                  <a:lnTo>
                    <a:pt x="2947" y="2126"/>
                  </a:lnTo>
                  <a:lnTo>
                    <a:pt x="2936" y="2110"/>
                  </a:lnTo>
                  <a:lnTo>
                    <a:pt x="2925" y="2090"/>
                  </a:lnTo>
                  <a:lnTo>
                    <a:pt x="2914" y="2072"/>
                  </a:lnTo>
                  <a:lnTo>
                    <a:pt x="2892" y="2032"/>
                  </a:lnTo>
                  <a:lnTo>
                    <a:pt x="2882" y="2012"/>
                  </a:lnTo>
                  <a:lnTo>
                    <a:pt x="2872" y="1990"/>
                  </a:lnTo>
                  <a:lnTo>
                    <a:pt x="2853" y="1948"/>
                  </a:lnTo>
                  <a:lnTo>
                    <a:pt x="2844" y="1926"/>
                  </a:lnTo>
                  <a:lnTo>
                    <a:pt x="2834" y="1902"/>
                  </a:lnTo>
                  <a:lnTo>
                    <a:pt x="2817" y="1856"/>
                  </a:lnTo>
                  <a:lnTo>
                    <a:pt x="2801" y="1808"/>
                  </a:lnTo>
                  <a:lnTo>
                    <a:pt x="2786" y="1758"/>
                  </a:lnTo>
                  <a:lnTo>
                    <a:pt x="2779" y="1732"/>
                  </a:lnTo>
                  <a:lnTo>
                    <a:pt x="2772" y="1706"/>
                  </a:lnTo>
                  <a:lnTo>
                    <a:pt x="2766" y="1680"/>
                  </a:lnTo>
                  <a:lnTo>
                    <a:pt x="2760" y="1654"/>
                  </a:lnTo>
                  <a:lnTo>
                    <a:pt x="2749" y="1600"/>
                  </a:lnTo>
                  <a:lnTo>
                    <a:pt x="2744" y="1572"/>
                  </a:lnTo>
                  <a:lnTo>
                    <a:pt x="2740" y="1544"/>
                  </a:lnTo>
                  <a:lnTo>
                    <a:pt x="2735" y="1516"/>
                  </a:lnTo>
                  <a:lnTo>
                    <a:pt x="2731" y="1488"/>
                  </a:lnTo>
                  <a:lnTo>
                    <a:pt x="2728" y="1458"/>
                  </a:lnTo>
                  <a:lnTo>
                    <a:pt x="2725" y="1430"/>
                  </a:lnTo>
                  <a:lnTo>
                    <a:pt x="2719" y="1372"/>
                  </a:lnTo>
                  <a:lnTo>
                    <a:pt x="2715" y="1313"/>
                  </a:lnTo>
                  <a:lnTo>
                    <a:pt x="2714" y="1283"/>
                  </a:lnTo>
                  <a:lnTo>
                    <a:pt x="2713" y="1253"/>
                  </a:lnTo>
                  <a:lnTo>
                    <a:pt x="2712" y="1221"/>
                  </a:lnTo>
                  <a:lnTo>
                    <a:pt x="2712" y="1191"/>
                  </a:lnTo>
                  <a:lnTo>
                    <a:pt x="2713" y="1129"/>
                  </a:lnTo>
                  <a:lnTo>
                    <a:pt x="2714" y="1099"/>
                  </a:lnTo>
                  <a:lnTo>
                    <a:pt x="2715" y="1069"/>
                  </a:lnTo>
                  <a:lnTo>
                    <a:pt x="2717" y="1039"/>
                  </a:lnTo>
                  <a:lnTo>
                    <a:pt x="2719" y="1009"/>
                  </a:lnTo>
                  <a:lnTo>
                    <a:pt x="2722" y="981"/>
                  </a:lnTo>
                  <a:lnTo>
                    <a:pt x="2725" y="951"/>
                  </a:lnTo>
                  <a:lnTo>
                    <a:pt x="2728" y="921"/>
                  </a:lnTo>
                  <a:lnTo>
                    <a:pt x="2731" y="893"/>
                  </a:lnTo>
                  <a:lnTo>
                    <a:pt x="2735" y="865"/>
                  </a:lnTo>
                  <a:lnTo>
                    <a:pt x="2740" y="837"/>
                  </a:lnTo>
                  <a:lnTo>
                    <a:pt x="2749" y="781"/>
                  </a:lnTo>
                  <a:lnTo>
                    <a:pt x="2755" y="755"/>
                  </a:lnTo>
                  <a:lnTo>
                    <a:pt x="2760" y="727"/>
                  </a:lnTo>
                  <a:lnTo>
                    <a:pt x="2766" y="701"/>
                  </a:lnTo>
                  <a:lnTo>
                    <a:pt x="2772" y="675"/>
                  </a:lnTo>
                  <a:lnTo>
                    <a:pt x="2779" y="649"/>
                  </a:lnTo>
                  <a:lnTo>
                    <a:pt x="2786" y="623"/>
                  </a:lnTo>
                  <a:lnTo>
                    <a:pt x="2793" y="599"/>
                  </a:lnTo>
                  <a:lnTo>
                    <a:pt x="2801" y="573"/>
                  </a:lnTo>
                  <a:lnTo>
                    <a:pt x="2808" y="549"/>
                  </a:lnTo>
                  <a:lnTo>
                    <a:pt x="2817" y="525"/>
                  </a:lnTo>
                  <a:lnTo>
                    <a:pt x="2825" y="501"/>
                  </a:lnTo>
                  <a:lnTo>
                    <a:pt x="2834" y="479"/>
                  </a:lnTo>
                  <a:lnTo>
                    <a:pt x="2844" y="455"/>
                  </a:lnTo>
                  <a:lnTo>
                    <a:pt x="2853" y="434"/>
                  </a:lnTo>
                  <a:lnTo>
                    <a:pt x="2872" y="392"/>
                  </a:lnTo>
                  <a:lnTo>
                    <a:pt x="2882" y="370"/>
                  </a:lnTo>
                  <a:lnTo>
                    <a:pt x="2892" y="350"/>
                  </a:lnTo>
                  <a:lnTo>
                    <a:pt x="2914" y="310"/>
                  </a:lnTo>
                  <a:lnTo>
                    <a:pt x="2925" y="292"/>
                  </a:lnTo>
                  <a:lnTo>
                    <a:pt x="2936" y="272"/>
                  </a:lnTo>
                  <a:lnTo>
                    <a:pt x="2959" y="238"/>
                  </a:lnTo>
                  <a:lnTo>
                    <a:pt x="2971" y="220"/>
                  </a:lnTo>
                  <a:lnTo>
                    <a:pt x="2983" y="204"/>
                  </a:lnTo>
                  <a:lnTo>
                    <a:pt x="3008" y="174"/>
                  </a:lnTo>
                  <a:lnTo>
                    <a:pt x="3033" y="144"/>
                  </a:lnTo>
                  <a:lnTo>
                    <a:pt x="3060" y="118"/>
                  </a:lnTo>
                  <a:lnTo>
                    <a:pt x="3087" y="94"/>
                  </a:lnTo>
                  <a:lnTo>
                    <a:pt x="3115" y="74"/>
                  </a:lnTo>
                  <a:lnTo>
                    <a:pt x="3129" y="64"/>
                  </a:lnTo>
                  <a:lnTo>
                    <a:pt x="3143" y="54"/>
                  </a:lnTo>
                  <a:lnTo>
                    <a:pt x="3157" y="46"/>
                  </a:lnTo>
                  <a:lnTo>
                    <a:pt x="3173" y="38"/>
                  </a:lnTo>
                  <a:lnTo>
                    <a:pt x="3203" y="26"/>
                  </a:lnTo>
                  <a:lnTo>
                    <a:pt x="3218" y="20"/>
                  </a:lnTo>
                  <a:lnTo>
                    <a:pt x="3233" y="14"/>
                  </a:lnTo>
                  <a:lnTo>
                    <a:pt x="3263" y="8"/>
                  </a:lnTo>
                  <a:lnTo>
                    <a:pt x="3294" y="2"/>
                  </a:lnTo>
                  <a:lnTo>
                    <a:pt x="3326" y="0"/>
                  </a:lnTo>
                  <a:close/>
                  <a:moveTo>
                    <a:pt x="3328" y="969"/>
                  </a:moveTo>
                  <a:lnTo>
                    <a:pt x="3340" y="969"/>
                  </a:lnTo>
                  <a:lnTo>
                    <a:pt x="3352" y="973"/>
                  </a:lnTo>
                  <a:lnTo>
                    <a:pt x="3363" y="979"/>
                  </a:lnTo>
                  <a:lnTo>
                    <a:pt x="3369" y="983"/>
                  </a:lnTo>
                  <a:lnTo>
                    <a:pt x="3375" y="987"/>
                  </a:lnTo>
                  <a:lnTo>
                    <a:pt x="3385" y="995"/>
                  </a:lnTo>
                  <a:lnTo>
                    <a:pt x="3395" y="1007"/>
                  </a:lnTo>
                  <a:lnTo>
                    <a:pt x="3404" y="1019"/>
                  </a:lnTo>
                  <a:lnTo>
                    <a:pt x="3413" y="1033"/>
                  </a:lnTo>
                  <a:lnTo>
                    <a:pt x="3421" y="1049"/>
                  </a:lnTo>
                  <a:lnTo>
                    <a:pt x="3428" y="1067"/>
                  </a:lnTo>
                  <a:lnTo>
                    <a:pt x="3431" y="1075"/>
                  </a:lnTo>
                  <a:lnTo>
                    <a:pt x="3434" y="1085"/>
                  </a:lnTo>
                  <a:lnTo>
                    <a:pt x="3439" y="1105"/>
                  </a:lnTo>
                  <a:lnTo>
                    <a:pt x="3441" y="1115"/>
                  </a:lnTo>
                  <a:lnTo>
                    <a:pt x="3443" y="1125"/>
                  </a:lnTo>
                  <a:lnTo>
                    <a:pt x="3444" y="1135"/>
                  </a:lnTo>
                  <a:lnTo>
                    <a:pt x="3446" y="1147"/>
                  </a:lnTo>
                  <a:lnTo>
                    <a:pt x="3447" y="1157"/>
                  </a:lnTo>
                  <a:lnTo>
                    <a:pt x="3447" y="1169"/>
                  </a:lnTo>
                  <a:lnTo>
                    <a:pt x="3448" y="1179"/>
                  </a:lnTo>
                  <a:lnTo>
                    <a:pt x="3448" y="1191"/>
                  </a:lnTo>
                  <a:lnTo>
                    <a:pt x="3447" y="1213"/>
                  </a:lnTo>
                  <a:lnTo>
                    <a:pt x="3446" y="1235"/>
                  </a:lnTo>
                  <a:lnTo>
                    <a:pt x="3443" y="1257"/>
                  </a:lnTo>
                  <a:lnTo>
                    <a:pt x="3439" y="1277"/>
                  </a:lnTo>
                  <a:lnTo>
                    <a:pt x="3434" y="1297"/>
                  </a:lnTo>
                  <a:lnTo>
                    <a:pt x="3431" y="1307"/>
                  </a:lnTo>
                  <a:lnTo>
                    <a:pt x="3428" y="1315"/>
                  </a:lnTo>
                  <a:lnTo>
                    <a:pt x="3421" y="1333"/>
                  </a:lnTo>
                  <a:lnTo>
                    <a:pt x="3413" y="1349"/>
                  </a:lnTo>
                  <a:lnTo>
                    <a:pt x="3404" y="1362"/>
                  </a:lnTo>
                  <a:lnTo>
                    <a:pt x="3395" y="1374"/>
                  </a:lnTo>
                  <a:lnTo>
                    <a:pt x="3385" y="1386"/>
                  </a:lnTo>
                  <a:lnTo>
                    <a:pt x="3375" y="1394"/>
                  </a:lnTo>
                  <a:lnTo>
                    <a:pt x="3369" y="1398"/>
                  </a:lnTo>
                  <a:lnTo>
                    <a:pt x="3363" y="1402"/>
                  </a:lnTo>
                  <a:lnTo>
                    <a:pt x="3352" y="1408"/>
                  </a:lnTo>
                  <a:lnTo>
                    <a:pt x="3340" y="1412"/>
                  </a:lnTo>
                  <a:lnTo>
                    <a:pt x="3334" y="1412"/>
                  </a:lnTo>
                  <a:lnTo>
                    <a:pt x="3328" y="1412"/>
                  </a:lnTo>
                  <a:lnTo>
                    <a:pt x="3315" y="1412"/>
                  </a:lnTo>
                  <a:lnTo>
                    <a:pt x="3303" y="1408"/>
                  </a:lnTo>
                  <a:lnTo>
                    <a:pt x="3292" y="1402"/>
                  </a:lnTo>
                  <a:lnTo>
                    <a:pt x="3286" y="1398"/>
                  </a:lnTo>
                  <a:lnTo>
                    <a:pt x="3281" y="1394"/>
                  </a:lnTo>
                  <a:lnTo>
                    <a:pt x="3270" y="1386"/>
                  </a:lnTo>
                  <a:lnTo>
                    <a:pt x="3260" y="1374"/>
                  </a:lnTo>
                  <a:lnTo>
                    <a:pt x="3251" y="1362"/>
                  </a:lnTo>
                  <a:lnTo>
                    <a:pt x="3242" y="1349"/>
                  </a:lnTo>
                  <a:lnTo>
                    <a:pt x="3235" y="1333"/>
                  </a:lnTo>
                  <a:lnTo>
                    <a:pt x="3228" y="1315"/>
                  </a:lnTo>
                  <a:lnTo>
                    <a:pt x="3225" y="1307"/>
                  </a:lnTo>
                  <a:lnTo>
                    <a:pt x="3222" y="1297"/>
                  </a:lnTo>
                  <a:lnTo>
                    <a:pt x="3217" y="1277"/>
                  </a:lnTo>
                  <a:lnTo>
                    <a:pt x="3215" y="1267"/>
                  </a:lnTo>
                  <a:lnTo>
                    <a:pt x="3213" y="1257"/>
                  </a:lnTo>
                  <a:lnTo>
                    <a:pt x="3211" y="1247"/>
                  </a:lnTo>
                  <a:lnTo>
                    <a:pt x="3210" y="1235"/>
                  </a:lnTo>
                  <a:lnTo>
                    <a:pt x="3209" y="1225"/>
                  </a:lnTo>
                  <a:lnTo>
                    <a:pt x="3208" y="1213"/>
                  </a:lnTo>
                  <a:lnTo>
                    <a:pt x="3207" y="1203"/>
                  </a:lnTo>
                  <a:lnTo>
                    <a:pt x="3207" y="1191"/>
                  </a:lnTo>
                  <a:lnTo>
                    <a:pt x="3208" y="1169"/>
                  </a:lnTo>
                  <a:lnTo>
                    <a:pt x="3210" y="1147"/>
                  </a:lnTo>
                  <a:lnTo>
                    <a:pt x="3213" y="1125"/>
                  </a:lnTo>
                  <a:lnTo>
                    <a:pt x="3217" y="1105"/>
                  </a:lnTo>
                  <a:lnTo>
                    <a:pt x="3222" y="1085"/>
                  </a:lnTo>
                  <a:lnTo>
                    <a:pt x="3225" y="1075"/>
                  </a:lnTo>
                  <a:lnTo>
                    <a:pt x="3228" y="1067"/>
                  </a:lnTo>
                  <a:lnTo>
                    <a:pt x="3235" y="1049"/>
                  </a:lnTo>
                  <a:lnTo>
                    <a:pt x="3242" y="1033"/>
                  </a:lnTo>
                  <a:lnTo>
                    <a:pt x="3251" y="1019"/>
                  </a:lnTo>
                  <a:lnTo>
                    <a:pt x="3260" y="1007"/>
                  </a:lnTo>
                  <a:lnTo>
                    <a:pt x="3270" y="995"/>
                  </a:lnTo>
                  <a:lnTo>
                    <a:pt x="3281" y="987"/>
                  </a:lnTo>
                  <a:lnTo>
                    <a:pt x="3286" y="983"/>
                  </a:lnTo>
                  <a:lnTo>
                    <a:pt x="3292" y="979"/>
                  </a:lnTo>
                  <a:lnTo>
                    <a:pt x="3303" y="973"/>
                  </a:lnTo>
                  <a:lnTo>
                    <a:pt x="3315" y="969"/>
                  </a:lnTo>
                  <a:lnTo>
                    <a:pt x="3321" y="969"/>
                  </a:lnTo>
                  <a:lnTo>
                    <a:pt x="3328" y="969"/>
                  </a:lnTo>
                  <a:close/>
                  <a:moveTo>
                    <a:pt x="485" y="1812"/>
                  </a:moveTo>
                  <a:lnTo>
                    <a:pt x="502" y="1814"/>
                  </a:lnTo>
                  <a:lnTo>
                    <a:pt x="517" y="1816"/>
                  </a:lnTo>
                  <a:lnTo>
                    <a:pt x="524" y="1818"/>
                  </a:lnTo>
                  <a:lnTo>
                    <a:pt x="530" y="1820"/>
                  </a:lnTo>
                  <a:lnTo>
                    <a:pt x="537" y="1824"/>
                  </a:lnTo>
                  <a:lnTo>
                    <a:pt x="543" y="1826"/>
                  </a:lnTo>
                  <a:lnTo>
                    <a:pt x="555" y="1834"/>
                  </a:lnTo>
                  <a:lnTo>
                    <a:pt x="565" y="1844"/>
                  </a:lnTo>
                  <a:lnTo>
                    <a:pt x="570" y="1850"/>
                  </a:lnTo>
                  <a:lnTo>
                    <a:pt x="575" y="1856"/>
                  </a:lnTo>
                  <a:lnTo>
                    <a:pt x="584" y="1868"/>
                  </a:lnTo>
                  <a:lnTo>
                    <a:pt x="588" y="1876"/>
                  </a:lnTo>
                  <a:lnTo>
                    <a:pt x="591" y="1884"/>
                  </a:lnTo>
                  <a:lnTo>
                    <a:pt x="598" y="1900"/>
                  </a:lnTo>
                  <a:lnTo>
                    <a:pt x="601" y="1908"/>
                  </a:lnTo>
                  <a:lnTo>
                    <a:pt x="603" y="1918"/>
                  </a:lnTo>
                  <a:lnTo>
                    <a:pt x="606" y="1928"/>
                  </a:lnTo>
                  <a:lnTo>
                    <a:pt x="608" y="1938"/>
                  </a:lnTo>
                  <a:lnTo>
                    <a:pt x="612" y="1960"/>
                  </a:lnTo>
                  <a:lnTo>
                    <a:pt x="614" y="1984"/>
                  </a:lnTo>
                  <a:lnTo>
                    <a:pt x="615" y="1996"/>
                  </a:lnTo>
                  <a:lnTo>
                    <a:pt x="616" y="2008"/>
                  </a:lnTo>
                  <a:lnTo>
                    <a:pt x="616" y="2036"/>
                  </a:lnTo>
                  <a:lnTo>
                    <a:pt x="616" y="2062"/>
                  </a:lnTo>
                  <a:lnTo>
                    <a:pt x="615" y="2074"/>
                  </a:lnTo>
                  <a:lnTo>
                    <a:pt x="614" y="2086"/>
                  </a:lnTo>
                  <a:lnTo>
                    <a:pt x="612" y="2108"/>
                  </a:lnTo>
                  <a:lnTo>
                    <a:pt x="608" y="2128"/>
                  </a:lnTo>
                  <a:lnTo>
                    <a:pt x="606" y="2138"/>
                  </a:lnTo>
                  <a:lnTo>
                    <a:pt x="603" y="2148"/>
                  </a:lnTo>
                  <a:lnTo>
                    <a:pt x="598" y="2164"/>
                  </a:lnTo>
                  <a:lnTo>
                    <a:pt x="591" y="2180"/>
                  </a:lnTo>
                  <a:lnTo>
                    <a:pt x="588" y="2188"/>
                  </a:lnTo>
                  <a:lnTo>
                    <a:pt x="584" y="2194"/>
                  </a:lnTo>
                  <a:lnTo>
                    <a:pt x="575" y="2206"/>
                  </a:lnTo>
                  <a:lnTo>
                    <a:pt x="570" y="2212"/>
                  </a:lnTo>
                  <a:lnTo>
                    <a:pt x="565" y="2218"/>
                  </a:lnTo>
                  <a:lnTo>
                    <a:pt x="560" y="2222"/>
                  </a:lnTo>
                  <a:lnTo>
                    <a:pt x="555" y="2226"/>
                  </a:lnTo>
                  <a:lnTo>
                    <a:pt x="543" y="2234"/>
                  </a:lnTo>
                  <a:lnTo>
                    <a:pt x="530" y="2240"/>
                  </a:lnTo>
                  <a:lnTo>
                    <a:pt x="517" y="2244"/>
                  </a:lnTo>
                  <a:lnTo>
                    <a:pt x="502" y="2246"/>
                  </a:lnTo>
                  <a:lnTo>
                    <a:pt x="485" y="2248"/>
                  </a:lnTo>
                  <a:lnTo>
                    <a:pt x="135" y="2248"/>
                  </a:lnTo>
                  <a:lnTo>
                    <a:pt x="118" y="2246"/>
                  </a:lnTo>
                  <a:lnTo>
                    <a:pt x="110" y="2246"/>
                  </a:lnTo>
                  <a:lnTo>
                    <a:pt x="103" y="2244"/>
                  </a:lnTo>
                  <a:lnTo>
                    <a:pt x="89" y="2238"/>
                  </a:lnTo>
                  <a:lnTo>
                    <a:pt x="76" y="2232"/>
                  </a:lnTo>
                  <a:lnTo>
                    <a:pt x="70" y="2228"/>
                  </a:lnTo>
                  <a:lnTo>
                    <a:pt x="64" y="2222"/>
                  </a:lnTo>
                  <a:lnTo>
                    <a:pt x="53" y="2212"/>
                  </a:lnTo>
                  <a:lnTo>
                    <a:pt x="43" y="2198"/>
                  </a:lnTo>
                  <a:lnTo>
                    <a:pt x="38" y="2192"/>
                  </a:lnTo>
                  <a:lnTo>
                    <a:pt x="34" y="2184"/>
                  </a:lnTo>
                  <a:lnTo>
                    <a:pt x="30" y="2176"/>
                  </a:lnTo>
                  <a:lnTo>
                    <a:pt x="26" y="2166"/>
                  </a:lnTo>
                  <a:lnTo>
                    <a:pt x="22" y="2158"/>
                  </a:lnTo>
                  <a:lnTo>
                    <a:pt x="19" y="2148"/>
                  </a:lnTo>
                  <a:lnTo>
                    <a:pt x="13" y="2126"/>
                  </a:lnTo>
                  <a:lnTo>
                    <a:pt x="9" y="2104"/>
                  </a:lnTo>
                  <a:lnTo>
                    <a:pt x="7" y="2092"/>
                  </a:lnTo>
                  <a:lnTo>
                    <a:pt x="5" y="2078"/>
                  </a:lnTo>
                  <a:lnTo>
                    <a:pt x="3" y="2066"/>
                  </a:lnTo>
                  <a:lnTo>
                    <a:pt x="2" y="2052"/>
                  </a:lnTo>
                  <a:lnTo>
                    <a:pt x="1" y="2038"/>
                  </a:lnTo>
                  <a:lnTo>
                    <a:pt x="1" y="2022"/>
                  </a:lnTo>
                  <a:lnTo>
                    <a:pt x="0" y="1992"/>
                  </a:lnTo>
                  <a:lnTo>
                    <a:pt x="0" y="479"/>
                  </a:lnTo>
                  <a:lnTo>
                    <a:pt x="1" y="450"/>
                  </a:lnTo>
                  <a:lnTo>
                    <a:pt x="1" y="436"/>
                  </a:lnTo>
                  <a:lnTo>
                    <a:pt x="2" y="422"/>
                  </a:lnTo>
                  <a:lnTo>
                    <a:pt x="5" y="398"/>
                  </a:lnTo>
                  <a:lnTo>
                    <a:pt x="8" y="374"/>
                  </a:lnTo>
                  <a:lnTo>
                    <a:pt x="10" y="362"/>
                  </a:lnTo>
                  <a:lnTo>
                    <a:pt x="13" y="352"/>
                  </a:lnTo>
                  <a:lnTo>
                    <a:pt x="18" y="332"/>
                  </a:lnTo>
                  <a:lnTo>
                    <a:pt x="25" y="312"/>
                  </a:lnTo>
                  <a:lnTo>
                    <a:pt x="28" y="304"/>
                  </a:lnTo>
                  <a:lnTo>
                    <a:pt x="32" y="296"/>
                  </a:lnTo>
                  <a:lnTo>
                    <a:pt x="36" y="288"/>
                  </a:lnTo>
                  <a:lnTo>
                    <a:pt x="41" y="280"/>
                  </a:lnTo>
                  <a:lnTo>
                    <a:pt x="50" y="268"/>
                  </a:lnTo>
                  <a:lnTo>
                    <a:pt x="60" y="256"/>
                  </a:lnTo>
                  <a:lnTo>
                    <a:pt x="65" y="252"/>
                  </a:lnTo>
                  <a:lnTo>
                    <a:pt x="71" y="248"/>
                  </a:lnTo>
                  <a:lnTo>
                    <a:pt x="83" y="240"/>
                  </a:lnTo>
                  <a:lnTo>
                    <a:pt x="96" y="236"/>
                  </a:lnTo>
                  <a:lnTo>
                    <a:pt x="109" y="232"/>
                  </a:lnTo>
                  <a:lnTo>
                    <a:pt x="124" y="232"/>
                  </a:lnTo>
                  <a:lnTo>
                    <a:pt x="138" y="232"/>
                  </a:lnTo>
                  <a:lnTo>
                    <a:pt x="144" y="234"/>
                  </a:lnTo>
                  <a:lnTo>
                    <a:pt x="151" y="236"/>
                  </a:lnTo>
                  <a:lnTo>
                    <a:pt x="163" y="240"/>
                  </a:lnTo>
                  <a:lnTo>
                    <a:pt x="176" y="248"/>
                  </a:lnTo>
                  <a:lnTo>
                    <a:pt x="181" y="252"/>
                  </a:lnTo>
                  <a:lnTo>
                    <a:pt x="187" y="256"/>
                  </a:lnTo>
                  <a:lnTo>
                    <a:pt x="197" y="268"/>
                  </a:lnTo>
                  <a:lnTo>
                    <a:pt x="206" y="280"/>
                  </a:lnTo>
                  <a:lnTo>
                    <a:pt x="210" y="288"/>
                  </a:lnTo>
                  <a:lnTo>
                    <a:pt x="214" y="296"/>
                  </a:lnTo>
                  <a:lnTo>
                    <a:pt x="218" y="304"/>
                  </a:lnTo>
                  <a:lnTo>
                    <a:pt x="222" y="312"/>
                  </a:lnTo>
                  <a:lnTo>
                    <a:pt x="228" y="332"/>
                  </a:lnTo>
                  <a:lnTo>
                    <a:pt x="234" y="352"/>
                  </a:lnTo>
                  <a:lnTo>
                    <a:pt x="236" y="362"/>
                  </a:lnTo>
                  <a:lnTo>
                    <a:pt x="238" y="374"/>
                  </a:lnTo>
                  <a:lnTo>
                    <a:pt x="242" y="398"/>
                  </a:lnTo>
                  <a:lnTo>
                    <a:pt x="244" y="422"/>
                  </a:lnTo>
                  <a:lnTo>
                    <a:pt x="246" y="450"/>
                  </a:lnTo>
                  <a:lnTo>
                    <a:pt x="246" y="479"/>
                  </a:lnTo>
                  <a:lnTo>
                    <a:pt x="246" y="1812"/>
                  </a:lnTo>
                  <a:lnTo>
                    <a:pt x="485" y="1812"/>
                  </a:lnTo>
                  <a:close/>
                  <a:moveTo>
                    <a:pt x="1526" y="1840"/>
                  </a:moveTo>
                  <a:lnTo>
                    <a:pt x="1532" y="1868"/>
                  </a:lnTo>
                  <a:lnTo>
                    <a:pt x="1537" y="1898"/>
                  </a:lnTo>
                  <a:lnTo>
                    <a:pt x="1542" y="1924"/>
                  </a:lnTo>
                  <a:lnTo>
                    <a:pt x="1546" y="1952"/>
                  </a:lnTo>
                  <a:lnTo>
                    <a:pt x="1549" y="1978"/>
                  </a:lnTo>
                  <a:lnTo>
                    <a:pt x="1552" y="2004"/>
                  </a:lnTo>
                  <a:lnTo>
                    <a:pt x="1554" y="2028"/>
                  </a:lnTo>
                  <a:lnTo>
                    <a:pt x="1555" y="2052"/>
                  </a:lnTo>
                  <a:lnTo>
                    <a:pt x="1555" y="2074"/>
                  </a:lnTo>
                  <a:lnTo>
                    <a:pt x="1554" y="2094"/>
                  </a:lnTo>
                  <a:lnTo>
                    <a:pt x="1552" y="2112"/>
                  </a:lnTo>
                  <a:lnTo>
                    <a:pt x="1549" y="2130"/>
                  </a:lnTo>
                  <a:lnTo>
                    <a:pt x="1547" y="2140"/>
                  </a:lnTo>
                  <a:lnTo>
                    <a:pt x="1545" y="2148"/>
                  </a:lnTo>
                  <a:lnTo>
                    <a:pt x="1539" y="2166"/>
                  </a:lnTo>
                  <a:lnTo>
                    <a:pt x="1532" y="2180"/>
                  </a:lnTo>
                  <a:lnTo>
                    <a:pt x="1525" y="2196"/>
                  </a:lnTo>
                  <a:lnTo>
                    <a:pt x="1516" y="2210"/>
                  </a:lnTo>
                  <a:lnTo>
                    <a:pt x="1507" y="2222"/>
                  </a:lnTo>
                  <a:lnTo>
                    <a:pt x="1496" y="2232"/>
                  </a:lnTo>
                  <a:lnTo>
                    <a:pt x="1486" y="2240"/>
                  </a:lnTo>
                  <a:lnTo>
                    <a:pt x="1476" y="2246"/>
                  </a:lnTo>
                  <a:lnTo>
                    <a:pt x="1470" y="2248"/>
                  </a:lnTo>
                  <a:lnTo>
                    <a:pt x="1465" y="2250"/>
                  </a:lnTo>
                  <a:lnTo>
                    <a:pt x="1453" y="2254"/>
                  </a:lnTo>
                  <a:lnTo>
                    <a:pt x="1441" y="2254"/>
                  </a:lnTo>
                  <a:lnTo>
                    <a:pt x="1428" y="2254"/>
                  </a:lnTo>
                  <a:lnTo>
                    <a:pt x="1417" y="2250"/>
                  </a:lnTo>
                  <a:lnTo>
                    <a:pt x="1405" y="2246"/>
                  </a:lnTo>
                  <a:lnTo>
                    <a:pt x="1395" y="2238"/>
                  </a:lnTo>
                  <a:lnTo>
                    <a:pt x="1390" y="2234"/>
                  </a:lnTo>
                  <a:lnTo>
                    <a:pt x="1385" y="2230"/>
                  </a:lnTo>
                  <a:lnTo>
                    <a:pt x="1376" y="2218"/>
                  </a:lnTo>
                  <a:lnTo>
                    <a:pt x="1372" y="2212"/>
                  </a:lnTo>
                  <a:lnTo>
                    <a:pt x="1368" y="2206"/>
                  </a:lnTo>
                  <a:lnTo>
                    <a:pt x="1364" y="2198"/>
                  </a:lnTo>
                  <a:lnTo>
                    <a:pt x="1360" y="2190"/>
                  </a:lnTo>
                  <a:lnTo>
                    <a:pt x="1353" y="2174"/>
                  </a:lnTo>
                  <a:lnTo>
                    <a:pt x="1346" y="2158"/>
                  </a:lnTo>
                  <a:lnTo>
                    <a:pt x="1340" y="2138"/>
                  </a:lnTo>
                  <a:lnTo>
                    <a:pt x="1338" y="2128"/>
                  </a:lnTo>
                  <a:lnTo>
                    <a:pt x="1335" y="2116"/>
                  </a:lnTo>
                  <a:lnTo>
                    <a:pt x="1323" y="2054"/>
                  </a:lnTo>
                  <a:lnTo>
                    <a:pt x="1307" y="1966"/>
                  </a:lnTo>
                  <a:lnTo>
                    <a:pt x="1297" y="1912"/>
                  </a:lnTo>
                  <a:lnTo>
                    <a:pt x="1284" y="1840"/>
                  </a:lnTo>
                  <a:lnTo>
                    <a:pt x="1281" y="1830"/>
                  </a:lnTo>
                  <a:lnTo>
                    <a:pt x="1279" y="1822"/>
                  </a:lnTo>
                  <a:lnTo>
                    <a:pt x="1276" y="1816"/>
                  </a:lnTo>
                  <a:lnTo>
                    <a:pt x="1273" y="1810"/>
                  </a:lnTo>
                  <a:lnTo>
                    <a:pt x="1270" y="1806"/>
                  </a:lnTo>
                  <a:lnTo>
                    <a:pt x="1267" y="1802"/>
                  </a:lnTo>
                  <a:lnTo>
                    <a:pt x="1261" y="1798"/>
                  </a:lnTo>
                  <a:lnTo>
                    <a:pt x="1255" y="1796"/>
                  </a:lnTo>
                  <a:lnTo>
                    <a:pt x="1251" y="1796"/>
                  </a:lnTo>
                  <a:lnTo>
                    <a:pt x="1247" y="1796"/>
                  </a:lnTo>
                  <a:lnTo>
                    <a:pt x="1246" y="1796"/>
                  </a:lnTo>
                  <a:lnTo>
                    <a:pt x="948" y="1796"/>
                  </a:lnTo>
                  <a:lnTo>
                    <a:pt x="940" y="1796"/>
                  </a:lnTo>
                  <a:lnTo>
                    <a:pt x="933" y="1798"/>
                  </a:lnTo>
                  <a:lnTo>
                    <a:pt x="926" y="1800"/>
                  </a:lnTo>
                  <a:lnTo>
                    <a:pt x="920" y="1802"/>
                  </a:lnTo>
                  <a:lnTo>
                    <a:pt x="915" y="1806"/>
                  </a:lnTo>
                  <a:lnTo>
                    <a:pt x="911" y="1810"/>
                  </a:lnTo>
                  <a:lnTo>
                    <a:pt x="903" y="1818"/>
                  </a:lnTo>
                  <a:lnTo>
                    <a:pt x="898" y="1826"/>
                  </a:lnTo>
                  <a:lnTo>
                    <a:pt x="895" y="1832"/>
                  </a:lnTo>
                  <a:lnTo>
                    <a:pt x="893" y="1838"/>
                  </a:lnTo>
                  <a:lnTo>
                    <a:pt x="893" y="1840"/>
                  </a:lnTo>
                  <a:lnTo>
                    <a:pt x="879" y="1912"/>
                  </a:lnTo>
                  <a:lnTo>
                    <a:pt x="874" y="1940"/>
                  </a:lnTo>
                  <a:lnTo>
                    <a:pt x="870" y="1966"/>
                  </a:lnTo>
                  <a:lnTo>
                    <a:pt x="862" y="2008"/>
                  </a:lnTo>
                  <a:lnTo>
                    <a:pt x="855" y="2046"/>
                  </a:lnTo>
                  <a:lnTo>
                    <a:pt x="841" y="2110"/>
                  </a:lnTo>
                  <a:lnTo>
                    <a:pt x="835" y="2136"/>
                  </a:lnTo>
                  <a:lnTo>
                    <a:pt x="827" y="2160"/>
                  </a:lnTo>
                  <a:lnTo>
                    <a:pt x="824" y="2172"/>
                  </a:lnTo>
                  <a:lnTo>
                    <a:pt x="820" y="2182"/>
                  </a:lnTo>
                  <a:lnTo>
                    <a:pt x="817" y="2190"/>
                  </a:lnTo>
                  <a:lnTo>
                    <a:pt x="813" y="2198"/>
                  </a:lnTo>
                  <a:lnTo>
                    <a:pt x="805" y="2214"/>
                  </a:lnTo>
                  <a:lnTo>
                    <a:pt x="802" y="2220"/>
                  </a:lnTo>
                  <a:lnTo>
                    <a:pt x="797" y="2226"/>
                  </a:lnTo>
                  <a:lnTo>
                    <a:pt x="793" y="2230"/>
                  </a:lnTo>
                  <a:lnTo>
                    <a:pt x="789" y="2236"/>
                  </a:lnTo>
                  <a:lnTo>
                    <a:pt x="785" y="2240"/>
                  </a:lnTo>
                  <a:lnTo>
                    <a:pt x="780" y="2242"/>
                  </a:lnTo>
                  <a:lnTo>
                    <a:pt x="770" y="2248"/>
                  </a:lnTo>
                  <a:lnTo>
                    <a:pt x="760" y="2252"/>
                  </a:lnTo>
                  <a:lnTo>
                    <a:pt x="749" y="2254"/>
                  </a:lnTo>
                  <a:lnTo>
                    <a:pt x="737" y="2254"/>
                  </a:lnTo>
                  <a:lnTo>
                    <a:pt x="726" y="2254"/>
                  </a:lnTo>
                  <a:lnTo>
                    <a:pt x="715" y="2250"/>
                  </a:lnTo>
                  <a:lnTo>
                    <a:pt x="710" y="2248"/>
                  </a:lnTo>
                  <a:lnTo>
                    <a:pt x="705" y="2246"/>
                  </a:lnTo>
                  <a:lnTo>
                    <a:pt x="695" y="2240"/>
                  </a:lnTo>
                  <a:lnTo>
                    <a:pt x="686" y="2232"/>
                  </a:lnTo>
                  <a:lnTo>
                    <a:pt x="681" y="2228"/>
                  </a:lnTo>
                  <a:lnTo>
                    <a:pt x="677" y="2222"/>
                  </a:lnTo>
                  <a:lnTo>
                    <a:pt x="669" y="2210"/>
                  </a:lnTo>
                  <a:lnTo>
                    <a:pt x="661" y="2198"/>
                  </a:lnTo>
                  <a:lnTo>
                    <a:pt x="654" y="2182"/>
                  </a:lnTo>
                  <a:lnTo>
                    <a:pt x="647" y="2168"/>
                  </a:lnTo>
                  <a:lnTo>
                    <a:pt x="642" y="2150"/>
                  </a:lnTo>
                  <a:lnTo>
                    <a:pt x="638" y="2134"/>
                  </a:lnTo>
                  <a:lnTo>
                    <a:pt x="636" y="2124"/>
                  </a:lnTo>
                  <a:lnTo>
                    <a:pt x="634" y="2116"/>
                  </a:lnTo>
                  <a:lnTo>
                    <a:pt x="632" y="2096"/>
                  </a:lnTo>
                  <a:lnTo>
                    <a:pt x="631" y="2076"/>
                  </a:lnTo>
                  <a:lnTo>
                    <a:pt x="630" y="2056"/>
                  </a:lnTo>
                  <a:lnTo>
                    <a:pt x="631" y="2036"/>
                  </a:lnTo>
                  <a:lnTo>
                    <a:pt x="632" y="2014"/>
                  </a:lnTo>
                  <a:lnTo>
                    <a:pt x="634" y="1988"/>
                  </a:lnTo>
                  <a:lnTo>
                    <a:pt x="638" y="1962"/>
                  </a:lnTo>
                  <a:lnTo>
                    <a:pt x="642" y="1934"/>
                  </a:lnTo>
                  <a:lnTo>
                    <a:pt x="647" y="1904"/>
                  </a:lnTo>
                  <a:lnTo>
                    <a:pt x="653" y="1872"/>
                  </a:lnTo>
                  <a:lnTo>
                    <a:pt x="659" y="1840"/>
                  </a:lnTo>
                  <a:lnTo>
                    <a:pt x="668" y="1804"/>
                  </a:lnTo>
                  <a:lnTo>
                    <a:pt x="674" y="1772"/>
                  </a:lnTo>
                  <a:lnTo>
                    <a:pt x="894" y="631"/>
                  </a:lnTo>
                  <a:lnTo>
                    <a:pt x="919" y="503"/>
                  </a:lnTo>
                  <a:lnTo>
                    <a:pt x="929" y="450"/>
                  </a:lnTo>
                  <a:lnTo>
                    <a:pt x="932" y="436"/>
                  </a:lnTo>
                  <a:lnTo>
                    <a:pt x="937" y="418"/>
                  </a:lnTo>
                  <a:lnTo>
                    <a:pt x="944" y="392"/>
                  </a:lnTo>
                  <a:lnTo>
                    <a:pt x="951" y="370"/>
                  </a:lnTo>
                  <a:lnTo>
                    <a:pt x="959" y="350"/>
                  </a:lnTo>
                  <a:lnTo>
                    <a:pt x="966" y="330"/>
                  </a:lnTo>
                  <a:lnTo>
                    <a:pt x="974" y="314"/>
                  </a:lnTo>
                  <a:lnTo>
                    <a:pt x="983" y="298"/>
                  </a:lnTo>
                  <a:lnTo>
                    <a:pt x="991" y="286"/>
                  </a:lnTo>
                  <a:lnTo>
                    <a:pt x="995" y="280"/>
                  </a:lnTo>
                  <a:lnTo>
                    <a:pt x="1000" y="274"/>
                  </a:lnTo>
                  <a:lnTo>
                    <a:pt x="1009" y="264"/>
                  </a:lnTo>
                  <a:lnTo>
                    <a:pt x="1019" y="256"/>
                  </a:lnTo>
                  <a:lnTo>
                    <a:pt x="1029" y="250"/>
                  </a:lnTo>
                  <a:lnTo>
                    <a:pt x="1041" y="244"/>
                  </a:lnTo>
                  <a:lnTo>
                    <a:pt x="1053" y="238"/>
                  </a:lnTo>
                  <a:lnTo>
                    <a:pt x="1065" y="236"/>
                  </a:lnTo>
                  <a:lnTo>
                    <a:pt x="1079" y="234"/>
                  </a:lnTo>
                  <a:lnTo>
                    <a:pt x="1093" y="234"/>
                  </a:lnTo>
                  <a:lnTo>
                    <a:pt x="1112" y="234"/>
                  </a:lnTo>
                  <a:lnTo>
                    <a:pt x="1130" y="238"/>
                  </a:lnTo>
                  <a:lnTo>
                    <a:pt x="1139" y="240"/>
                  </a:lnTo>
                  <a:lnTo>
                    <a:pt x="1147" y="244"/>
                  </a:lnTo>
                  <a:lnTo>
                    <a:pt x="1154" y="248"/>
                  </a:lnTo>
                  <a:lnTo>
                    <a:pt x="1162" y="252"/>
                  </a:lnTo>
                  <a:lnTo>
                    <a:pt x="1170" y="258"/>
                  </a:lnTo>
                  <a:lnTo>
                    <a:pt x="1177" y="262"/>
                  </a:lnTo>
                  <a:lnTo>
                    <a:pt x="1183" y="270"/>
                  </a:lnTo>
                  <a:lnTo>
                    <a:pt x="1189" y="276"/>
                  </a:lnTo>
                  <a:lnTo>
                    <a:pt x="1195" y="284"/>
                  </a:lnTo>
                  <a:lnTo>
                    <a:pt x="1200" y="292"/>
                  </a:lnTo>
                  <a:lnTo>
                    <a:pt x="1205" y="300"/>
                  </a:lnTo>
                  <a:lnTo>
                    <a:pt x="1210" y="310"/>
                  </a:lnTo>
                  <a:lnTo>
                    <a:pt x="1218" y="326"/>
                  </a:lnTo>
                  <a:lnTo>
                    <a:pt x="1226" y="344"/>
                  </a:lnTo>
                  <a:lnTo>
                    <a:pt x="1230" y="354"/>
                  </a:lnTo>
                  <a:lnTo>
                    <a:pt x="1233" y="364"/>
                  </a:lnTo>
                  <a:lnTo>
                    <a:pt x="1240" y="384"/>
                  </a:lnTo>
                  <a:lnTo>
                    <a:pt x="1246" y="406"/>
                  </a:lnTo>
                  <a:lnTo>
                    <a:pt x="1252" y="428"/>
                  </a:lnTo>
                  <a:lnTo>
                    <a:pt x="1257" y="451"/>
                  </a:lnTo>
                  <a:lnTo>
                    <a:pt x="1262" y="475"/>
                  </a:lnTo>
                  <a:lnTo>
                    <a:pt x="1271" y="527"/>
                  </a:lnTo>
                  <a:lnTo>
                    <a:pt x="1282" y="579"/>
                  </a:lnTo>
                  <a:lnTo>
                    <a:pt x="1293" y="631"/>
                  </a:lnTo>
                  <a:lnTo>
                    <a:pt x="1512" y="1772"/>
                  </a:lnTo>
                  <a:lnTo>
                    <a:pt x="1515" y="1786"/>
                  </a:lnTo>
                  <a:lnTo>
                    <a:pt x="1518" y="1800"/>
                  </a:lnTo>
                  <a:lnTo>
                    <a:pt x="1526" y="1840"/>
                  </a:lnTo>
                  <a:close/>
                  <a:moveTo>
                    <a:pt x="966" y="1428"/>
                  </a:moveTo>
                  <a:lnTo>
                    <a:pt x="1213" y="1428"/>
                  </a:lnTo>
                  <a:lnTo>
                    <a:pt x="1091" y="731"/>
                  </a:lnTo>
                  <a:lnTo>
                    <a:pt x="966" y="1428"/>
                  </a:lnTo>
                  <a:close/>
                  <a:moveTo>
                    <a:pt x="2643" y="1191"/>
                  </a:moveTo>
                  <a:lnTo>
                    <a:pt x="2644" y="1247"/>
                  </a:lnTo>
                  <a:lnTo>
                    <a:pt x="2645" y="1275"/>
                  </a:lnTo>
                  <a:lnTo>
                    <a:pt x="2646" y="1303"/>
                  </a:lnTo>
                  <a:lnTo>
                    <a:pt x="2649" y="1358"/>
                  </a:lnTo>
                  <a:lnTo>
                    <a:pt x="2653" y="1414"/>
                  </a:lnTo>
                  <a:lnTo>
                    <a:pt x="2658" y="1468"/>
                  </a:lnTo>
                  <a:lnTo>
                    <a:pt x="2665" y="1520"/>
                  </a:lnTo>
                  <a:lnTo>
                    <a:pt x="2672" y="1572"/>
                  </a:lnTo>
                  <a:lnTo>
                    <a:pt x="2677" y="1598"/>
                  </a:lnTo>
                  <a:lnTo>
                    <a:pt x="2681" y="1624"/>
                  </a:lnTo>
                  <a:lnTo>
                    <a:pt x="2686" y="1650"/>
                  </a:lnTo>
                  <a:lnTo>
                    <a:pt x="2691" y="1674"/>
                  </a:lnTo>
                  <a:lnTo>
                    <a:pt x="2701" y="1724"/>
                  </a:lnTo>
                  <a:lnTo>
                    <a:pt x="2713" y="1772"/>
                  </a:lnTo>
                  <a:lnTo>
                    <a:pt x="2719" y="1796"/>
                  </a:lnTo>
                  <a:lnTo>
                    <a:pt x="2726" y="1820"/>
                  </a:lnTo>
                  <a:lnTo>
                    <a:pt x="2739" y="1866"/>
                  </a:lnTo>
                  <a:lnTo>
                    <a:pt x="2754" y="1912"/>
                  </a:lnTo>
                  <a:lnTo>
                    <a:pt x="2769" y="1956"/>
                  </a:lnTo>
                  <a:lnTo>
                    <a:pt x="2786" y="1998"/>
                  </a:lnTo>
                  <a:lnTo>
                    <a:pt x="2786" y="2014"/>
                  </a:lnTo>
                  <a:lnTo>
                    <a:pt x="2786" y="2026"/>
                  </a:lnTo>
                  <a:lnTo>
                    <a:pt x="2786" y="2052"/>
                  </a:lnTo>
                  <a:lnTo>
                    <a:pt x="2785" y="2064"/>
                  </a:lnTo>
                  <a:lnTo>
                    <a:pt x="2784" y="2076"/>
                  </a:lnTo>
                  <a:lnTo>
                    <a:pt x="2783" y="2088"/>
                  </a:lnTo>
                  <a:lnTo>
                    <a:pt x="2782" y="2100"/>
                  </a:lnTo>
                  <a:lnTo>
                    <a:pt x="2779" y="2122"/>
                  </a:lnTo>
                  <a:lnTo>
                    <a:pt x="2775" y="2142"/>
                  </a:lnTo>
                  <a:lnTo>
                    <a:pt x="2772" y="2150"/>
                  </a:lnTo>
                  <a:lnTo>
                    <a:pt x="2769" y="2160"/>
                  </a:lnTo>
                  <a:lnTo>
                    <a:pt x="2767" y="2168"/>
                  </a:lnTo>
                  <a:lnTo>
                    <a:pt x="2763" y="2176"/>
                  </a:lnTo>
                  <a:lnTo>
                    <a:pt x="2756" y="2192"/>
                  </a:lnTo>
                  <a:lnTo>
                    <a:pt x="2753" y="2198"/>
                  </a:lnTo>
                  <a:lnTo>
                    <a:pt x="2749" y="2206"/>
                  </a:lnTo>
                  <a:lnTo>
                    <a:pt x="2740" y="2218"/>
                  </a:lnTo>
                  <a:lnTo>
                    <a:pt x="2731" y="2228"/>
                  </a:lnTo>
                  <a:lnTo>
                    <a:pt x="2726" y="2232"/>
                  </a:lnTo>
                  <a:lnTo>
                    <a:pt x="2721" y="2236"/>
                  </a:lnTo>
                  <a:lnTo>
                    <a:pt x="2710" y="2242"/>
                  </a:lnTo>
                  <a:lnTo>
                    <a:pt x="2704" y="2244"/>
                  </a:lnTo>
                  <a:lnTo>
                    <a:pt x="2698" y="2246"/>
                  </a:lnTo>
                  <a:lnTo>
                    <a:pt x="2686" y="2250"/>
                  </a:lnTo>
                  <a:lnTo>
                    <a:pt x="2673" y="2250"/>
                  </a:lnTo>
                  <a:lnTo>
                    <a:pt x="2658" y="2250"/>
                  </a:lnTo>
                  <a:lnTo>
                    <a:pt x="2651" y="2248"/>
                  </a:lnTo>
                  <a:lnTo>
                    <a:pt x="2645" y="2246"/>
                  </a:lnTo>
                  <a:lnTo>
                    <a:pt x="2632" y="2242"/>
                  </a:lnTo>
                  <a:lnTo>
                    <a:pt x="2621" y="2234"/>
                  </a:lnTo>
                  <a:lnTo>
                    <a:pt x="2616" y="2230"/>
                  </a:lnTo>
                  <a:lnTo>
                    <a:pt x="2611" y="2224"/>
                  </a:lnTo>
                  <a:lnTo>
                    <a:pt x="2606" y="2218"/>
                  </a:lnTo>
                  <a:lnTo>
                    <a:pt x="2601" y="2212"/>
                  </a:lnTo>
                  <a:lnTo>
                    <a:pt x="2597" y="2204"/>
                  </a:lnTo>
                  <a:lnTo>
                    <a:pt x="2592" y="2196"/>
                  </a:lnTo>
                  <a:lnTo>
                    <a:pt x="2588" y="2188"/>
                  </a:lnTo>
                  <a:lnTo>
                    <a:pt x="2584" y="2178"/>
                  </a:lnTo>
                  <a:lnTo>
                    <a:pt x="2581" y="2168"/>
                  </a:lnTo>
                  <a:lnTo>
                    <a:pt x="2577" y="2158"/>
                  </a:lnTo>
                  <a:lnTo>
                    <a:pt x="2570" y="2132"/>
                  </a:lnTo>
                  <a:lnTo>
                    <a:pt x="2565" y="2104"/>
                  </a:lnTo>
                  <a:lnTo>
                    <a:pt x="2562" y="2090"/>
                  </a:lnTo>
                  <a:lnTo>
                    <a:pt x="2559" y="2074"/>
                  </a:lnTo>
                  <a:lnTo>
                    <a:pt x="2554" y="2038"/>
                  </a:lnTo>
                  <a:lnTo>
                    <a:pt x="2549" y="2000"/>
                  </a:lnTo>
                  <a:lnTo>
                    <a:pt x="2545" y="1956"/>
                  </a:lnTo>
                  <a:lnTo>
                    <a:pt x="2540" y="1908"/>
                  </a:lnTo>
                  <a:lnTo>
                    <a:pt x="2469" y="1063"/>
                  </a:lnTo>
                  <a:lnTo>
                    <a:pt x="2322" y="1978"/>
                  </a:lnTo>
                  <a:lnTo>
                    <a:pt x="2315" y="2020"/>
                  </a:lnTo>
                  <a:lnTo>
                    <a:pt x="2308" y="2056"/>
                  </a:lnTo>
                  <a:lnTo>
                    <a:pt x="2302" y="2088"/>
                  </a:lnTo>
                  <a:lnTo>
                    <a:pt x="2295" y="2116"/>
                  </a:lnTo>
                  <a:lnTo>
                    <a:pt x="2288" y="2140"/>
                  </a:lnTo>
                  <a:lnTo>
                    <a:pt x="2285" y="2152"/>
                  </a:lnTo>
                  <a:lnTo>
                    <a:pt x="2281" y="2164"/>
                  </a:lnTo>
                  <a:lnTo>
                    <a:pt x="2277" y="2174"/>
                  </a:lnTo>
                  <a:lnTo>
                    <a:pt x="2274" y="2182"/>
                  </a:lnTo>
                  <a:lnTo>
                    <a:pt x="2270" y="2192"/>
                  </a:lnTo>
                  <a:lnTo>
                    <a:pt x="2265" y="2200"/>
                  </a:lnTo>
                  <a:lnTo>
                    <a:pt x="2261" y="2206"/>
                  </a:lnTo>
                  <a:lnTo>
                    <a:pt x="2257" y="2214"/>
                  </a:lnTo>
                  <a:lnTo>
                    <a:pt x="2254" y="2216"/>
                  </a:lnTo>
                  <a:lnTo>
                    <a:pt x="2252" y="2220"/>
                  </a:lnTo>
                  <a:lnTo>
                    <a:pt x="2247" y="2226"/>
                  </a:lnTo>
                  <a:lnTo>
                    <a:pt x="2242" y="2230"/>
                  </a:lnTo>
                  <a:lnTo>
                    <a:pt x="2237" y="2234"/>
                  </a:lnTo>
                  <a:lnTo>
                    <a:pt x="2231" y="2238"/>
                  </a:lnTo>
                  <a:lnTo>
                    <a:pt x="2226" y="2242"/>
                  </a:lnTo>
                  <a:lnTo>
                    <a:pt x="2214" y="2248"/>
                  </a:lnTo>
                  <a:lnTo>
                    <a:pt x="2200" y="2252"/>
                  </a:lnTo>
                  <a:lnTo>
                    <a:pt x="2186" y="2254"/>
                  </a:lnTo>
                  <a:lnTo>
                    <a:pt x="2171" y="2254"/>
                  </a:lnTo>
                  <a:lnTo>
                    <a:pt x="2157" y="2254"/>
                  </a:lnTo>
                  <a:lnTo>
                    <a:pt x="2150" y="2252"/>
                  </a:lnTo>
                  <a:lnTo>
                    <a:pt x="2144" y="2250"/>
                  </a:lnTo>
                  <a:lnTo>
                    <a:pt x="2133" y="2246"/>
                  </a:lnTo>
                  <a:lnTo>
                    <a:pt x="2122" y="2240"/>
                  </a:lnTo>
                  <a:lnTo>
                    <a:pt x="2112" y="2230"/>
                  </a:lnTo>
                  <a:lnTo>
                    <a:pt x="2108" y="2226"/>
                  </a:lnTo>
                  <a:lnTo>
                    <a:pt x="2103" y="2220"/>
                  </a:lnTo>
                  <a:lnTo>
                    <a:pt x="2095" y="2208"/>
                  </a:lnTo>
                  <a:lnTo>
                    <a:pt x="2087" y="2194"/>
                  </a:lnTo>
                  <a:lnTo>
                    <a:pt x="2080" y="2178"/>
                  </a:lnTo>
                  <a:lnTo>
                    <a:pt x="2073" y="2158"/>
                  </a:lnTo>
                  <a:lnTo>
                    <a:pt x="2066" y="2136"/>
                  </a:lnTo>
                  <a:lnTo>
                    <a:pt x="2059" y="2110"/>
                  </a:lnTo>
                  <a:lnTo>
                    <a:pt x="2053" y="2082"/>
                  </a:lnTo>
                  <a:lnTo>
                    <a:pt x="2046" y="2050"/>
                  </a:lnTo>
                  <a:lnTo>
                    <a:pt x="2040" y="2016"/>
                  </a:lnTo>
                  <a:lnTo>
                    <a:pt x="2033" y="1978"/>
                  </a:lnTo>
                  <a:lnTo>
                    <a:pt x="1888" y="1063"/>
                  </a:lnTo>
                  <a:lnTo>
                    <a:pt x="1817" y="1908"/>
                  </a:lnTo>
                  <a:lnTo>
                    <a:pt x="1812" y="1956"/>
                  </a:lnTo>
                  <a:lnTo>
                    <a:pt x="1808" y="2000"/>
                  </a:lnTo>
                  <a:lnTo>
                    <a:pt x="1803" y="2038"/>
                  </a:lnTo>
                  <a:lnTo>
                    <a:pt x="1798" y="2074"/>
                  </a:lnTo>
                  <a:lnTo>
                    <a:pt x="1793" y="2104"/>
                  </a:lnTo>
                  <a:lnTo>
                    <a:pt x="1787" y="2132"/>
                  </a:lnTo>
                  <a:lnTo>
                    <a:pt x="1783" y="2146"/>
                  </a:lnTo>
                  <a:lnTo>
                    <a:pt x="1780" y="2158"/>
                  </a:lnTo>
                  <a:lnTo>
                    <a:pt x="1773" y="2178"/>
                  </a:lnTo>
                  <a:lnTo>
                    <a:pt x="1769" y="2188"/>
                  </a:lnTo>
                  <a:lnTo>
                    <a:pt x="1765" y="2196"/>
                  </a:lnTo>
                  <a:lnTo>
                    <a:pt x="1756" y="2212"/>
                  </a:lnTo>
                  <a:lnTo>
                    <a:pt x="1751" y="2218"/>
                  </a:lnTo>
                  <a:lnTo>
                    <a:pt x="1746" y="2224"/>
                  </a:lnTo>
                  <a:lnTo>
                    <a:pt x="1741" y="2230"/>
                  </a:lnTo>
                  <a:lnTo>
                    <a:pt x="1736" y="2234"/>
                  </a:lnTo>
                  <a:lnTo>
                    <a:pt x="1725" y="2242"/>
                  </a:lnTo>
                  <a:lnTo>
                    <a:pt x="1712" y="2246"/>
                  </a:lnTo>
                  <a:lnTo>
                    <a:pt x="1706" y="2248"/>
                  </a:lnTo>
                  <a:lnTo>
                    <a:pt x="1699" y="2250"/>
                  </a:lnTo>
                  <a:lnTo>
                    <a:pt x="1684" y="2250"/>
                  </a:lnTo>
                  <a:lnTo>
                    <a:pt x="1671" y="2250"/>
                  </a:lnTo>
                  <a:lnTo>
                    <a:pt x="1658" y="2246"/>
                  </a:lnTo>
                  <a:lnTo>
                    <a:pt x="1646" y="2242"/>
                  </a:lnTo>
                  <a:lnTo>
                    <a:pt x="1640" y="2238"/>
                  </a:lnTo>
                  <a:lnTo>
                    <a:pt x="1635" y="2234"/>
                  </a:lnTo>
                  <a:lnTo>
                    <a:pt x="1630" y="2230"/>
                  </a:lnTo>
                  <a:lnTo>
                    <a:pt x="1625" y="2226"/>
                  </a:lnTo>
                  <a:lnTo>
                    <a:pt x="1615" y="2216"/>
                  </a:lnTo>
                  <a:lnTo>
                    <a:pt x="1606" y="2202"/>
                  </a:lnTo>
                  <a:lnTo>
                    <a:pt x="1598" y="2188"/>
                  </a:lnTo>
                  <a:lnTo>
                    <a:pt x="1595" y="2180"/>
                  </a:lnTo>
                  <a:lnTo>
                    <a:pt x="1591" y="2172"/>
                  </a:lnTo>
                  <a:lnTo>
                    <a:pt x="1588" y="2162"/>
                  </a:lnTo>
                  <a:lnTo>
                    <a:pt x="1585" y="2154"/>
                  </a:lnTo>
                  <a:lnTo>
                    <a:pt x="1580" y="2134"/>
                  </a:lnTo>
                  <a:lnTo>
                    <a:pt x="1576" y="2114"/>
                  </a:lnTo>
                  <a:lnTo>
                    <a:pt x="1573" y="2092"/>
                  </a:lnTo>
                  <a:lnTo>
                    <a:pt x="1572" y="2082"/>
                  </a:lnTo>
                  <a:lnTo>
                    <a:pt x="1571" y="2070"/>
                  </a:lnTo>
                  <a:lnTo>
                    <a:pt x="1571" y="2058"/>
                  </a:lnTo>
                  <a:lnTo>
                    <a:pt x="1570" y="2046"/>
                  </a:lnTo>
                  <a:lnTo>
                    <a:pt x="1571" y="2020"/>
                  </a:lnTo>
                  <a:lnTo>
                    <a:pt x="1575" y="1940"/>
                  </a:lnTo>
                  <a:lnTo>
                    <a:pt x="1579" y="1888"/>
                  </a:lnTo>
                  <a:lnTo>
                    <a:pt x="1583" y="1830"/>
                  </a:lnTo>
                  <a:lnTo>
                    <a:pt x="1586" y="1786"/>
                  </a:lnTo>
                  <a:lnTo>
                    <a:pt x="1591" y="1742"/>
                  </a:lnTo>
                  <a:lnTo>
                    <a:pt x="1594" y="1702"/>
                  </a:lnTo>
                  <a:lnTo>
                    <a:pt x="1696" y="555"/>
                  </a:lnTo>
                  <a:lnTo>
                    <a:pt x="1700" y="515"/>
                  </a:lnTo>
                  <a:lnTo>
                    <a:pt x="1704" y="479"/>
                  </a:lnTo>
                  <a:lnTo>
                    <a:pt x="1707" y="451"/>
                  </a:lnTo>
                  <a:lnTo>
                    <a:pt x="1709" y="440"/>
                  </a:lnTo>
                  <a:lnTo>
                    <a:pt x="1711" y="430"/>
                  </a:lnTo>
                  <a:lnTo>
                    <a:pt x="1715" y="412"/>
                  </a:lnTo>
                  <a:lnTo>
                    <a:pt x="1719" y="392"/>
                  </a:lnTo>
                  <a:lnTo>
                    <a:pt x="1725" y="374"/>
                  </a:lnTo>
                  <a:lnTo>
                    <a:pt x="1731" y="354"/>
                  </a:lnTo>
                  <a:lnTo>
                    <a:pt x="1737" y="342"/>
                  </a:lnTo>
                  <a:lnTo>
                    <a:pt x="1743" y="328"/>
                  </a:lnTo>
                  <a:lnTo>
                    <a:pt x="1749" y="316"/>
                  </a:lnTo>
                  <a:lnTo>
                    <a:pt x="1755" y="306"/>
                  </a:lnTo>
                  <a:lnTo>
                    <a:pt x="1762" y="296"/>
                  </a:lnTo>
                  <a:lnTo>
                    <a:pt x="1769" y="286"/>
                  </a:lnTo>
                  <a:lnTo>
                    <a:pt x="1777" y="278"/>
                  </a:lnTo>
                  <a:lnTo>
                    <a:pt x="1785" y="270"/>
                  </a:lnTo>
                  <a:lnTo>
                    <a:pt x="1793" y="264"/>
                  </a:lnTo>
                  <a:lnTo>
                    <a:pt x="1801" y="258"/>
                  </a:lnTo>
                  <a:lnTo>
                    <a:pt x="1810" y="252"/>
                  </a:lnTo>
                  <a:lnTo>
                    <a:pt x="1818" y="248"/>
                  </a:lnTo>
                  <a:lnTo>
                    <a:pt x="1827" y="244"/>
                  </a:lnTo>
                  <a:lnTo>
                    <a:pt x="1837" y="242"/>
                  </a:lnTo>
                  <a:lnTo>
                    <a:pt x="1846" y="242"/>
                  </a:lnTo>
                  <a:lnTo>
                    <a:pt x="1855" y="240"/>
                  </a:lnTo>
                  <a:lnTo>
                    <a:pt x="1869" y="242"/>
                  </a:lnTo>
                  <a:lnTo>
                    <a:pt x="1877" y="244"/>
                  </a:lnTo>
                  <a:lnTo>
                    <a:pt x="1884" y="246"/>
                  </a:lnTo>
                  <a:lnTo>
                    <a:pt x="1897" y="250"/>
                  </a:lnTo>
                  <a:lnTo>
                    <a:pt x="1904" y="254"/>
                  </a:lnTo>
                  <a:lnTo>
                    <a:pt x="1910" y="258"/>
                  </a:lnTo>
                  <a:lnTo>
                    <a:pt x="1916" y="262"/>
                  </a:lnTo>
                  <a:lnTo>
                    <a:pt x="1923" y="268"/>
                  </a:lnTo>
                  <a:lnTo>
                    <a:pt x="1928" y="274"/>
                  </a:lnTo>
                  <a:lnTo>
                    <a:pt x="1934" y="280"/>
                  </a:lnTo>
                  <a:lnTo>
                    <a:pt x="1945" y="294"/>
                  </a:lnTo>
                  <a:lnTo>
                    <a:pt x="1956" y="310"/>
                  </a:lnTo>
                  <a:lnTo>
                    <a:pt x="1966" y="328"/>
                  </a:lnTo>
                  <a:lnTo>
                    <a:pt x="1975" y="350"/>
                  </a:lnTo>
                  <a:lnTo>
                    <a:pt x="1984" y="372"/>
                  </a:lnTo>
                  <a:lnTo>
                    <a:pt x="1992" y="396"/>
                  </a:lnTo>
                  <a:lnTo>
                    <a:pt x="1999" y="424"/>
                  </a:lnTo>
                  <a:lnTo>
                    <a:pt x="2006" y="453"/>
                  </a:lnTo>
                  <a:lnTo>
                    <a:pt x="2013" y="483"/>
                  </a:lnTo>
                  <a:lnTo>
                    <a:pt x="2018" y="517"/>
                  </a:lnTo>
                  <a:lnTo>
                    <a:pt x="2180" y="1526"/>
                  </a:lnTo>
                  <a:lnTo>
                    <a:pt x="2339" y="517"/>
                  </a:lnTo>
                  <a:lnTo>
                    <a:pt x="2344" y="483"/>
                  </a:lnTo>
                  <a:lnTo>
                    <a:pt x="2351" y="453"/>
                  </a:lnTo>
                  <a:lnTo>
                    <a:pt x="2358" y="424"/>
                  </a:lnTo>
                  <a:lnTo>
                    <a:pt x="2365" y="396"/>
                  </a:lnTo>
                  <a:lnTo>
                    <a:pt x="2373" y="372"/>
                  </a:lnTo>
                  <a:lnTo>
                    <a:pt x="2382" y="350"/>
                  </a:lnTo>
                  <a:lnTo>
                    <a:pt x="2391" y="328"/>
                  </a:lnTo>
                  <a:lnTo>
                    <a:pt x="2401" y="310"/>
                  </a:lnTo>
                  <a:lnTo>
                    <a:pt x="2412" y="294"/>
                  </a:lnTo>
                  <a:lnTo>
                    <a:pt x="2417" y="286"/>
                  </a:lnTo>
                  <a:lnTo>
                    <a:pt x="2423" y="280"/>
                  </a:lnTo>
                  <a:lnTo>
                    <a:pt x="2429" y="274"/>
                  </a:lnTo>
                  <a:lnTo>
                    <a:pt x="2435" y="268"/>
                  </a:lnTo>
                  <a:lnTo>
                    <a:pt x="2447" y="258"/>
                  </a:lnTo>
                  <a:lnTo>
                    <a:pt x="2453" y="254"/>
                  </a:lnTo>
                  <a:lnTo>
                    <a:pt x="2460" y="250"/>
                  </a:lnTo>
                  <a:lnTo>
                    <a:pt x="2473" y="246"/>
                  </a:lnTo>
                  <a:lnTo>
                    <a:pt x="2488" y="242"/>
                  </a:lnTo>
                  <a:lnTo>
                    <a:pt x="2503" y="240"/>
                  </a:lnTo>
                  <a:lnTo>
                    <a:pt x="2512" y="242"/>
                  </a:lnTo>
                  <a:lnTo>
                    <a:pt x="2521" y="242"/>
                  </a:lnTo>
                  <a:lnTo>
                    <a:pt x="2530" y="244"/>
                  </a:lnTo>
                  <a:lnTo>
                    <a:pt x="2539" y="248"/>
                  </a:lnTo>
                  <a:lnTo>
                    <a:pt x="2547" y="252"/>
                  </a:lnTo>
                  <a:lnTo>
                    <a:pt x="2556" y="258"/>
                  </a:lnTo>
                  <a:lnTo>
                    <a:pt x="2564" y="264"/>
                  </a:lnTo>
                  <a:lnTo>
                    <a:pt x="2572" y="270"/>
                  </a:lnTo>
                  <a:lnTo>
                    <a:pt x="2580" y="278"/>
                  </a:lnTo>
                  <a:lnTo>
                    <a:pt x="2588" y="286"/>
                  </a:lnTo>
                  <a:lnTo>
                    <a:pt x="2595" y="296"/>
                  </a:lnTo>
                  <a:lnTo>
                    <a:pt x="2602" y="306"/>
                  </a:lnTo>
                  <a:lnTo>
                    <a:pt x="2608" y="316"/>
                  </a:lnTo>
                  <a:lnTo>
                    <a:pt x="2614" y="328"/>
                  </a:lnTo>
                  <a:lnTo>
                    <a:pt x="2620" y="342"/>
                  </a:lnTo>
                  <a:lnTo>
                    <a:pt x="2626" y="354"/>
                  </a:lnTo>
                  <a:lnTo>
                    <a:pt x="2632" y="374"/>
                  </a:lnTo>
                  <a:lnTo>
                    <a:pt x="2635" y="384"/>
                  </a:lnTo>
                  <a:lnTo>
                    <a:pt x="2638" y="392"/>
                  </a:lnTo>
                  <a:lnTo>
                    <a:pt x="2642" y="412"/>
                  </a:lnTo>
                  <a:lnTo>
                    <a:pt x="2646" y="430"/>
                  </a:lnTo>
                  <a:lnTo>
                    <a:pt x="2650" y="451"/>
                  </a:lnTo>
                  <a:lnTo>
                    <a:pt x="2652" y="465"/>
                  </a:lnTo>
                  <a:lnTo>
                    <a:pt x="2653" y="479"/>
                  </a:lnTo>
                  <a:lnTo>
                    <a:pt x="2657" y="515"/>
                  </a:lnTo>
                  <a:lnTo>
                    <a:pt x="2661" y="555"/>
                  </a:lnTo>
                  <a:lnTo>
                    <a:pt x="2680" y="765"/>
                  </a:lnTo>
                  <a:lnTo>
                    <a:pt x="2675" y="791"/>
                  </a:lnTo>
                  <a:lnTo>
                    <a:pt x="2671" y="815"/>
                  </a:lnTo>
                  <a:lnTo>
                    <a:pt x="2664" y="867"/>
                  </a:lnTo>
                  <a:lnTo>
                    <a:pt x="2658" y="919"/>
                  </a:lnTo>
                  <a:lnTo>
                    <a:pt x="2655" y="945"/>
                  </a:lnTo>
                  <a:lnTo>
                    <a:pt x="2653" y="973"/>
                  </a:lnTo>
                  <a:lnTo>
                    <a:pt x="2651" y="999"/>
                  </a:lnTo>
                  <a:lnTo>
                    <a:pt x="2649" y="1027"/>
                  </a:lnTo>
                  <a:lnTo>
                    <a:pt x="2647" y="1053"/>
                  </a:lnTo>
                  <a:lnTo>
                    <a:pt x="2646" y="1081"/>
                  </a:lnTo>
                  <a:lnTo>
                    <a:pt x="2645" y="1107"/>
                  </a:lnTo>
                  <a:lnTo>
                    <a:pt x="2644" y="1135"/>
                  </a:lnTo>
                  <a:lnTo>
                    <a:pt x="2643" y="1191"/>
                  </a:lnTo>
                  <a:close/>
                  <a:moveTo>
                    <a:pt x="4662" y="1920"/>
                  </a:moveTo>
                  <a:lnTo>
                    <a:pt x="4666" y="1934"/>
                  </a:lnTo>
                  <a:lnTo>
                    <a:pt x="4669" y="1946"/>
                  </a:lnTo>
                  <a:lnTo>
                    <a:pt x="4671" y="1960"/>
                  </a:lnTo>
                  <a:lnTo>
                    <a:pt x="4673" y="1972"/>
                  </a:lnTo>
                  <a:lnTo>
                    <a:pt x="4675" y="1986"/>
                  </a:lnTo>
                  <a:lnTo>
                    <a:pt x="4676" y="1998"/>
                  </a:lnTo>
                  <a:lnTo>
                    <a:pt x="4677" y="2012"/>
                  </a:lnTo>
                  <a:lnTo>
                    <a:pt x="4677" y="2024"/>
                  </a:lnTo>
                  <a:lnTo>
                    <a:pt x="4676" y="2048"/>
                  </a:lnTo>
                  <a:lnTo>
                    <a:pt x="4676" y="2060"/>
                  </a:lnTo>
                  <a:lnTo>
                    <a:pt x="4675" y="2072"/>
                  </a:lnTo>
                  <a:lnTo>
                    <a:pt x="4672" y="2094"/>
                  </a:lnTo>
                  <a:lnTo>
                    <a:pt x="4668" y="2114"/>
                  </a:lnTo>
                  <a:lnTo>
                    <a:pt x="4664" y="2134"/>
                  </a:lnTo>
                  <a:lnTo>
                    <a:pt x="4658" y="2152"/>
                  </a:lnTo>
                  <a:lnTo>
                    <a:pt x="4655" y="2162"/>
                  </a:lnTo>
                  <a:lnTo>
                    <a:pt x="4651" y="2170"/>
                  </a:lnTo>
                  <a:lnTo>
                    <a:pt x="4643" y="2186"/>
                  </a:lnTo>
                  <a:lnTo>
                    <a:pt x="4639" y="2194"/>
                  </a:lnTo>
                  <a:lnTo>
                    <a:pt x="4635" y="2202"/>
                  </a:lnTo>
                  <a:lnTo>
                    <a:pt x="4625" y="2214"/>
                  </a:lnTo>
                  <a:lnTo>
                    <a:pt x="4616" y="2226"/>
                  </a:lnTo>
                  <a:lnTo>
                    <a:pt x="4605" y="2234"/>
                  </a:lnTo>
                  <a:lnTo>
                    <a:pt x="4594" y="2242"/>
                  </a:lnTo>
                  <a:lnTo>
                    <a:pt x="4582" y="2246"/>
                  </a:lnTo>
                  <a:lnTo>
                    <a:pt x="4576" y="2248"/>
                  </a:lnTo>
                  <a:lnTo>
                    <a:pt x="4570" y="2250"/>
                  </a:lnTo>
                  <a:lnTo>
                    <a:pt x="4557" y="2250"/>
                  </a:lnTo>
                  <a:lnTo>
                    <a:pt x="4549" y="2250"/>
                  </a:lnTo>
                  <a:lnTo>
                    <a:pt x="4542" y="2248"/>
                  </a:lnTo>
                  <a:lnTo>
                    <a:pt x="4534" y="2246"/>
                  </a:lnTo>
                  <a:lnTo>
                    <a:pt x="4527" y="2242"/>
                  </a:lnTo>
                  <a:lnTo>
                    <a:pt x="4520" y="2236"/>
                  </a:lnTo>
                  <a:lnTo>
                    <a:pt x="4513" y="2230"/>
                  </a:lnTo>
                  <a:lnTo>
                    <a:pt x="4506" y="2222"/>
                  </a:lnTo>
                  <a:lnTo>
                    <a:pt x="4498" y="2214"/>
                  </a:lnTo>
                  <a:lnTo>
                    <a:pt x="4492" y="2204"/>
                  </a:lnTo>
                  <a:lnTo>
                    <a:pt x="4484" y="2192"/>
                  </a:lnTo>
                  <a:lnTo>
                    <a:pt x="4468" y="2162"/>
                  </a:lnTo>
                  <a:lnTo>
                    <a:pt x="4459" y="2144"/>
                  </a:lnTo>
                  <a:lnTo>
                    <a:pt x="4450" y="2122"/>
                  </a:lnTo>
                  <a:lnTo>
                    <a:pt x="4430" y="2074"/>
                  </a:lnTo>
                  <a:lnTo>
                    <a:pt x="4165" y="1432"/>
                  </a:lnTo>
                  <a:lnTo>
                    <a:pt x="4165" y="2008"/>
                  </a:lnTo>
                  <a:lnTo>
                    <a:pt x="4164" y="2036"/>
                  </a:lnTo>
                  <a:lnTo>
                    <a:pt x="4164" y="2050"/>
                  </a:lnTo>
                  <a:lnTo>
                    <a:pt x="4163" y="2064"/>
                  </a:lnTo>
                  <a:lnTo>
                    <a:pt x="4160" y="2088"/>
                  </a:lnTo>
                  <a:lnTo>
                    <a:pt x="4157" y="2112"/>
                  </a:lnTo>
                  <a:lnTo>
                    <a:pt x="4155" y="2124"/>
                  </a:lnTo>
                  <a:lnTo>
                    <a:pt x="4152" y="2134"/>
                  </a:lnTo>
                  <a:lnTo>
                    <a:pt x="4147" y="2154"/>
                  </a:lnTo>
                  <a:lnTo>
                    <a:pt x="4140" y="2174"/>
                  </a:lnTo>
                  <a:lnTo>
                    <a:pt x="4137" y="2182"/>
                  </a:lnTo>
                  <a:lnTo>
                    <a:pt x="4133" y="2190"/>
                  </a:lnTo>
                  <a:lnTo>
                    <a:pt x="4129" y="2198"/>
                  </a:lnTo>
                  <a:lnTo>
                    <a:pt x="4125" y="2206"/>
                  </a:lnTo>
                  <a:lnTo>
                    <a:pt x="4115" y="2218"/>
                  </a:lnTo>
                  <a:lnTo>
                    <a:pt x="4105" y="2230"/>
                  </a:lnTo>
                  <a:lnTo>
                    <a:pt x="4100" y="2234"/>
                  </a:lnTo>
                  <a:lnTo>
                    <a:pt x="4095" y="2238"/>
                  </a:lnTo>
                  <a:lnTo>
                    <a:pt x="4083" y="2246"/>
                  </a:lnTo>
                  <a:lnTo>
                    <a:pt x="4071" y="2250"/>
                  </a:lnTo>
                  <a:lnTo>
                    <a:pt x="4064" y="2252"/>
                  </a:lnTo>
                  <a:lnTo>
                    <a:pt x="4057" y="2254"/>
                  </a:lnTo>
                  <a:lnTo>
                    <a:pt x="4043" y="2254"/>
                  </a:lnTo>
                  <a:lnTo>
                    <a:pt x="4029" y="2254"/>
                  </a:lnTo>
                  <a:lnTo>
                    <a:pt x="4022" y="2252"/>
                  </a:lnTo>
                  <a:lnTo>
                    <a:pt x="4015" y="2250"/>
                  </a:lnTo>
                  <a:lnTo>
                    <a:pt x="4003" y="2246"/>
                  </a:lnTo>
                  <a:lnTo>
                    <a:pt x="3991" y="2238"/>
                  </a:lnTo>
                  <a:lnTo>
                    <a:pt x="3985" y="2234"/>
                  </a:lnTo>
                  <a:lnTo>
                    <a:pt x="3980" y="2230"/>
                  </a:lnTo>
                  <a:lnTo>
                    <a:pt x="3970" y="2218"/>
                  </a:lnTo>
                  <a:lnTo>
                    <a:pt x="3960" y="2206"/>
                  </a:lnTo>
                  <a:lnTo>
                    <a:pt x="3956" y="2198"/>
                  </a:lnTo>
                  <a:lnTo>
                    <a:pt x="3952" y="2190"/>
                  </a:lnTo>
                  <a:lnTo>
                    <a:pt x="3948" y="2182"/>
                  </a:lnTo>
                  <a:lnTo>
                    <a:pt x="3944" y="2174"/>
                  </a:lnTo>
                  <a:lnTo>
                    <a:pt x="3938" y="2154"/>
                  </a:lnTo>
                  <a:lnTo>
                    <a:pt x="3933" y="2134"/>
                  </a:lnTo>
                  <a:lnTo>
                    <a:pt x="3930" y="2124"/>
                  </a:lnTo>
                  <a:lnTo>
                    <a:pt x="3928" y="2112"/>
                  </a:lnTo>
                  <a:lnTo>
                    <a:pt x="3925" y="2088"/>
                  </a:lnTo>
                  <a:lnTo>
                    <a:pt x="3922" y="2064"/>
                  </a:lnTo>
                  <a:lnTo>
                    <a:pt x="3921" y="2036"/>
                  </a:lnTo>
                  <a:lnTo>
                    <a:pt x="3920" y="2008"/>
                  </a:lnTo>
                  <a:lnTo>
                    <a:pt x="3920" y="1842"/>
                  </a:lnTo>
                  <a:lnTo>
                    <a:pt x="3930" y="1804"/>
                  </a:lnTo>
                  <a:lnTo>
                    <a:pt x="3940" y="1768"/>
                  </a:lnTo>
                  <a:lnTo>
                    <a:pt x="3945" y="1748"/>
                  </a:lnTo>
                  <a:lnTo>
                    <a:pt x="3949" y="1730"/>
                  </a:lnTo>
                  <a:lnTo>
                    <a:pt x="3958" y="1692"/>
                  </a:lnTo>
                  <a:lnTo>
                    <a:pt x="3965" y="1652"/>
                  </a:lnTo>
                  <a:lnTo>
                    <a:pt x="3973" y="1612"/>
                  </a:lnTo>
                  <a:lnTo>
                    <a:pt x="3979" y="1572"/>
                  </a:lnTo>
                  <a:lnTo>
                    <a:pt x="3985" y="1532"/>
                  </a:lnTo>
                  <a:lnTo>
                    <a:pt x="3991" y="1490"/>
                  </a:lnTo>
                  <a:lnTo>
                    <a:pt x="3995" y="1450"/>
                  </a:lnTo>
                  <a:lnTo>
                    <a:pt x="3999" y="1408"/>
                  </a:lnTo>
                  <a:lnTo>
                    <a:pt x="4003" y="1364"/>
                  </a:lnTo>
                  <a:lnTo>
                    <a:pt x="4005" y="1323"/>
                  </a:lnTo>
                  <a:lnTo>
                    <a:pt x="4007" y="1279"/>
                  </a:lnTo>
                  <a:lnTo>
                    <a:pt x="4008" y="1235"/>
                  </a:lnTo>
                  <a:lnTo>
                    <a:pt x="4009" y="1191"/>
                  </a:lnTo>
                  <a:lnTo>
                    <a:pt x="4008" y="1147"/>
                  </a:lnTo>
                  <a:lnTo>
                    <a:pt x="4007" y="1103"/>
                  </a:lnTo>
                  <a:lnTo>
                    <a:pt x="4005" y="1059"/>
                  </a:lnTo>
                  <a:lnTo>
                    <a:pt x="4003" y="1017"/>
                  </a:lnTo>
                  <a:lnTo>
                    <a:pt x="3999" y="973"/>
                  </a:lnTo>
                  <a:lnTo>
                    <a:pt x="3995" y="931"/>
                  </a:lnTo>
                  <a:lnTo>
                    <a:pt x="3991" y="889"/>
                  </a:lnTo>
                  <a:lnTo>
                    <a:pt x="3985" y="849"/>
                  </a:lnTo>
                  <a:lnTo>
                    <a:pt x="3979" y="809"/>
                  </a:lnTo>
                  <a:lnTo>
                    <a:pt x="3976" y="787"/>
                  </a:lnTo>
                  <a:lnTo>
                    <a:pt x="3973" y="767"/>
                  </a:lnTo>
                  <a:lnTo>
                    <a:pt x="3965" y="729"/>
                  </a:lnTo>
                  <a:lnTo>
                    <a:pt x="3958" y="689"/>
                  </a:lnTo>
                  <a:lnTo>
                    <a:pt x="3949" y="651"/>
                  </a:lnTo>
                  <a:lnTo>
                    <a:pt x="3940" y="613"/>
                  </a:lnTo>
                  <a:lnTo>
                    <a:pt x="3935" y="595"/>
                  </a:lnTo>
                  <a:lnTo>
                    <a:pt x="3930" y="577"/>
                  </a:lnTo>
                  <a:lnTo>
                    <a:pt x="3920" y="539"/>
                  </a:lnTo>
                  <a:lnTo>
                    <a:pt x="3920" y="499"/>
                  </a:lnTo>
                  <a:lnTo>
                    <a:pt x="3921" y="467"/>
                  </a:lnTo>
                  <a:lnTo>
                    <a:pt x="3921" y="453"/>
                  </a:lnTo>
                  <a:lnTo>
                    <a:pt x="3922" y="440"/>
                  </a:lnTo>
                  <a:lnTo>
                    <a:pt x="3925" y="412"/>
                  </a:lnTo>
                  <a:lnTo>
                    <a:pt x="3926" y="400"/>
                  </a:lnTo>
                  <a:lnTo>
                    <a:pt x="3928" y="388"/>
                  </a:lnTo>
                  <a:lnTo>
                    <a:pt x="3933" y="364"/>
                  </a:lnTo>
                  <a:lnTo>
                    <a:pt x="3939" y="344"/>
                  </a:lnTo>
                  <a:lnTo>
                    <a:pt x="3942" y="334"/>
                  </a:lnTo>
                  <a:lnTo>
                    <a:pt x="3946" y="324"/>
                  </a:lnTo>
                  <a:lnTo>
                    <a:pt x="3953" y="308"/>
                  </a:lnTo>
                  <a:lnTo>
                    <a:pt x="3958" y="300"/>
                  </a:lnTo>
                  <a:lnTo>
                    <a:pt x="3962" y="292"/>
                  </a:lnTo>
                  <a:lnTo>
                    <a:pt x="3972" y="280"/>
                  </a:lnTo>
                  <a:lnTo>
                    <a:pt x="3983" y="268"/>
                  </a:lnTo>
                  <a:lnTo>
                    <a:pt x="3989" y="264"/>
                  </a:lnTo>
                  <a:lnTo>
                    <a:pt x="3995" y="260"/>
                  </a:lnTo>
                  <a:lnTo>
                    <a:pt x="4008" y="254"/>
                  </a:lnTo>
                  <a:lnTo>
                    <a:pt x="4023" y="248"/>
                  </a:lnTo>
                  <a:lnTo>
                    <a:pt x="4030" y="246"/>
                  </a:lnTo>
                  <a:lnTo>
                    <a:pt x="4038" y="246"/>
                  </a:lnTo>
                  <a:lnTo>
                    <a:pt x="4054" y="244"/>
                  </a:lnTo>
                  <a:lnTo>
                    <a:pt x="4257" y="244"/>
                  </a:lnTo>
                  <a:lnTo>
                    <a:pt x="4280" y="244"/>
                  </a:lnTo>
                  <a:lnTo>
                    <a:pt x="4302" y="246"/>
                  </a:lnTo>
                  <a:lnTo>
                    <a:pt x="4323" y="246"/>
                  </a:lnTo>
                  <a:lnTo>
                    <a:pt x="4342" y="250"/>
                  </a:lnTo>
                  <a:lnTo>
                    <a:pt x="4361" y="252"/>
                  </a:lnTo>
                  <a:lnTo>
                    <a:pt x="4379" y="256"/>
                  </a:lnTo>
                  <a:lnTo>
                    <a:pt x="4395" y="260"/>
                  </a:lnTo>
                  <a:lnTo>
                    <a:pt x="4411" y="264"/>
                  </a:lnTo>
                  <a:lnTo>
                    <a:pt x="4425" y="270"/>
                  </a:lnTo>
                  <a:lnTo>
                    <a:pt x="4440" y="278"/>
                  </a:lnTo>
                  <a:lnTo>
                    <a:pt x="4453" y="284"/>
                  </a:lnTo>
                  <a:lnTo>
                    <a:pt x="4466" y="294"/>
                  </a:lnTo>
                  <a:lnTo>
                    <a:pt x="4479" y="302"/>
                  </a:lnTo>
                  <a:lnTo>
                    <a:pt x="4491" y="312"/>
                  </a:lnTo>
                  <a:lnTo>
                    <a:pt x="4504" y="324"/>
                  </a:lnTo>
                  <a:lnTo>
                    <a:pt x="4515" y="336"/>
                  </a:lnTo>
                  <a:lnTo>
                    <a:pt x="4524" y="346"/>
                  </a:lnTo>
                  <a:lnTo>
                    <a:pt x="4533" y="358"/>
                  </a:lnTo>
                  <a:lnTo>
                    <a:pt x="4549" y="380"/>
                  </a:lnTo>
                  <a:lnTo>
                    <a:pt x="4564" y="404"/>
                  </a:lnTo>
                  <a:lnTo>
                    <a:pt x="4579" y="430"/>
                  </a:lnTo>
                  <a:lnTo>
                    <a:pt x="4586" y="444"/>
                  </a:lnTo>
                  <a:lnTo>
                    <a:pt x="4592" y="457"/>
                  </a:lnTo>
                  <a:lnTo>
                    <a:pt x="4605" y="487"/>
                  </a:lnTo>
                  <a:lnTo>
                    <a:pt x="4610" y="503"/>
                  </a:lnTo>
                  <a:lnTo>
                    <a:pt x="4616" y="519"/>
                  </a:lnTo>
                  <a:lnTo>
                    <a:pt x="4621" y="535"/>
                  </a:lnTo>
                  <a:lnTo>
                    <a:pt x="4626" y="551"/>
                  </a:lnTo>
                  <a:lnTo>
                    <a:pt x="4631" y="569"/>
                  </a:lnTo>
                  <a:lnTo>
                    <a:pt x="4636" y="585"/>
                  </a:lnTo>
                  <a:lnTo>
                    <a:pt x="4640" y="603"/>
                  </a:lnTo>
                  <a:lnTo>
                    <a:pt x="4644" y="621"/>
                  </a:lnTo>
                  <a:lnTo>
                    <a:pt x="4647" y="639"/>
                  </a:lnTo>
                  <a:lnTo>
                    <a:pt x="4651" y="657"/>
                  </a:lnTo>
                  <a:lnTo>
                    <a:pt x="4654" y="675"/>
                  </a:lnTo>
                  <a:lnTo>
                    <a:pt x="4656" y="695"/>
                  </a:lnTo>
                  <a:lnTo>
                    <a:pt x="4659" y="713"/>
                  </a:lnTo>
                  <a:lnTo>
                    <a:pt x="4661" y="733"/>
                  </a:lnTo>
                  <a:lnTo>
                    <a:pt x="4664" y="771"/>
                  </a:lnTo>
                  <a:lnTo>
                    <a:pt x="4665" y="791"/>
                  </a:lnTo>
                  <a:lnTo>
                    <a:pt x="4666" y="813"/>
                  </a:lnTo>
                  <a:lnTo>
                    <a:pt x="4666" y="833"/>
                  </a:lnTo>
                  <a:lnTo>
                    <a:pt x="4666" y="853"/>
                  </a:lnTo>
                  <a:lnTo>
                    <a:pt x="4666" y="881"/>
                  </a:lnTo>
                  <a:lnTo>
                    <a:pt x="4665" y="909"/>
                  </a:lnTo>
                  <a:lnTo>
                    <a:pt x="4664" y="935"/>
                  </a:lnTo>
                  <a:lnTo>
                    <a:pt x="4663" y="961"/>
                  </a:lnTo>
                  <a:lnTo>
                    <a:pt x="4661" y="987"/>
                  </a:lnTo>
                  <a:lnTo>
                    <a:pt x="4658" y="1011"/>
                  </a:lnTo>
                  <a:lnTo>
                    <a:pt x="4655" y="1035"/>
                  </a:lnTo>
                  <a:lnTo>
                    <a:pt x="4652" y="1059"/>
                  </a:lnTo>
                  <a:lnTo>
                    <a:pt x="4648" y="1081"/>
                  </a:lnTo>
                  <a:lnTo>
                    <a:pt x="4644" y="1101"/>
                  </a:lnTo>
                  <a:lnTo>
                    <a:pt x="4640" y="1123"/>
                  </a:lnTo>
                  <a:lnTo>
                    <a:pt x="4635" y="1143"/>
                  </a:lnTo>
                  <a:lnTo>
                    <a:pt x="4629" y="1161"/>
                  </a:lnTo>
                  <a:lnTo>
                    <a:pt x="4623" y="1181"/>
                  </a:lnTo>
                  <a:lnTo>
                    <a:pt x="4617" y="1197"/>
                  </a:lnTo>
                  <a:lnTo>
                    <a:pt x="4610" y="1215"/>
                  </a:lnTo>
                  <a:lnTo>
                    <a:pt x="4603" y="1231"/>
                  </a:lnTo>
                  <a:lnTo>
                    <a:pt x="4595" y="1247"/>
                  </a:lnTo>
                  <a:lnTo>
                    <a:pt x="4587" y="1261"/>
                  </a:lnTo>
                  <a:lnTo>
                    <a:pt x="4578" y="1275"/>
                  </a:lnTo>
                  <a:lnTo>
                    <a:pt x="4569" y="1289"/>
                  </a:lnTo>
                  <a:lnTo>
                    <a:pt x="4560" y="1303"/>
                  </a:lnTo>
                  <a:lnTo>
                    <a:pt x="4549" y="1315"/>
                  </a:lnTo>
                  <a:lnTo>
                    <a:pt x="4539" y="1327"/>
                  </a:lnTo>
                  <a:lnTo>
                    <a:pt x="4528" y="1337"/>
                  </a:lnTo>
                  <a:lnTo>
                    <a:pt x="4516" y="1349"/>
                  </a:lnTo>
                  <a:lnTo>
                    <a:pt x="4504" y="1358"/>
                  </a:lnTo>
                  <a:lnTo>
                    <a:pt x="4491" y="1366"/>
                  </a:lnTo>
                  <a:lnTo>
                    <a:pt x="4478" y="1374"/>
                  </a:lnTo>
                  <a:lnTo>
                    <a:pt x="4465" y="1382"/>
                  </a:lnTo>
                  <a:lnTo>
                    <a:pt x="4436" y="1396"/>
                  </a:lnTo>
                  <a:lnTo>
                    <a:pt x="4571" y="1700"/>
                  </a:lnTo>
                  <a:lnTo>
                    <a:pt x="4579" y="1722"/>
                  </a:lnTo>
                  <a:lnTo>
                    <a:pt x="4589" y="1744"/>
                  </a:lnTo>
                  <a:lnTo>
                    <a:pt x="4612" y="1792"/>
                  </a:lnTo>
                  <a:lnTo>
                    <a:pt x="4628" y="1828"/>
                  </a:lnTo>
                  <a:lnTo>
                    <a:pt x="4642" y="1862"/>
                  </a:lnTo>
                  <a:lnTo>
                    <a:pt x="4648" y="1878"/>
                  </a:lnTo>
                  <a:lnTo>
                    <a:pt x="4653" y="1892"/>
                  </a:lnTo>
                  <a:lnTo>
                    <a:pt x="4662" y="1920"/>
                  </a:lnTo>
                  <a:close/>
                  <a:moveTo>
                    <a:pt x="4276" y="1091"/>
                  </a:moveTo>
                  <a:lnTo>
                    <a:pt x="4294" y="1089"/>
                  </a:lnTo>
                  <a:lnTo>
                    <a:pt x="4311" y="1087"/>
                  </a:lnTo>
                  <a:lnTo>
                    <a:pt x="4320" y="1085"/>
                  </a:lnTo>
                  <a:lnTo>
                    <a:pt x="4327" y="1081"/>
                  </a:lnTo>
                  <a:lnTo>
                    <a:pt x="4342" y="1075"/>
                  </a:lnTo>
                  <a:lnTo>
                    <a:pt x="4356" y="1067"/>
                  </a:lnTo>
                  <a:lnTo>
                    <a:pt x="4368" y="1057"/>
                  </a:lnTo>
                  <a:lnTo>
                    <a:pt x="4374" y="1051"/>
                  </a:lnTo>
                  <a:lnTo>
                    <a:pt x="4379" y="1045"/>
                  </a:lnTo>
                  <a:lnTo>
                    <a:pt x="4384" y="1039"/>
                  </a:lnTo>
                  <a:lnTo>
                    <a:pt x="4389" y="1033"/>
                  </a:lnTo>
                  <a:lnTo>
                    <a:pt x="4394" y="1025"/>
                  </a:lnTo>
                  <a:lnTo>
                    <a:pt x="4398" y="1017"/>
                  </a:lnTo>
                  <a:lnTo>
                    <a:pt x="4406" y="999"/>
                  </a:lnTo>
                  <a:lnTo>
                    <a:pt x="4412" y="981"/>
                  </a:lnTo>
                  <a:lnTo>
                    <a:pt x="4415" y="971"/>
                  </a:lnTo>
                  <a:lnTo>
                    <a:pt x="4417" y="959"/>
                  </a:lnTo>
                  <a:lnTo>
                    <a:pt x="4420" y="949"/>
                  </a:lnTo>
                  <a:lnTo>
                    <a:pt x="4421" y="937"/>
                  </a:lnTo>
                  <a:lnTo>
                    <a:pt x="4423" y="925"/>
                  </a:lnTo>
                  <a:lnTo>
                    <a:pt x="4424" y="913"/>
                  </a:lnTo>
                  <a:lnTo>
                    <a:pt x="4426" y="887"/>
                  </a:lnTo>
                  <a:lnTo>
                    <a:pt x="4427" y="873"/>
                  </a:lnTo>
                  <a:lnTo>
                    <a:pt x="4427" y="859"/>
                  </a:lnTo>
                  <a:lnTo>
                    <a:pt x="4426" y="835"/>
                  </a:lnTo>
                  <a:lnTo>
                    <a:pt x="4424" y="813"/>
                  </a:lnTo>
                  <a:lnTo>
                    <a:pt x="4422" y="791"/>
                  </a:lnTo>
                  <a:lnTo>
                    <a:pt x="4418" y="773"/>
                  </a:lnTo>
                  <a:lnTo>
                    <a:pt x="4413" y="755"/>
                  </a:lnTo>
                  <a:lnTo>
                    <a:pt x="4406" y="739"/>
                  </a:lnTo>
                  <a:lnTo>
                    <a:pt x="4399" y="723"/>
                  </a:lnTo>
                  <a:lnTo>
                    <a:pt x="4391" y="711"/>
                  </a:lnTo>
                  <a:lnTo>
                    <a:pt x="4381" y="699"/>
                  </a:lnTo>
                  <a:lnTo>
                    <a:pt x="4370" y="689"/>
                  </a:lnTo>
                  <a:lnTo>
                    <a:pt x="4358" y="681"/>
                  </a:lnTo>
                  <a:lnTo>
                    <a:pt x="4346" y="673"/>
                  </a:lnTo>
                  <a:lnTo>
                    <a:pt x="4331" y="669"/>
                  </a:lnTo>
                  <a:lnTo>
                    <a:pt x="4316" y="665"/>
                  </a:lnTo>
                  <a:lnTo>
                    <a:pt x="4300" y="663"/>
                  </a:lnTo>
                  <a:lnTo>
                    <a:pt x="4282" y="661"/>
                  </a:lnTo>
                  <a:lnTo>
                    <a:pt x="4165" y="661"/>
                  </a:lnTo>
                  <a:lnTo>
                    <a:pt x="4165" y="1091"/>
                  </a:lnTo>
                  <a:lnTo>
                    <a:pt x="4276" y="10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00"/>
            </a:p>
          </p:txBody>
        </p:sp>
      </p:grpSp>
    </p:spTree>
    <p:extLst>
      <p:ext uri="{BB962C8B-B14F-4D97-AF65-F5344CB8AC3E}">
        <p14:creationId xmlns:p14="http://schemas.microsoft.com/office/powerpoint/2010/main" val="29930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 Light Blu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6795B2-FE30-1DC4-C7F8-C133E7F17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D382C6FB-A2B9-4DC3-A8EC-B6E457A29161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C8F627-8C81-B2E2-4671-5B5E302AA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61CE72-161B-1D80-1C28-F6DAF5B97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CE59E56-778D-B4BE-5F7C-6F85EEB11C5A}"/>
              </a:ext>
            </a:extLst>
          </p:cNvPr>
          <p:cNvGrpSpPr>
            <a:grpSpLocks noChangeAspect="1"/>
          </p:cNvGrpSpPr>
          <p:nvPr/>
        </p:nvGrpSpPr>
        <p:grpSpPr>
          <a:xfrm>
            <a:off x="3178193" y="2709000"/>
            <a:ext cx="2787615" cy="1440000"/>
            <a:chOff x="2389188" y="1992313"/>
            <a:chExt cx="7424738" cy="2876551"/>
          </a:xfrm>
          <a:solidFill>
            <a:schemeClr val="bg1"/>
          </a:solidFill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250B84F-BEFC-3CD3-E0E3-6FEA5EDEA1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24113" y="4270376"/>
              <a:ext cx="7361238" cy="598488"/>
            </a:xfrm>
            <a:custGeom>
              <a:avLst/>
              <a:gdLst>
                <a:gd name="T0" fmla="*/ 4474 w 4637"/>
                <a:gd name="T1" fmla="*/ 613 h 753"/>
                <a:gd name="T2" fmla="*/ 4500 w 4637"/>
                <a:gd name="T3" fmla="*/ 735 h 753"/>
                <a:gd name="T4" fmla="*/ 4506 w 4637"/>
                <a:gd name="T5" fmla="*/ 214 h 753"/>
                <a:gd name="T6" fmla="*/ 61 w 4637"/>
                <a:gd name="T7" fmla="*/ 747 h 753"/>
                <a:gd name="T8" fmla="*/ 22 w 4637"/>
                <a:gd name="T9" fmla="*/ 20 h 753"/>
                <a:gd name="T10" fmla="*/ 263 w 4637"/>
                <a:gd name="T11" fmla="*/ 487 h 753"/>
                <a:gd name="T12" fmla="*/ 437 w 4637"/>
                <a:gd name="T13" fmla="*/ 699 h 753"/>
                <a:gd name="T14" fmla="*/ 246 w 4637"/>
                <a:gd name="T15" fmla="*/ 601 h 753"/>
                <a:gd name="T16" fmla="*/ 378 w 4637"/>
                <a:gd name="T17" fmla="*/ 212 h 753"/>
                <a:gd name="T18" fmla="*/ 409 w 4637"/>
                <a:gd name="T19" fmla="*/ 315 h 753"/>
                <a:gd name="T20" fmla="*/ 264 w 4637"/>
                <a:gd name="T21" fmla="*/ 399 h 753"/>
                <a:gd name="T22" fmla="*/ 506 w 4637"/>
                <a:gd name="T23" fmla="*/ 232 h 753"/>
                <a:gd name="T24" fmla="*/ 657 w 4637"/>
                <a:gd name="T25" fmla="*/ 220 h 753"/>
                <a:gd name="T26" fmla="*/ 657 w 4637"/>
                <a:gd name="T27" fmla="*/ 737 h 753"/>
                <a:gd name="T28" fmla="*/ 768 w 4637"/>
                <a:gd name="T29" fmla="*/ 14 h 753"/>
                <a:gd name="T30" fmla="*/ 918 w 4637"/>
                <a:gd name="T31" fmla="*/ 711 h 753"/>
                <a:gd name="T32" fmla="*/ 837 w 4637"/>
                <a:gd name="T33" fmla="*/ 415 h 753"/>
                <a:gd name="T34" fmla="*/ 973 w 4637"/>
                <a:gd name="T35" fmla="*/ 216 h 753"/>
                <a:gd name="T36" fmla="*/ 838 w 4637"/>
                <a:gd name="T37" fmla="*/ 325 h 753"/>
                <a:gd name="T38" fmla="*/ 982 w 4637"/>
                <a:gd name="T39" fmla="*/ 659 h 753"/>
                <a:gd name="T40" fmla="*/ 1245 w 4637"/>
                <a:gd name="T41" fmla="*/ 729 h 753"/>
                <a:gd name="T42" fmla="*/ 1265 w 4637"/>
                <a:gd name="T43" fmla="*/ 210 h 753"/>
                <a:gd name="T44" fmla="*/ 1267 w 4637"/>
                <a:gd name="T45" fmla="*/ 250 h 753"/>
                <a:gd name="T46" fmla="*/ 1276 w 4637"/>
                <a:gd name="T47" fmla="*/ 711 h 753"/>
                <a:gd name="T48" fmla="*/ 1456 w 4637"/>
                <a:gd name="T49" fmla="*/ 6 h 753"/>
                <a:gd name="T50" fmla="*/ 1617 w 4637"/>
                <a:gd name="T51" fmla="*/ 675 h 753"/>
                <a:gd name="T52" fmla="*/ 1700 w 4637"/>
                <a:gd name="T53" fmla="*/ 751 h 753"/>
                <a:gd name="T54" fmla="*/ 1581 w 4637"/>
                <a:gd name="T55" fmla="*/ 315 h 753"/>
                <a:gd name="T56" fmla="*/ 1767 w 4637"/>
                <a:gd name="T57" fmla="*/ 365 h 753"/>
                <a:gd name="T58" fmla="*/ 1681 w 4637"/>
                <a:gd name="T59" fmla="*/ 242 h 753"/>
                <a:gd name="T60" fmla="*/ 2012 w 4637"/>
                <a:gd name="T61" fmla="*/ 731 h 753"/>
                <a:gd name="T62" fmla="*/ 1849 w 4637"/>
                <a:gd name="T63" fmla="*/ 591 h 753"/>
                <a:gd name="T64" fmla="*/ 1999 w 4637"/>
                <a:gd name="T65" fmla="*/ 276 h 753"/>
                <a:gd name="T66" fmla="*/ 1926 w 4637"/>
                <a:gd name="T67" fmla="*/ 204 h 753"/>
                <a:gd name="T68" fmla="*/ 2031 w 4637"/>
                <a:gd name="T69" fmla="*/ 741 h 753"/>
                <a:gd name="T70" fmla="*/ 1881 w 4637"/>
                <a:gd name="T71" fmla="*/ 671 h 753"/>
                <a:gd name="T72" fmla="*/ 2299 w 4637"/>
                <a:gd name="T73" fmla="*/ 355 h 753"/>
                <a:gd name="T74" fmla="*/ 2139 w 4637"/>
                <a:gd name="T75" fmla="*/ 747 h 753"/>
                <a:gd name="T76" fmla="*/ 2224 w 4637"/>
                <a:gd name="T77" fmla="*/ 204 h 753"/>
                <a:gd name="T78" fmla="*/ 2652 w 4637"/>
                <a:gd name="T79" fmla="*/ 753 h 753"/>
                <a:gd name="T80" fmla="*/ 2541 w 4637"/>
                <a:gd name="T81" fmla="*/ 208 h 753"/>
                <a:gd name="T82" fmla="*/ 2681 w 4637"/>
                <a:gd name="T83" fmla="*/ 248 h 753"/>
                <a:gd name="T84" fmla="*/ 2937 w 4637"/>
                <a:gd name="T85" fmla="*/ 751 h 753"/>
                <a:gd name="T86" fmla="*/ 2789 w 4637"/>
                <a:gd name="T87" fmla="*/ 737 h 753"/>
                <a:gd name="T88" fmla="*/ 2882 w 4637"/>
                <a:gd name="T89" fmla="*/ 206 h 753"/>
                <a:gd name="T90" fmla="*/ 3232 w 4637"/>
                <a:gd name="T91" fmla="*/ 487 h 753"/>
                <a:gd name="T92" fmla="*/ 3235 w 4637"/>
                <a:gd name="T93" fmla="*/ 697 h 753"/>
                <a:gd name="T94" fmla="*/ 3046 w 4637"/>
                <a:gd name="T95" fmla="*/ 615 h 753"/>
                <a:gd name="T96" fmla="*/ 3166 w 4637"/>
                <a:gd name="T97" fmla="*/ 206 h 753"/>
                <a:gd name="T98" fmla="*/ 3210 w 4637"/>
                <a:gd name="T99" fmla="*/ 321 h 753"/>
                <a:gd name="T100" fmla="*/ 3064 w 4637"/>
                <a:gd name="T101" fmla="*/ 379 h 753"/>
                <a:gd name="T102" fmla="*/ 3618 w 4637"/>
                <a:gd name="T103" fmla="*/ 305 h 753"/>
                <a:gd name="T104" fmla="*/ 3458 w 4637"/>
                <a:gd name="T105" fmla="*/ 208 h 753"/>
                <a:gd name="T106" fmla="*/ 3634 w 4637"/>
                <a:gd name="T107" fmla="*/ 282 h 753"/>
                <a:gd name="T108" fmla="*/ 3781 w 4637"/>
                <a:gd name="T109" fmla="*/ 232 h 753"/>
                <a:gd name="T110" fmla="*/ 3859 w 4637"/>
                <a:gd name="T111" fmla="*/ 319 h 753"/>
                <a:gd name="T112" fmla="*/ 4039 w 4637"/>
                <a:gd name="T113" fmla="*/ 290 h 753"/>
                <a:gd name="T114" fmla="*/ 3965 w 4637"/>
                <a:gd name="T115" fmla="*/ 753 h 753"/>
                <a:gd name="T116" fmla="*/ 3901 w 4637"/>
                <a:gd name="T117" fmla="*/ 272 h 753"/>
                <a:gd name="T118" fmla="*/ 3919 w 4637"/>
                <a:gd name="T119" fmla="*/ 703 h 753"/>
                <a:gd name="T120" fmla="*/ 4206 w 4637"/>
                <a:gd name="T121" fmla="*/ 250 h 753"/>
                <a:gd name="T122" fmla="*/ 4166 w 4637"/>
                <a:gd name="T123" fmla="*/ 216 h 753"/>
                <a:gd name="T124" fmla="*/ 4339 w 4637"/>
                <a:gd name="T125" fmla="*/ 753 h 7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37" h="753">
                  <a:moveTo>
                    <a:pt x="4615" y="254"/>
                  </a:moveTo>
                  <a:lnTo>
                    <a:pt x="4599" y="250"/>
                  </a:lnTo>
                  <a:lnTo>
                    <a:pt x="4580" y="246"/>
                  </a:lnTo>
                  <a:lnTo>
                    <a:pt x="4561" y="242"/>
                  </a:lnTo>
                  <a:lnTo>
                    <a:pt x="4545" y="242"/>
                  </a:lnTo>
                  <a:lnTo>
                    <a:pt x="4535" y="242"/>
                  </a:lnTo>
                  <a:lnTo>
                    <a:pt x="4526" y="244"/>
                  </a:lnTo>
                  <a:lnTo>
                    <a:pt x="4517" y="248"/>
                  </a:lnTo>
                  <a:lnTo>
                    <a:pt x="4509" y="254"/>
                  </a:lnTo>
                  <a:lnTo>
                    <a:pt x="4503" y="262"/>
                  </a:lnTo>
                  <a:lnTo>
                    <a:pt x="4496" y="270"/>
                  </a:lnTo>
                  <a:lnTo>
                    <a:pt x="4493" y="276"/>
                  </a:lnTo>
                  <a:lnTo>
                    <a:pt x="4491" y="280"/>
                  </a:lnTo>
                  <a:lnTo>
                    <a:pt x="4488" y="286"/>
                  </a:lnTo>
                  <a:lnTo>
                    <a:pt x="4486" y="292"/>
                  </a:lnTo>
                  <a:lnTo>
                    <a:pt x="4482" y="305"/>
                  </a:lnTo>
                  <a:lnTo>
                    <a:pt x="4477" y="319"/>
                  </a:lnTo>
                  <a:lnTo>
                    <a:pt x="4474" y="337"/>
                  </a:lnTo>
                  <a:lnTo>
                    <a:pt x="4471" y="355"/>
                  </a:lnTo>
                  <a:lnTo>
                    <a:pt x="4470" y="375"/>
                  </a:lnTo>
                  <a:lnTo>
                    <a:pt x="4468" y="395"/>
                  </a:lnTo>
                  <a:lnTo>
                    <a:pt x="4468" y="417"/>
                  </a:lnTo>
                  <a:lnTo>
                    <a:pt x="4467" y="443"/>
                  </a:lnTo>
                  <a:lnTo>
                    <a:pt x="4467" y="509"/>
                  </a:lnTo>
                  <a:lnTo>
                    <a:pt x="4468" y="533"/>
                  </a:lnTo>
                  <a:lnTo>
                    <a:pt x="4468" y="555"/>
                  </a:lnTo>
                  <a:lnTo>
                    <a:pt x="4470" y="575"/>
                  </a:lnTo>
                  <a:lnTo>
                    <a:pt x="4471" y="595"/>
                  </a:lnTo>
                  <a:lnTo>
                    <a:pt x="4474" y="613"/>
                  </a:lnTo>
                  <a:lnTo>
                    <a:pt x="4477" y="631"/>
                  </a:lnTo>
                  <a:lnTo>
                    <a:pt x="4480" y="647"/>
                  </a:lnTo>
                  <a:lnTo>
                    <a:pt x="4485" y="659"/>
                  </a:lnTo>
                  <a:lnTo>
                    <a:pt x="4490" y="673"/>
                  </a:lnTo>
                  <a:lnTo>
                    <a:pt x="4496" y="683"/>
                  </a:lnTo>
                  <a:lnTo>
                    <a:pt x="4502" y="693"/>
                  </a:lnTo>
                  <a:lnTo>
                    <a:pt x="4505" y="697"/>
                  </a:lnTo>
                  <a:lnTo>
                    <a:pt x="4509" y="701"/>
                  </a:lnTo>
                  <a:lnTo>
                    <a:pt x="4513" y="703"/>
                  </a:lnTo>
                  <a:lnTo>
                    <a:pt x="4517" y="707"/>
                  </a:lnTo>
                  <a:lnTo>
                    <a:pt x="4525" y="711"/>
                  </a:lnTo>
                  <a:lnTo>
                    <a:pt x="4535" y="713"/>
                  </a:lnTo>
                  <a:lnTo>
                    <a:pt x="4545" y="713"/>
                  </a:lnTo>
                  <a:lnTo>
                    <a:pt x="4563" y="713"/>
                  </a:lnTo>
                  <a:lnTo>
                    <a:pt x="4582" y="709"/>
                  </a:lnTo>
                  <a:lnTo>
                    <a:pt x="4600" y="705"/>
                  </a:lnTo>
                  <a:lnTo>
                    <a:pt x="4615" y="701"/>
                  </a:lnTo>
                  <a:lnTo>
                    <a:pt x="4615" y="254"/>
                  </a:lnTo>
                  <a:close/>
                  <a:moveTo>
                    <a:pt x="4629" y="735"/>
                  </a:moveTo>
                  <a:lnTo>
                    <a:pt x="4611" y="741"/>
                  </a:lnTo>
                  <a:lnTo>
                    <a:pt x="4600" y="745"/>
                  </a:lnTo>
                  <a:lnTo>
                    <a:pt x="4590" y="747"/>
                  </a:lnTo>
                  <a:lnTo>
                    <a:pt x="4567" y="751"/>
                  </a:lnTo>
                  <a:lnTo>
                    <a:pt x="4545" y="753"/>
                  </a:lnTo>
                  <a:lnTo>
                    <a:pt x="4532" y="753"/>
                  </a:lnTo>
                  <a:lnTo>
                    <a:pt x="4521" y="749"/>
                  </a:lnTo>
                  <a:lnTo>
                    <a:pt x="4510" y="743"/>
                  </a:lnTo>
                  <a:lnTo>
                    <a:pt x="4505" y="739"/>
                  </a:lnTo>
                  <a:lnTo>
                    <a:pt x="4500" y="735"/>
                  </a:lnTo>
                  <a:lnTo>
                    <a:pt x="4491" y="725"/>
                  </a:lnTo>
                  <a:lnTo>
                    <a:pt x="4483" y="715"/>
                  </a:lnTo>
                  <a:lnTo>
                    <a:pt x="4478" y="707"/>
                  </a:lnTo>
                  <a:lnTo>
                    <a:pt x="4475" y="701"/>
                  </a:lnTo>
                  <a:lnTo>
                    <a:pt x="4468" y="685"/>
                  </a:lnTo>
                  <a:lnTo>
                    <a:pt x="4463" y="669"/>
                  </a:lnTo>
                  <a:lnTo>
                    <a:pt x="4458" y="649"/>
                  </a:lnTo>
                  <a:lnTo>
                    <a:pt x="4454" y="629"/>
                  </a:lnTo>
                  <a:lnTo>
                    <a:pt x="4451" y="607"/>
                  </a:lnTo>
                  <a:lnTo>
                    <a:pt x="4448" y="585"/>
                  </a:lnTo>
                  <a:lnTo>
                    <a:pt x="4447" y="561"/>
                  </a:lnTo>
                  <a:lnTo>
                    <a:pt x="4445" y="535"/>
                  </a:lnTo>
                  <a:lnTo>
                    <a:pt x="4445" y="509"/>
                  </a:lnTo>
                  <a:lnTo>
                    <a:pt x="4445" y="443"/>
                  </a:lnTo>
                  <a:lnTo>
                    <a:pt x="4446" y="413"/>
                  </a:lnTo>
                  <a:lnTo>
                    <a:pt x="4447" y="387"/>
                  </a:lnTo>
                  <a:lnTo>
                    <a:pt x="4449" y="361"/>
                  </a:lnTo>
                  <a:lnTo>
                    <a:pt x="4451" y="337"/>
                  </a:lnTo>
                  <a:lnTo>
                    <a:pt x="4455" y="315"/>
                  </a:lnTo>
                  <a:lnTo>
                    <a:pt x="4459" y="298"/>
                  </a:lnTo>
                  <a:lnTo>
                    <a:pt x="4464" y="280"/>
                  </a:lnTo>
                  <a:lnTo>
                    <a:pt x="4470" y="264"/>
                  </a:lnTo>
                  <a:lnTo>
                    <a:pt x="4473" y="256"/>
                  </a:lnTo>
                  <a:lnTo>
                    <a:pt x="4476" y="248"/>
                  </a:lnTo>
                  <a:lnTo>
                    <a:pt x="4485" y="236"/>
                  </a:lnTo>
                  <a:lnTo>
                    <a:pt x="4489" y="232"/>
                  </a:lnTo>
                  <a:lnTo>
                    <a:pt x="4493" y="226"/>
                  </a:lnTo>
                  <a:lnTo>
                    <a:pt x="4502" y="218"/>
                  </a:lnTo>
                  <a:lnTo>
                    <a:pt x="4506" y="214"/>
                  </a:lnTo>
                  <a:lnTo>
                    <a:pt x="4511" y="212"/>
                  </a:lnTo>
                  <a:lnTo>
                    <a:pt x="4522" y="206"/>
                  </a:lnTo>
                  <a:lnTo>
                    <a:pt x="4527" y="204"/>
                  </a:lnTo>
                  <a:lnTo>
                    <a:pt x="4533" y="204"/>
                  </a:lnTo>
                  <a:lnTo>
                    <a:pt x="4545" y="202"/>
                  </a:lnTo>
                  <a:lnTo>
                    <a:pt x="4561" y="204"/>
                  </a:lnTo>
                  <a:lnTo>
                    <a:pt x="4580" y="206"/>
                  </a:lnTo>
                  <a:lnTo>
                    <a:pt x="4598" y="212"/>
                  </a:lnTo>
                  <a:lnTo>
                    <a:pt x="4615" y="218"/>
                  </a:lnTo>
                  <a:lnTo>
                    <a:pt x="4615" y="20"/>
                  </a:lnTo>
                  <a:lnTo>
                    <a:pt x="4615" y="16"/>
                  </a:lnTo>
                  <a:lnTo>
                    <a:pt x="4615" y="12"/>
                  </a:lnTo>
                  <a:lnTo>
                    <a:pt x="4617" y="6"/>
                  </a:lnTo>
                  <a:lnTo>
                    <a:pt x="4618" y="4"/>
                  </a:lnTo>
                  <a:lnTo>
                    <a:pt x="4620" y="2"/>
                  </a:lnTo>
                  <a:lnTo>
                    <a:pt x="4623" y="0"/>
                  </a:lnTo>
                  <a:lnTo>
                    <a:pt x="4628" y="0"/>
                  </a:lnTo>
                  <a:lnTo>
                    <a:pt x="4632" y="2"/>
                  </a:lnTo>
                  <a:lnTo>
                    <a:pt x="4635" y="6"/>
                  </a:lnTo>
                  <a:lnTo>
                    <a:pt x="4636" y="12"/>
                  </a:lnTo>
                  <a:lnTo>
                    <a:pt x="4637" y="20"/>
                  </a:lnTo>
                  <a:lnTo>
                    <a:pt x="4637" y="715"/>
                  </a:lnTo>
                  <a:lnTo>
                    <a:pt x="4637" y="723"/>
                  </a:lnTo>
                  <a:lnTo>
                    <a:pt x="4636" y="725"/>
                  </a:lnTo>
                  <a:lnTo>
                    <a:pt x="4635" y="727"/>
                  </a:lnTo>
                  <a:lnTo>
                    <a:pt x="4633" y="731"/>
                  </a:lnTo>
                  <a:lnTo>
                    <a:pt x="4629" y="735"/>
                  </a:lnTo>
                  <a:close/>
                  <a:moveTo>
                    <a:pt x="177" y="747"/>
                  </a:moveTo>
                  <a:lnTo>
                    <a:pt x="61" y="747"/>
                  </a:lnTo>
                  <a:lnTo>
                    <a:pt x="54" y="747"/>
                  </a:lnTo>
                  <a:lnTo>
                    <a:pt x="48" y="745"/>
                  </a:lnTo>
                  <a:lnTo>
                    <a:pt x="41" y="745"/>
                  </a:lnTo>
                  <a:lnTo>
                    <a:pt x="36" y="741"/>
                  </a:lnTo>
                  <a:lnTo>
                    <a:pt x="30" y="739"/>
                  </a:lnTo>
                  <a:lnTo>
                    <a:pt x="28" y="737"/>
                  </a:lnTo>
                  <a:lnTo>
                    <a:pt x="25" y="733"/>
                  </a:lnTo>
                  <a:lnTo>
                    <a:pt x="21" y="729"/>
                  </a:lnTo>
                  <a:lnTo>
                    <a:pt x="16" y="723"/>
                  </a:lnTo>
                  <a:lnTo>
                    <a:pt x="13" y="715"/>
                  </a:lnTo>
                  <a:lnTo>
                    <a:pt x="9" y="707"/>
                  </a:lnTo>
                  <a:lnTo>
                    <a:pt x="7" y="699"/>
                  </a:lnTo>
                  <a:lnTo>
                    <a:pt x="4" y="687"/>
                  </a:lnTo>
                  <a:lnTo>
                    <a:pt x="3" y="677"/>
                  </a:lnTo>
                  <a:lnTo>
                    <a:pt x="1" y="663"/>
                  </a:lnTo>
                  <a:lnTo>
                    <a:pt x="1" y="649"/>
                  </a:lnTo>
                  <a:lnTo>
                    <a:pt x="0" y="635"/>
                  </a:lnTo>
                  <a:lnTo>
                    <a:pt x="0" y="20"/>
                  </a:lnTo>
                  <a:lnTo>
                    <a:pt x="0" y="16"/>
                  </a:lnTo>
                  <a:lnTo>
                    <a:pt x="1" y="12"/>
                  </a:lnTo>
                  <a:lnTo>
                    <a:pt x="3" y="6"/>
                  </a:lnTo>
                  <a:lnTo>
                    <a:pt x="4" y="4"/>
                  </a:lnTo>
                  <a:lnTo>
                    <a:pt x="5" y="2"/>
                  </a:lnTo>
                  <a:lnTo>
                    <a:pt x="9" y="0"/>
                  </a:lnTo>
                  <a:lnTo>
                    <a:pt x="14" y="0"/>
                  </a:lnTo>
                  <a:lnTo>
                    <a:pt x="17" y="2"/>
                  </a:lnTo>
                  <a:lnTo>
                    <a:pt x="20" y="6"/>
                  </a:lnTo>
                  <a:lnTo>
                    <a:pt x="22" y="12"/>
                  </a:lnTo>
                  <a:lnTo>
                    <a:pt x="22" y="20"/>
                  </a:lnTo>
                  <a:lnTo>
                    <a:pt x="22" y="635"/>
                  </a:lnTo>
                  <a:lnTo>
                    <a:pt x="23" y="645"/>
                  </a:lnTo>
                  <a:lnTo>
                    <a:pt x="23" y="655"/>
                  </a:lnTo>
                  <a:lnTo>
                    <a:pt x="24" y="665"/>
                  </a:lnTo>
                  <a:lnTo>
                    <a:pt x="25" y="671"/>
                  </a:lnTo>
                  <a:lnTo>
                    <a:pt x="27" y="679"/>
                  </a:lnTo>
                  <a:lnTo>
                    <a:pt x="28" y="685"/>
                  </a:lnTo>
                  <a:lnTo>
                    <a:pt x="30" y="689"/>
                  </a:lnTo>
                  <a:lnTo>
                    <a:pt x="33" y="693"/>
                  </a:lnTo>
                  <a:lnTo>
                    <a:pt x="35" y="697"/>
                  </a:lnTo>
                  <a:lnTo>
                    <a:pt x="38" y="699"/>
                  </a:lnTo>
                  <a:lnTo>
                    <a:pt x="45" y="703"/>
                  </a:lnTo>
                  <a:lnTo>
                    <a:pt x="53" y="705"/>
                  </a:lnTo>
                  <a:lnTo>
                    <a:pt x="61" y="705"/>
                  </a:lnTo>
                  <a:lnTo>
                    <a:pt x="177" y="705"/>
                  </a:lnTo>
                  <a:lnTo>
                    <a:pt x="181" y="707"/>
                  </a:lnTo>
                  <a:lnTo>
                    <a:pt x="182" y="709"/>
                  </a:lnTo>
                  <a:lnTo>
                    <a:pt x="184" y="711"/>
                  </a:lnTo>
                  <a:lnTo>
                    <a:pt x="186" y="715"/>
                  </a:lnTo>
                  <a:lnTo>
                    <a:pt x="186" y="719"/>
                  </a:lnTo>
                  <a:lnTo>
                    <a:pt x="187" y="723"/>
                  </a:lnTo>
                  <a:lnTo>
                    <a:pt x="187" y="731"/>
                  </a:lnTo>
                  <a:lnTo>
                    <a:pt x="186" y="733"/>
                  </a:lnTo>
                  <a:lnTo>
                    <a:pt x="186" y="737"/>
                  </a:lnTo>
                  <a:lnTo>
                    <a:pt x="184" y="743"/>
                  </a:lnTo>
                  <a:lnTo>
                    <a:pt x="181" y="745"/>
                  </a:lnTo>
                  <a:lnTo>
                    <a:pt x="177" y="747"/>
                  </a:lnTo>
                  <a:close/>
                  <a:moveTo>
                    <a:pt x="433" y="487"/>
                  </a:moveTo>
                  <a:lnTo>
                    <a:pt x="263" y="487"/>
                  </a:lnTo>
                  <a:lnTo>
                    <a:pt x="263" y="509"/>
                  </a:lnTo>
                  <a:lnTo>
                    <a:pt x="263" y="539"/>
                  </a:lnTo>
                  <a:lnTo>
                    <a:pt x="264" y="553"/>
                  </a:lnTo>
                  <a:lnTo>
                    <a:pt x="265" y="565"/>
                  </a:lnTo>
                  <a:lnTo>
                    <a:pt x="266" y="579"/>
                  </a:lnTo>
                  <a:lnTo>
                    <a:pt x="267" y="591"/>
                  </a:lnTo>
                  <a:lnTo>
                    <a:pt x="270" y="613"/>
                  </a:lnTo>
                  <a:lnTo>
                    <a:pt x="274" y="631"/>
                  </a:lnTo>
                  <a:lnTo>
                    <a:pt x="279" y="647"/>
                  </a:lnTo>
                  <a:lnTo>
                    <a:pt x="284" y="663"/>
                  </a:lnTo>
                  <a:lnTo>
                    <a:pt x="287" y="669"/>
                  </a:lnTo>
                  <a:lnTo>
                    <a:pt x="290" y="675"/>
                  </a:lnTo>
                  <a:lnTo>
                    <a:pt x="293" y="681"/>
                  </a:lnTo>
                  <a:lnTo>
                    <a:pt x="296" y="685"/>
                  </a:lnTo>
                  <a:lnTo>
                    <a:pt x="303" y="693"/>
                  </a:lnTo>
                  <a:lnTo>
                    <a:pt x="311" y="701"/>
                  </a:lnTo>
                  <a:lnTo>
                    <a:pt x="319" y="705"/>
                  </a:lnTo>
                  <a:lnTo>
                    <a:pt x="327" y="709"/>
                  </a:lnTo>
                  <a:lnTo>
                    <a:pt x="336" y="713"/>
                  </a:lnTo>
                  <a:lnTo>
                    <a:pt x="345" y="713"/>
                  </a:lnTo>
                  <a:lnTo>
                    <a:pt x="354" y="713"/>
                  </a:lnTo>
                  <a:lnTo>
                    <a:pt x="372" y="713"/>
                  </a:lnTo>
                  <a:lnTo>
                    <a:pt x="390" y="709"/>
                  </a:lnTo>
                  <a:lnTo>
                    <a:pt x="410" y="703"/>
                  </a:lnTo>
                  <a:lnTo>
                    <a:pt x="429" y="697"/>
                  </a:lnTo>
                  <a:lnTo>
                    <a:pt x="431" y="697"/>
                  </a:lnTo>
                  <a:lnTo>
                    <a:pt x="432" y="697"/>
                  </a:lnTo>
                  <a:lnTo>
                    <a:pt x="436" y="697"/>
                  </a:lnTo>
                  <a:lnTo>
                    <a:pt x="437" y="699"/>
                  </a:lnTo>
                  <a:lnTo>
                    <a:pt x="438" y="703"/>
                  </a:lnTo>
                  <a:lnTo>
                    <a:pt x="439" y="705"/>
                  </a:lnTo>
                  <a:lnTo>
                    <a:pt x="439" y="709"/>
                  </a:lnTo>
                  <a:lnTo>
                    <a:pt x="439" y="721"/>
                  </a:lnTo>
                  <a:lnTo>
                    <a:pt x="438" y="725"/>
                  </a:lnTo>
                  <a:lnTo>
                    <a:pt x="437" y="729"/>
                  </a:lnTo>
                  <a:lnTo>
                    <a:pt x="436" y="731"/>
                  </a:lnTo>
                  <a:lnTo>
                    <a:pt x="434" y="733"/>
                  </a:lnTo>
                  <a:lnTo>
                    <a:pt x="430" y="737"/>
                  </a:lnTo>
                  <a:lnTo>
                    <a:pt x="411" y="743"/>
                  </a:lnTo>
                  <a:lnTo>
                    <a:pt x="391" y="749"/>
                  </a:lnTo>
                  <a:lnTo>
                    <a:pt x="372" y="751"/>
                  </a:lnTo>
                  <a:lnTo>
                    <a:pt x="354" y="753"/>
                  </a:lnTo>
                  <a:lnTo>
                    <a:pt x="343" y="753"/>
                  </a:lnTo>
                  <a:lnTo>
                    <a:pt x="331" y="751"/>
                  </a:lnTo>
                  <a:lnTo>
                    <a:pt x="320" y="747"/>
                  </a:lnTo>
                  <a:lnTo>
                    <a:pt x="310" y="741"/>
                  </a:lnTo>
                  <a:lnTo>
                    <a:pt x="300" y="735"/>
                  </a:lnTo>
                  <a:lnTo>
                    <a:pt x="295" y="731"/>
                  </a:lnTo>
                  <a:lnTo>
                    <a:pt x="291" y="727"/>
                  </a:lnTo>
                  <a:lnTo>
                    <a:pt x="282" y="715"/>
                  </a:lnTo>
                  <a:lnTo>
                    <a:pt x="274" y="703"/>
                  </a:lnTo>
                  <a:lnTo>
                    <a:pt x="270" y="695"/>
                  </a:lnTo>
                  <a:lnTo>
                    <a:pt x="267" y="687"/>
                  </a:lnTo>
                  <a:lnTo>
                    <a:pt x="260" y="669"/>
                  </a:lnTo>
                  <a:lnTo>
                    <a:pt x="255" y="649"/>
                  </a:lnTo>
                  <a:lnTo>
                    <a:pt x="250" y="627"/>
                  </a:lnTo>
                  <a:lnTo>
                    <a:pt x="248" y="615"/>
                  </a:lnTo>
                  <a:lnTo>
                    <a:pt x="246" y="601"/>
                  </a:lnTo>
                  <a:lnTo>
                    <a:pt x="243" y="573"/>
                  </a:lnTo>
                  <a:lnTo>
                    <a:pt x="241" y="543"/>
                  </a:lnTo>
                  <a:lnTo>
                    <a:pt x="241" y="527"/>
                  </a:lnTo>
                  <a:lnTo>
                    <a:pt x="241" y="509"/>
                  </a:lnTo>
                  <a:lnTo>
                    <a:pt x="241" y="443"/>
                  </a:lnTo>
                  <a:lnTo>
                    <a:pt x="241" y="417"/>
                  </a:lnTo>
                  <a:lnTo>
                    <a:pt x="242" y="391"/>
                  </a:lnTo>
                  <a:lnTo>
                    <a:pt x="245" y="369"/>
                  </a:lnTo>
                  <a:lnTo>
                    <a:pt x="247" y="345"/>
                  </a:lnTo>
                  <a:lnTo>
                    <a:pt x="249" y="335"/>
                  </a:lnTo>
                  <a:lnTo>
                    <a:pt x="251" y="325"/>
                  </a:lnTo>
                  <a:lnTo>
                    <a:pt x="253" y="315"/>
                  </a:lnTo>
                  <a:lnTo>
                    <a:pt x="255" y="305"/>
                  </a:lnTo>
                  <a:lnTo>
                    <a:pt x="258" y="296"/>
                  </a:lnTo>
                  <a:lnTo>
                    <a:pt x="261" y="288"/>
                  </a:lnTo>
                  <a:lnTo>
                    <a:pt x="267" y="270"/>
                  </a:lnTo>
                  <a:lnTo>
                    <a:pt x="274" y="256"/>
                  </a:lnTo>
                  <a:lnTo>
                    <a:pt x="281" y="242"/>
                  </a:lnTo>
                  <a:lnTo>
                    <a:pt x="289" y="230"/>
                  </a:lnTo>
                  <a:lnTo>
                    <a:pt x="299" y="220"/>
                  </a:lnTo>
                  <a:lnTo>
                    <a:pt x="308" y="212"/>
                  </a:lnTo>
                  <a:lnTo>
                    <a:pt x="319" y="208"/>
                  </a:lnTo>
                  <a:lnTo>
                    <a:pt x="330" y="204"/>
                  </a:lnTo>
                  <a:lnTo>
                    <a:pt x="336" y="202"/>
                  </a:lnTo>
                  <a:lnTo>
                    <a:pt x="343" y="202"/>
                  </a:lnTo>
                  <a:lnTo>
                    <a:pt x="355" y="204"/>
                  </a:lnTo>
                  <a:lnTo>
                    <a:pt x="361" y="204"/>
                  </a:lnTo>
                  <a:lnTo>
                    <a:pt x="367" y="206"/>
                  </a:lnTo>
                  <a:lnTo>
                    <a:pt x="378" y="212"/>
                  </a:lnTo>
                  <a:lnTo>
                    <a:pt x="383" y="216"/>
                  </a:lnTo>
                  <a:lnTo>
                    <a:pt x="387" y="220"/>
                  </a:lnTo>
                  <a:lnTo>
                    <a:pt x="397" y="230"/>
                  </a:lnTo>
                  <a:lnTo>
                    <a:pt x="405" y="240"/>
                  </a:lnTo>
                  <a:lnTo>
                    <a:pt x="412" y="254"/>
                  </a:lnTo>
                  <a:lnTo>
                    <a:pt x="416" y="260"/>
                  </a:lnTo>
                  <a:lnTo>
                    <a:pt x="419" y="268"/>
                  </a:lnTo>
                  <a:lnTo>
                    <a:pt x="424" y="286"/>
                  </a:lnTo>
                  <a:lnTo>
                    <a:pt x="429" y="303"/>
                  </a:lnTo>
                  <a:lnTo>
                    <a:pt x="433" y="323"/>
                  </a:lnTo>
                  <a:lnTo>
                    <a:pt x="437" y="343"/>
                  </a:lnTo>
                  <a:lnTo>
                    <a:pt x="439" y="365"/>
                  </a:lnTo>
                  <a:lnTo>
                    <a:pt x="441" y="389"/>
                  </a:lnTo>
                  <a:lnTo>
                    <a:pt x="442" y="415"/>
                  </a:lnTo>
                  <a:lnTo>
                    <a:pt x="443" y="441"/>
                  </a:lnTo>
                  <a:lnTo>
                    <a:pt x="443" y="469"/>
                  </a:lnTo>
                  <a:lnTo>
                    <a:pt x="443" y="473"/>
                  </a:lnTo>
                  <a:lnTo>
                    <a:pt x="442" y="475"/>
                  </a:lnTo>
                  <a:lnTo>
                    <a:pt x="440" y="483"/>
                  </a:lnTo>
                  <a:lnTo>
                    <a:pt x="437" y="487"/>
                  </a:lnTo>
                  <a:lnTo>
                    <a:pt x="433" y="487"/>
                  </a:lnTo>
                  <a:close/>
                  <a:moveTo>
                    <a:pt x="421" y="441"/>
                  </a:moveTo>
                  <a:lnTo>
                    <a:pt x="420" y="417"/>
                  </a:lnTo>
                  <a:lnTo>
                    <a:pt x="420" y="397"/>
                  </a:lnTo>
                  <a:lnTo>
                    <a:pt x="418" y="375"/>
                  </a:lnTo>
                  <a:lnTo>
                    <a:pt x="416" y="357"/>
                  </a:lnTo>
                  <a:lnTo>
                    <a:pt x="414" y="339"/>
                  </a:lnTo>
                  <a:lnTo>
                    <a:pt x="411" y="321"/>
                  </a:lnTo>
                  <a:lnTo>
                    <a:pt x="409" y="315"/>
                  </a:lnTo>
                  <a:lnTo>
                    <a:pt x="407" y="307"/>
                  </a:lnTo>
                  <a:lnTo>
                    <a:pt x="403" y="294"/>
                  </a:lnTo>
                  <a:lnTo>
                    <a:pt x="400" y="288"/>
                  </a:lnTo>
                  <a:lnTo>
                    <a:pt x="398" y="282"/>
                  </a:lnTo>
                  <a:lnTo>
                    <a:pt x="395" y="276"/>
                  </a:lnTo>
                  <a:lnTo>
                    <a:pt x="392" y="272"/>
                  </a:lnTo>
                  <a:lnTo>
                    <a:pt x="389" y="266"/>
                  </a:lnTo>
                  <a:lnTo>
                    <a:pt x="386" y="262"/>
                  </a:lnTo>
                  <a:lnTo>
                    <a:pt x="379" y="256"/>
                  </a:lnTo>
                  <a:lnTo>
                    <a:pt x="371" y="250"/>
                  </a:lnTo>
                  <a:lnTo>
                    <a:pt x="362" y="246"/>
                  </a:lnTo>
                  <a:lnTo>
                    <a:pt x="353" y="242"/>
                  </a:lnTo>
                  <a:lnTo>
                    <a:pt x="343" y="242"/>
                  </a:lnTo>
                  <a:lnTo>
                    <a:pt x="332" y="242"/>
                  </a:lnTo>
                  <a:lnTo>
                    <a:pt x="328" y="244"/>
                  </a:lnTo>
                  <a:lnTo>
                    <a:pt x="323" y="246"/>
                  </a:lnTo>
                  <a:lnTo>
                    <a:pt x="314" y="250"/>
                  </a:lnTo>
                  <a:lnTo>
                    <a:pt x="307" y="256"/>
                  </a:lnTo>
                  <a:lnTo>
                    <a:pt x="299" y="264"/>
                  </a:lnTo>
                  <a:lnTo>
                    <a:pt x="293" y="274"/>
                  </a:lnTo>
                  <a:lnTo>
                    <a:pt x="287" y="284"/>
                  </a:lnTo>
                  <a:lnTo>
                    <a:pt x="282" y="298"/>
                  </a:lnTo>
                  <a:lnTo>
                    <a:pt x="277" y="311"/>
                  </a:lnTo>
                  <a:lnTo>
                    <a:pt x="275" y="317"/>
                  </a:lnTo>
                  <a:lnTo>
                    <a:pt x="273" y="325"/>
                  </a:lnTo>
                  <a:lnTo>
                    <a:pt x="270" y="343"/>
                  </a:lnTo>
                  <a:lnTo>
                    <a:pt x="268" y="361"/>
                  </a:lnTo>
                  <a:lnTo>
                    <a:pt x="266" y="379"/>
                  </a:lnTo>
                  <a:lnTo>
                    <a:pt x="264" y="399"/>
                  </a:lnTo>
                  <a:lnTo>
                    <a:pt x="263" y="421"/>
                  </a:lnTo>
                  <a:lnTo>
                    <a:pt x="263" y="443"/>
                  </a:lnTo>
                  <a:lnTo>
                    <a:pt x="421" y="447"/>
                  </a:lnTo>
                  <a:lnTo>
                    <a:pt x="421" y="441"/>
                  </a:lnTo>
                  <a:close/>
                  <a:moveTo>
                    <a:pt x="649" y="751"/>
                  </a:moveTo>
                  <a:lnTo>
                    <a:pt x="636" y="753"/>
                  </a:lnTo>
                  <a:lnTo>
                    <a:pt x="622" y="753"/>
                  </a:lnTo>
                  <a:lnTo>
                    <a:pt x="610" y="753"/>
                  </a:lnTo>
                  <a:lnTo>
                    <a:pt x="598" y="749"/>
                  </a:lnTo>
                  <a:lnTo>
                    <a:pt x="593" y="745"/>
                  </a:lnTo>
                  <a:lnTo>
                    <a:pt x="589" y="741"/>
                  </a:lnTo>
                  <a:lnTo>
                    <a:pt x="584" y="737"/>
                  </a:lnTo>
                  <a:lnTo>
                    <a:pt x="581" y="731"/>
                  </a:lnTo>
                  <a:lnTo>
                    <a:pt x="577" y="725"/>
                  </a:lnTo>
                  <a:lnTo>
                    <a:pt x="574" y="717"/>
                  </a:lnTo>
                  <a:lnTo>
                    <a:pt x="571" y="709"/>
                  </a:lnTo>
                  <a:lnTo>
                    <a:pt x="569" y="699"/>
                  </a:lnTo>
                  <a:lnTo>
                    <a:pt x="568" y="687"/>
                  </a:lnTo>
                  <a:lnTo>
                    <a:pt x="566" y="675"/>
                  </a:lnTo>
                  <a:lnTo>
                    <a:pt x="566" y="659"/>
                  </a:lnTo>
                  <a:lnTo>
                    <a:pt x="565" y="645"/>
                  </a:lnTo>
                  <a:lnTo>
                    <a:pt x="565" y="248"/>
                  </a:lnTo>
                  <a:lnTo>
                    <a:pt x="516" y="248"/>
                  </a:lnTo>
                  <a:lnTo>
                    <a:pt x="512" y="248"/>
                  </a:lnTo>
                  <a:lnTo>
                    <a:pt x="510" y="246"/>
                  </a:lnTo>
                  <a:lnTo>
                    <a:pt x="509" y="244"/>
                  </a:lnTo>
                  <a:lnTo>
                    <a:pt x="507" y="240"/>
                  </a:lnTo>
                  <a:lnTo>
                    <a:pt x="506" y="236"/>
                  </a:lnTo>
                  <a:lnTo>
                    <a:pt x="506" y="232"/>
                  </a:lnTo>
                  <a:lnTo>
                    <a:pt x="506" y="222"/>
                  </a:lnTo>
                  <a:lnTo>
                    <a:pt x="506" y="220"/>
                  </a:lnTo>
                  <a:lnTo>
                    <a:pt x="507" y="216"/>
                  </a:lnTo>
                  <a:lnTo>
                    <a:pt x="508" y="214"/>
                  </a:lnTo>
                  <a:lnTo>
                    <a:pt x="509" y="212"/>
                  </a:lnTo>
                  <a:lnTo>
                    <a:pt x="510" y="210"/>
                  </a:lnTo>
                  <a:lnTo>
                    <a:pt x="512" y="208"/>
                  </a:lnTo>
                  <a:lnTo>
                    <a:pt x="516" y="208"/>
                  </a:lnTo>
                  <a:lnTo>
                    <a:pt x="565" y="208"/>
                  </a:lnTo>
                  <a:lnTo>
                    <a:pt x="565" y="104"/>
                  </a:lnTo>
                  <a:lnTo>
                    <a:pt x="566" y="96"/>
                  </a:lnTo>
                  <a:lnTo>
                    <a:pt x="567" y="94"/>
                  </a:lnTo>
                  <a:lnTo>
                    <a:pt x="568" y="90"/>
                  </a:lnTo>
                  <a:lnTo>
                    <a:pt x="569" y="88"/>
                  </a:lnTo>
                  <a:lnTo>
                    <a:pt x="570" y="86"/>
                  </a:lnTo>
                  <a:lnTo>
                    <a:pt x="572" y="86"/>
                  </a:lnTo>
                  <a:lnTo>
                    <a:pt x="574" y="84"/>
                  </a:lnTo>
                  <a:lnTo>
                    <a:pt x="580" y="84"/>
                  </a:lnTo>
                  <a:lnTo>
                    <a:pt x="583" y="86"/>
                  </a:lnTo>
                  <a:lnTo>
                    <a:pt x="585" y="90"/>
                  </a:lnTo>
                  <a:lnTo>
                    <a:pt x="587" y="96"/>
                  </a:lnTo>
                  <a:lnTo>
                    <a:pt x="588" y="104"/>
                  </a:lnTo>
                  <a:lnTo>
                    <a:pt x="588" y="208"/>
                  </a:lnTo>
                  <a:lnTo>
                    <a:pt x="648" y="208"/>
                  </a:lnTo>
                  <a:lnTo>
                    <a:pt x="651" y="208"/>
                  </a:lnTo>
                  <a:lnTo>
                    <a:pt x="653" y="210"/>
                  </a:lnTo>
                  <a:lnTo>
                    <a:pt x="654" y="212"/>
                  </a:lnTo>
                  <a:lnTo>
                    <a:pt x="656" y="216"/>
                  </a:lnTo>
                  <a:lnTo>
                    <a:pt x="657" y="220"/>
                  </a:lnTo>
                  <a:lnTo>
                    <a:pt x="657" y="222"/>
                  </a:lnTo>
                  <a:lnTo>
                    <a:pt x="657" y="232"/>
                  </a:lnTo>
                  <a:lnTo>
                    <a:pt x="657" y="236"/>
                  </a:lnTo>
                  <a:lnTo>
                    <a:pt x="656" y="240"/>
                  </a:lnTo>
                  <a:lnTo>
                    <a:pt x="654" y="244"/>
                  </a:lnTo>
                  <a:lnTo>
                    <a:pt x="653" y="246"/>
                  </a:lnTo>
                  <a:lnTo>
                    <a:pt x="651" y="248"/>
                  </a:lnTo>
                  <a:lnTo>
                    <a:pt x="648" y="248"/>
                  </a:lnTo>
                  <a:lnTo>
                    <a:pt x="588" y="248"/>
                  </a:lnTo>
                  <a:lnTo>
                    <a:pt x="588" y="645"/>
                  </a:lnTo>
                  <a:lnTo>
                    <a:pt x="588" y="665"/>
                  </a:lnTo>
                  <a:lnTo>
                    <a:pt x="590" y="681"/>
                  </a:lnTo>
                  <a:lnTo>
                    <a:pt x="593" y="693"/>
                  </a:lnTo>
                  <a:lnTo>
                    <a:pt x="595" y="697"/>
                  </a:lnTo>
                  <a:lnTo>
                    <a:pt x="597" y="701"/>
                  </a:lnTo>
                  <a:lnTo>
                    <a:pt x="599" y="705"/>
                  </a:lnTo>
                  <a:lnTo>
                    <a:pt x="602" y="707"/>
                  </a:lnTo>
                  <a:lnTo>
                    <a:pt x="605" y="711"/>
                  </a:lnTo>
                  <a:lnTo>
                    <a:pt x="608" y="711"/>
                  </a:lnTo>
                  <a:lnTo>
                    <a:pt x="615" y="713"/>
                  </a:lnTo>
                  <a:lnTo>
                    <a:pt x="622" y="713"/>
                  </a:lnTo>
                  <a:lnTo>
                    <a:pt x="647" y="713"/>
                  </a:lnTo>
                  <a:lnTo>
                    <a:pt x="651" y="715"/>
                  </a:lnTo>
                  <a:lnTo>
                    <a:pt x="655" y="717"/>
                  </a:lnTo>
                  <a:lnTo>
                    <a:pt x="656" y="719"/>
                  </a:lnTo>
                  <a:lnTo>
                    <a:pt x="657" y="723"/>
                  </a:lnTo>
                  <a:lnTo>
                    <a:pt x="657" y="725"/>
                  </a:lnTo>
                  <a:lnTo>
                    <a:pt x="657" y="729"/>
                  </a:lnTo>
                  <a:lnTo>
                    <a:pt x="657" y="737"/>
                  </a:lnTo>
                  <a:lnTo>
                    <a:pt x="655" y="743"/>
                  </a:lnTo>
                  <a:lnTo>
                    <a:pt x="654" y="747"/>
                  </a:lnTo>
                  <a:lnTo>
                    <a:pt x="653" y="747"/>
                  </a:lnTo>
                  <a:lnTo>
                    <a:pt x="649" y="751"/>
                  </a:lnTo>
                  <a:close/>
                  <a:moveTo>
                    <a:pt x="767" y="20"/>
                  </a:moveTo>
                  <a:lnTo>
                    <a:pt x="743" y="192"/>
                  </a:lnTo>
                  <a:lnTo>
                    <a:pt x="742" y="202"/>
                  </a:lnTo>
                  <a:lnTo>
                    <a:pt x="740" y="208"/>
                  </a:lnTo>
                  <a:lnTo>
                    <a:pt x="737" y="210"/>
                  </a:lnTo>
                  <a:lnTo>
                    <a:pt x="734" y="212"/>
                  </a:lnTo>
                  <a:lnTo>
                    <a:pt x="726" y="212"/>
                  </a:lnTo>
                  <a:lnTo>
                    <a:pt x="724" y="210"/>
                  </a:lnTo>
                  <a:lnTo>
                    <a:pt x="722" y="208"/>
                  </a:lnTo>
                  <a:lnTo>
                    <a:pt x="722" y="206"/>
                  </a:lnTo>
                  <a:lnTo>
                    <a:pt x="722" y="202"/>
                  </a:lnTo>
                  <a:lnTo>
                    <a:pt x="722" y="198"/>
                  </a:lnTo>
                  <a:lnTo>
                    <a:pt x="722" y="192"/>
                  </a:lnTo>
                  <a:lnTo>
                    <a:pt x="743" y="20"/>
                  </a:lnTo>
                  <a:lnTo>
                    <a:pt x="744" y="10"/>
                  </a:lnTo>
                  <a:lnTo>
                    <a:pt x="745" y="6"/>
                  </a:lnTo>
                  <a:lnTo>
                    <a:pt x="746" y="4"/>
                  </a:lnTo>
                  <a:lnTo>
                    <a:pt x="749" y="2"/>
                  </a:lnTo>
                  <a:lnTo>
                    <a:pt x="753" y="0"/>
                  </a:lnTo>
                  <a:lnTo>
                    <a:pt x="762" y="0"/>
                  </a:lnTo>
                  <a:lnTo>
                    <a:pt x="765" y="0"/>
                  </a:lnTo>
                  <a:lnTo>
                    <a:pt x="767" y="2"/>
                  </a:lnTo>
                  <a:lnTo>
                    <a:pt x="768" y="6"/>
                  </a:lnTo>
                  <a:lnTo>
                    <a:pt x="768" y="12"/>
                  </a:lnTo>
                  <a:lnTo>
                    <a:pt x="768" y="14"/>
                  </a:lnTo>
                  <a:lnTo>
                    <a:pt x="767" y="20"/>
                  </a:lnTo>
                  <a:close/>
                  <a:moveTo>
                    <a:pt x="898" y="753"/>
                  </a:moveTo>
                  <a:lnTo>
                    <a:pt x="879" y="753"/>
                  </a:lnTo>
                  <a:lnTo>
                    <a:pt x="859" y="749"/>
                  </a:lnTo>
                  <a:lnTo>
                    <a:pt x="841" y="745"/>
                  </a:lnTo>
                  <a:lnTo>
                    <a:pt x="825" y="739"/>
                  </a:lnTo>
                  <a:lnTo>
                    <a:pt x="820" y="737"/>
                  </a:lnTo>
                  <a:lnTo>
                    <a:pt x="818" y="735"/>
                  </a:lnTo>
                  <a:lnTo>
                    <a:pt x="817" y="735"/>
                  </a:lnTo>
                  <a:lnTo>
                    <a:pt x="815" y="733"/>
                  </a:lnTo>
                  <a:lnTo>
                    <a:pt x="814" y="729"/>
                  </a:lnTo>
                  <a:lnTo>
                    <a:pt x="814" y="727"/>
                  </a:lnTo>
                  <a:lnTo>
                    <a:pt x="814" y="723"/>
                  </a:lnTo>
                  <a:lnTo>
                    <a:pt x="814" y="711"/>
                  </a:lnTo>
                  <a:lnTo>
                    <a:pt x="814" y="707"/>
                  </a:lnTo>
                  <a:lnTo>
                    <a:pt x="814" y="705"/>
                  </a:lnTo>
                  <a:lnTo>
                    <a:pt x="816" y="701"/>
                  </a:lnTo>
                  <a:lnTo>
                    <a:pt x="817" y="699"/>
                  </a:lnTo>
                  <a:lnTo>
                    <a:pt x="819" y="699"/>
                  </a:lnTo>
                  <a:lnTo>
                    <a:pt x="820" y="697"/>
                  </a:lnTo>
                  <a:lnTo>
                    <a:pt x="822" y="697"/>
                  </a:lnTo>
                  <a:lnTo>
                    <a:pt x="825" y="697"/>
                  </a:lnTo>
                  <a:lnTo>
                    <a:pt x="844" y="703"/>
                  </a:lnTo>
                  <a:lnTo>
                    <a:pt x="863" y="709"/>
                  </a:lnTo>
                  <a:lnTo>
                    <a:pt x="873" y="711"/>
                  </a:lnTo>
                  <a:lnTo>
                    <a:pt x="882" y="713"/>
                  </a:lnTo>
                  <a:lnTo>
                    <a:pt x="899" y="713"/>
                  </a:lnTo>
                  <a:lnTo>
                    <a:pt x="912" y="713"/>
                  </a:lnTo>
                  <a:lnTo>
                    <a:pt x="918" y="711"/>
                  </a:lnTo>
                  <a:lnTo>
                    <a:pt x="924" y="709"/>
                  </a:lnTo>
                  <a:lnTo>
                    <a:pt x="930" y="707"/>
                  </a:lnTo>
                  <a:lnTo>
                    <a:pt x="935" y="703"/>
                  </a:lnTo>
                  <a:lnTo>
                    <a:pt x="940" y="699"/>
                  </a:lnTo>
                  <a:lnTo>
                    <a:pt x="944" y="695"/>
                  </a:lnTo>
                  <a:lnTo>
                    <a:pt x="948" y="689"/>
                  </a:lnTo>
                  <a:lnTo>
                    <a:pt x="952" y="681"/>
                  </a:lnTo>
                  <a:lnTo>
                    <a:pt x="955" y="673"/>
                  </a:lnTo>
                  <a:lnTo>
                    <a:pt x="958" y="663"/>
                  </a:lnTo>
                  <a:lnTo>
                    <a:pt x="960" y="653"/>
                  </a:lnTo>
                  <a:lnTo>
                    <a:pt x="961" y="641"/>
                  </a:lnTo>
                  <a:lnTo>
                    <a:pt x="962" y="627"/>
                  </a:lnTo>
                  <a:lnTo>
                    <a:pt x="963" y="613"/>
                  </a:lnTo>
                  <a:lnTo>
                    <a:pt x="962" y="599"/>
                  </a:lnTo>
                  <a:lnTo>
                    <a:pt x="960" y="585"/>
                  </a:lnTo>
                  <a:lnTo>
                    <a:pt x="959" y="579"/>
                  </a:lnTo>
                  <a:lnTo>
                    <a:pt x="957" y="573"/>
                  </a:lnTo>
                  <a:lnTo>
                    <a:pt x="952" y="561"/>
                  </a:lnTo>
                  <a:lnTo>
                    <a:pt x="949" y="555"/>
                  </a:lnTo>
                  <a:lnTo>
                    <a:pt x="945" y="547"/>
                  </a:lnTo>
                  <a:lnTo>
                    <a:pt x="935" y="535"/>
                  </a:lnTo>
                  <a:lnTo>
                    <a:pt x="924" y="519"/>
                  </a:lnTo>
                  <a:lnTo>
                    <a:pt x="909" y="503"/>
                  </a:lnTo>
                  <a:lnTo>
                    <a:pt x="877" y="469"/>
                  </a:lnTo>
                  <a:lnTo>
                    <a:pt x="864" y="453"/>
                  </a:lnTo>
                  <a:lnTo>
                    <a:pt x="852" y="439"/>
                  </a:lnTo>
                  <a:lnTo>
                    <a:pt x="841" y="423"/>
                  </a:lnTo>
                  <a:lnTo>
                    <a:pt x="839" y="419"/>
                  </a:lnTo>
                  <a:lnTo>
                    <a:pt x="837" y="415"/>
                  </a:lnTo>
                  <a:lnTo>
                    <a:pt x="832" y="407"/>
                  </a:lnTo>
                  <a:lnTo>
                    <a:pt x="829" y="399"/>
                  </a:lnTo>
                  <a:lnTo>
                    <a:pt x="825" y="389"/>
                  </a:lnTo>
                  <a:lnTo>
                    <a:pt x="823" y="381"/>
                  </a:lnTo>
                  <a:lnTo>
                    <a:pt x="820" y="371"/>
                  </a:lnTo>
                  <a:lnTo>
                    <a:pt x="819" y="361"/>
                  </a:lnTo>
                  <a:lnTo>
                    <a:pt x="817" y="349"/>
                  </a:lnTo>
                  <a:lnTo>
                    <a:pt x="816" y="337"/>
                  </a:lnTo>
                  <a:lnTo>
                    <a:pt x="816" y="325"/>
                  </a:lnTo>
                  <a:lnTo>
                    <a:pt x="817" y="309"/>
                  </a:lnTo>
                  <a:lnTo>
                    <a:pt x="818" y="294"/>
                  </a:lnTo>
                  <a:lnTo>
                    <a:pt x="820" y="280"/>
                  </a:lnTo>
                  <a:lnTo>
                    <a:pt x="823" y="268"/>
                  </a:lnTo>
                  <a:lnTo>
                    <a:pt x="826" y="256"/>
                  </a:lnTo>
                  <a:lnTo>
                    <a:pt x="830" y="246"/>
                  </a:lnTo>
                  <a:lnTo>
                    <a:pt x="835" y="238"/>
                  </a:lnTo>
                  <a:lnTo>
                    <a:pt x="840" y="230"/>
                  </a:lnTo>
                  <a:lnTo>
                    <a:pt x="845" y="222"/>
                  </a:lnTo>
                  <a:lnTo>
                    <a:pt x="851" y="216"/>
                  </a:lnTo>
                  <a:lnTo>
                    <a:pt x="858" y="212"/>
                  </a:lnTo>
                  <a:lnTo>
                    <a:pt x="864" y="208"/>
                  </a:lnTo>
                  <a:lnTo>
                    <a:pt x="871" y="206"/>
                  </a:lnTo>
                  <a:lnTo>
                    <a:pt x="878" y="204"/>
                  </a:lnTo>
                  <a:lnTo>
                    <a:pt x="893" y="202"/>
                  </a:lnTo>
                  <a:lnTo>
                    <a:pt x="917" y="204"/>
                  </a:lnTo>
                  <a:lnTo>
                    <a:pt x="936" y="206"/>
                  </a:lnTo>
                  <a:lnTo>
                    <a:pt x="965" y="212"/>
                  </a:lnTo>
                  <a:lnTo>
                    <a:pt x="970" y="214"/>
                  </a:lnTo>
                  <a:lnTo>
                    <a:pt x="973" y="216"/>
                  </a:lnTo>
                  <a:lnTo>
                    <a:pt x="974" y="218"/>
                  </a:lnTo>
                  <a:lnTo>
                    <a:pt x="975" y="220"/>
                  </a:lnTo>
                  <a:lnTo>
                    <a:pt x="976" y="224"/>
                  </a:lnTo>
                  <a:lnTo>
                    <a:pt x="976" y="228"/>
                  </a:lnTo>
                  <a:lnTo>
                    <a:pt x="976" y="236"/>
                  </a:lnTo>
                  <a:lnTo>
                    <a:pt x="975" y="246"/>
                  </a:lnTo>
                  <a:lnTo>
                    <a:pt x="973" y="252"/>
                  </a:lnTo>
                  <a:lnTo>
                    <a:pt x="970" y="254"/>
                  </a:lnTo>
                  <a:lnTo>
                    <a:pt x="965" y="252"/>
                  </a:lnTo>
                  <a:lnTo>
                    <a:pt x="953" y="250"/>
                  </a:lnTo>
                  <a:lnTo>
                    <a:pt x="936" y="246"/>
                  </a:lnTo>
                  <a:lnTo>
                    <a:pt x="926" y="244"/>
                  </a:lnTo>
                  <a:lnTo>
                    <a:pt x="916" y="244"/>
                  </a:lnTo>
                  <a:lnTo>
                    <a:pt x="895" y="242"/>
                  </a:lnTo>
                  <a:lnTo>
                    <a:pt x="883" y="242"/>
                  </a:lnTo>
                  <a:lnTo>
                    <a:pt x="873" y="244"/>
                  </a:lnTo>
                  <a:lnTo>
                    <a:pt x="868" y="246"/>
                  </a:lnTo>
                  <a:lnTo>
                    <a:pt x="863" y="250"/>
                  </a:lnTo>
                  <a:lnTo>
                    <a:pt x="859" y="254"/>
                  </a:lnTo>
                  <a:lnTo>
                    <a:pt x="855" y="258"/>
                  </a:lnTo>
                  <a:lnTo>
                    <a:pt x="851" y="262"/>
                  </a:lnTo>
                  <a:lnTo>
                    <a:pt x="848" y="268"/>
                  </a:lnTo>
                  <a:lnTo>
                    <a:pt x="845" y="276"/>
                  </a:lnTo>
                  <a:lnTo>
                    <a:pt x="844" y="278"/>
                  </a:lnTo>
                  <a:lnTo>
                    <a:pt x="843" y="282"/>
                  </a:lnTo>
                  <a:lnTo>
                    <a:pt x="841" y="292"/>
                  </a:lnTo>
                  <a:lnTo>
                    <a:pt x="839" y="301"/>
                  </a:lnTo>
                  <a:lnTo>
                    <a:pt x="839" y="313"/>
                  </a:lnTo>
                  <a:lnTo>
                    <a:pt x="838" y="325"/>
                  </a:lnTo>
                  <a:lnTo>
                    <a:pt x="838" y="333"/>
                  </a:lnTo>
                  <a:lnTo>
                    <a:pt x="839" y="341"/>
                  </a:lnTo>
                  <a:lnTo>
                    <a:pt x="840" y="349"/>
                  </a:lnTo>
                  <a:lnTo>
                    <a:pt x="842" y="355"/>
                  </a:lnTo>
                  <a:lnTo>
                    <a:pt x="843" y="363"/>
                  </a:lnTo>
                  <a:lnTo>
                    <a:pt x="846" y="369"/>
                  </a:lnTo>
                  <a:lnTo>
                    <a:pt x="848" y="375"/>
                  </a:lnTo>
                  <a:lnTo>
                    <a:pt x="851" y="381"/>
                  </a:lnTo>
                  <a:lnTo>
                    <a:pt x="858" y="393"/>
                  </a:lnTo>
                  <a:lnTo>
                    <a:pt x="867" y="405"/>
                  </a:lnTo>
                  <a:lnTo>
                    <a:pt x="876" y="417"/>
                  </a:lnTo>
                  <a:lnTo>
                    <a:pt x="887" y="431"/>
                  </a:lnTo>
                  <a:lnTo>
                    <a:pt x="921" y="467"/>
                  </a:lnTo>
                  <a:lnTo>
                    <a:pt x="936" y="485"/>
                  </a:lnTo>
                  <a:lnTo>
                    <a:pt x="948" y="501"/>
                  </a:lnTo>
                  <a:lnTo>
                    <a:pt x="954" y="509"/>
                  </a:lnTo>
                  <a:lnTo>
                    <a:pt x="959" y="517"/>
                  </a:lnTo>
                  <a:lnTo>
                    <a:pt x="968" y="533"/>
                  </a:lnTo>
                  <a:lnTo>
                    <a:pt x="972" y="541"/>
                  </a:lnTo>
                  <a:lnTo>
                    <a:pt x="976" y="551"/>
                  </a:lnTo>
                  <a:lnTo>
                    <a:pt x="978" y="559"/>
                  </a:lnTo>
                  <a:lnTo>
                    <a:pt x="981" y="569"/>
                  </a:lnTo>
                  <a:lnTo>
                    <a:pt x="982" y="579"/>
                  </a:lnTo>
                  <a:lnTo>
                    <a:pt x="984" y="589"/>
                  </a:lnTo>
                  <a:lnTo>
                    <a:pt x="985" y="601"/>
                  </a:lnTo>
                  <a:lnTo>
                    <a:pt x="985" y="613"/>
                  </a:lnTo>
                  <a:lnTo>
                    <a:pt x="984" y="633"/>
                  </a:lnTo>
                  <a:lnTo>
                    <a:pt x="983" y="651"/>
                  </a:lnTo>
                  <a:lnTo>
                    <a:pt x="982" y="659"/>
                  </a:lnTo>
                  <a:lnTo>
                    <a:pt x="981" y="667"/>
                  </a:lnTo>
                  <a:lnTo>
                    <a:pt x="979" y="673"/>
                  </a:lnTo>
                  <a:lnTo>
                    <a:pt x="978" y="681"/>
                  </a:lnTo>
                  <a:lnTo>
                    <a:pt x="974" y="693"/>
                  </a:lnTo>
                  <a:lnTo>
                    <a:pt x="972" y="699"/>
                  </a:lnTo>
                  <a:lnTo>
                    <a:pt x="970" y="705"/>
                  </a:lnTo>
                  <a:lnTo>
                    <a:pt x="964" y="715"/>
                  </a:lnTo>
                  <a:lnTo>
                    <a:pt x="959" y="723"/>
                  </a:lnTo>
                  <a:lnTo>
                    <a:pt x="953" y="731"/>
                  </a:lnTo>
                  <a:lnTo>
                    <a:pt x="946" y="737"/>
                  </a:lnTo>
                  <a:lnTo>
                    <a:pt x="939" y="743"/>
                  </a:lnTo>
                  <a:lnTo>
                    <a:pt x="931" y="747"/>
                  </a:lnTo>
                  <a:lnTo>
                    <a:pt x="923" y="749"/>
                  </a:lnTo>
                  <a:lnTo>
                    <a:pt x="915" y="751"/>
                  </a:lnTo>
                  <a:lnTo>
                    <a:pt x="906" y="753"/>
                  </a:lnTo>
                  <a:lnTo>
                    <a:pt x="898" y="753"/>
                  </a:lnTo>
                  <a:close/>
                  <a:moveTo>
                    <a:pt x="1357" y="745"/>
                  </a:moveTo>
                  <a:lnTo>
                    <a:pt x="1341" y="747"/>
                  </a:lnTo>
                  <a:lnTo>
                    <a:pt x="1324" y="751"/>
                  </a:lnTo>
                  <a:lnTo>
                    <a:pt x="1309" y="753"/>
                  </a:lnTo>
                  <a:lnTo>
                    <a:pt x="1296" y="753"/>
                  </a:lnTo>
                  <a:lnTo>
                    <a:pt x="1283" y="751"/>
                  </a:lnTo>
                  <a:lnTo>
                    <a:pt x="1277" y="751"/>
                  </a:lnTo>
                  <a:lnTo>
                    <a:pt x="1271" y="749"/>
                  </a:lnTo>
                  <a:lnTo>
                    <a:pt x="1265" y="745"/>
                  </a:lnTo>
                  <a:lnTo>
                    <a:pt x="1260" y="743"/>
                  </a:lnTo>
                  <a:lnTo>
                    <a:pt x="1255" y="739"/>
                  </a:lnTo>
                  <a:lnTo>
                    <a:pt x="1250" y="733"/>
                  </a:lnTo>
                  <a:lnTo>
                    <a:pt x="1245" y="729"/>
                  </a:lnTo>
                  <a:lnTo>
                    <a:pt x="1241" y="723"/>
                  </a:lnTo>
                  <a:lnTo>
                    <a:pt x="1233" y="711"/>
                  </a:lnTo>
                  <a:lnTo>
                    <a:pt x="1225" y="697"/>
                  </a:lnTo>
                  <a:lnTo>
                    <a:pt x="1219" y="681"/>
                  </a:lnTo>
                  <a:lnTo>
                    <a:pt x="1213" y="663"/>
                  </a:lnTo>
                  <a:lnTo>
                    <a:pt x="1209" y="645"/>
                  </a:lnTo>
                  <a:lnTo>
                    <a:pt x="1205" y="625"/>
                  </a:lnTo>
                  <a:lnTo>
                    <a:pt x="1202" y="603"/>
                  </a:lnTo>
                  <a:lnTo>
                    <a:pt x="1199" y="581"/>
                  </a:lnTo>
                  <a:lnTo>
                    <a:pt x="1197" y="557"/>
                  </a:lnTo>
                  <a:lnTo>
                    <a:pt x="1196" y="535"/>
                  </a:lnTo>
                  <a:lnTo>
                    <a:pt x="1196" y="509"/>
                  </a:lnTo>
                  <a:lnTo>
                    <a:pt x="1196" y="443"/>
                  </a:lnTo>
                  <a:lnTo>
                    <a:pt x="1196" y="417"/>
                  </a:lnTo>
                  <a:lnTo>
                    <a:pt x="1197" y="393"/>
                  </a:lnTo>
                  <a:lnTo>
                    <a:pt x="1199" y="371"/>
                  </a:lnTo>
                  <a:lnTo>
                    <a:pt x="1202" y="349"/>
                  </a:lnTo>
                  <a:lnTo>
                    <a:pt x="1205" y="327"/>
                  </a:lnTo>
                  <a:lnTo>
                    <a:pt x="1209" y="307"/>
                  </a:lnTo>
                  <a:lnTo>
                    <a:pt x="1213" y="290"/>
                  </a:lnTo>
                  <a:lnTo>
                    <a:pt x="1219" y="272"/>
                  </a:lnTo>
                  <a:lnTo>
                    <a:pt x="1222" y="264"/>
                  </a:lnTo>
                  <a:lnTo>
                    <a:pt x="1225" y="258"/>
                  </a:lnTo>
                  <a:lnTo>
                    <a:pt x="1233" y="244"/>
                  </a:lnTo>
                  <a:lnTo>
                    <a:pt x="1237" y="238"/>
                  </a:lnTo>
                  <a:lnTo>
                    <a:pt x="1241" y="232"/>
                  </a:lnTo>
                  <a:lnTo>
                    <a:pt x="1250" y="222"/>
                  </a:lnTo>
                  <a:lnTo>
                    <a:pt x="1260" y="214"/>
                  </a:lnTo>
                  <a:lnTo>
                    <a:pt x="1265" y="210"/>
                  </a:lnTo>
                  <a:lnTo>
                    <a:pt x="1271" y="208"/>
                  </a:lnTo>
                  <a:lnTo>
                    <a:pt x="1277" y="206"/>
                  </a:lnTo>
                  <a:lnTo>
                    <a:pt x="1283" y="204"/>
                  </a:lnTo>
                  <a:lnTo>
                    <a:pt x="1289" y="202"/>
                  </a:lnTo>
                  <a:lnTo>
                    <a:pt x="1296" y="202"/>
                  </a:lnTo>
                  <a:lnTo>
                    <a:pt x="1309" y="204"/>
                  </a:lnTo>
                  <a:lnTo>
                    <a:pt x="1324" y="206"/>
                  </a:lnTo>
                  <a:lnTo>
                    <a:pt x="1341" y="208"/>
                  </a:lnTo>
                  <a:lnTo>
                    <a:pt x="1357" y="212"/>
                  </a:lnTo>
                  <a:lnTo>
                    <a:pt x="1361" y="214"/>
                  </a:lnTo>
                  <a:lnTo>
                    <a:pt x="1364" y="218"/>
                  </a:lnTo>
                  <a:lnTo>
                    <a:pt x="1365" y="220"/>
                  </a:lnTo>
                  <a:lnTo>
                    <a:pt x="1366" y="222"/>
                  </a:lnTo>
                  <a:lnTo>
                    <a:pt x="1366" y="230"/>
                  </a:lnTo>
                  <a:lnTo>
                    <a:pt x="1366" y="236"/>
                  </a:lnTo>
                  <a:lnTo>
                    <a:pt x="1365" y="240"/>
                  </a:lnTo>
                  <a:lnTo>
                    <a:pt x="1365" y="244"/>
                  </a:lnTo>
                  <a:lnTo>
                    <a:pt x="1363" y="248"/>
                  </a:lnTo>
                  <a:lnTo>
                    <a:pt x="1362" y="250"/>
                  </a:lnTo>
                  <a:lnTo>
                    <a:pt x="1360" y="250"/>
                  </a:lnTo>
                  <a:lnTo>
                    <a:pt x="1356" y="250"/>
                  </a:lnTo>
                  <a:lnTo>
                    <a:pt x="1339" y="246"/>
                  </a:lnTo>
                  <a:lnTo>
                    <a:pt x="1323" y="244"/>
                  </a:lnTo>
                  <a:lnTo>
                    <a:pt x="1309" y="242"/>
                  </a:lnTo>
                  <a:lnTo>
                    <a:pt x="1296" y="242"/>
                  </a:lnTo>
                  <a:lnTo>
                    <a:pt x="1285" y="242"/>
                  </a:lnTo>
                  <a:lnTo>
                    <a:pt x="1276" y="246"/>
                  </a:lnTo>
                  <a:lnTo>
                    <a:pt x="1272" y="248"/>
                  </a:lnTo>
                  <a:lnTo>
                    <a:pt x="1267" y="250"/>
                  </a:lnTo>
                  <a:lnTo>
                    <a:pt x="1259" y="256"/>
                  </a:lnTo>
                  <a:lnTo>
                    <a:pt x="1252" y="264"/>
                  </a:lnTo>
                  <a:lnTo>
                    <a:pt x="1246" y="274"/>
                  </a:lnTo>
                  <a:lnTo>
                    <a:pt x="1240" y="284"/>
                  </a:lnTo>
                  <a:lnTo>
                    <a:pt x="1236" y="296"/>
                  </a:lnTo>
                  <a:lnTo>
                    <a:pt x="1231" y="309"/>
                  </a:lnTo>
                  <a:lnTo>
                    <a:pt x="1228" y="325"/>
                  </a:lnTo>
                  <a:lnTo>
                    <a:pt x="1225" y="341"/>
                  </a:lnTo>
                  <a:lnTo>
                    <a:pt x="1222" y="359"/>
                  </a:lnTo>
                  <a:lnTo>
                    <a:pt x="1221" y="379"/>
                  </a:lnTo>
                  <a:lnTo>
                    <a:pt x="1219" y="399"/>
                  </a:lnTo>
                  <a:lnTo>
                    <a:pt x="1219" y="419"/>
                  </a:lnTo>
                  <a:lnTo>
                    <a:pt x="1218" y="443"/>
                  </a:lnTo>
                  <a:lnTo>
                    <a:pt x="1218" y="509"/>
                  </a:lnTo>
                  <a:lnTo>
                    <a:pt x="1219" y="531"/>
                  </a:lnTo>
                  <a:lnTo>
                    <a:pt x="1219" y="553"/>
                  </a:lnTo>
                  <a:lnTo>
                    <a:pt x="1221" y="573"/>
                  </a:lnTo>
                  <a:lnTo>
                    <a:pt x="1222" y="593"/>
                  </a:lnTo>
                  <a:lnTo>
                    <a:pt x="1225" y="611"/>
                  </a:lnTo>
                  <a:lnTo>
                    <a:pt x="1228" y="627"/>
                  </a:lnTo>
                  <a:lnTo>
                    <a:pt x="1231" y="643"/>
                  </a:lnTo>
                  <a:lnTo>
                    <a:pt x="1236" y="657"/>
                  </a:lnTo>
                  <a:lnTo>
                    <a:pt x="1240" y="671"/>
                  </a:lnTo>
                  <a:lnTo>
                    <a:pt x="1246" y="681"/>
                  </a:lnTo>
                  <a:lnTo>
                    <a:pt x="1252" y="691"/>
                  </a:lnTo>
                  <a:lnTo>
                    <a:pt x="1259" y="699"/>
                  </a:lnTo>
                  <a:lnTo>
                    <a:pt x="1267" y="705"/>
                  </a:lnTo>
                  <a:lnTo>
                    <a:pt x="1272" y="709"/>
                  </a:lnTo>
                  <a:lnTo>
                    <a:pt x="1276" y="711"/>
                  </a:lnTo>
                  <a:lnTo>
                    <a:pt x="1285" y="713"/>
                  </a:lnTo>
                  <a:lnTo>
                    <a:pt x="1296" y="713"/>
                  </a:lnTo>
                  <a:lnTo>
                    <a:pt x="1309" y="713"/>
                  </a:lnTo>
                  <a:lnTo>
                    <a:pt x="1323" y="711"/>
                  </a:lnTo>
                  <a:lnTo>
                    <a:pt x="1339" y="709"/>
                  </a:lnTo>
                  <a:lnTo>
                    <a:pt x="1356" y="705"/>
                  </a:lnTo>
                  <a:lnTo>
                    <a:pt x="1360" y="705"/>
                  </a:lnTo>
                  <a:lnTo>
                    <a:pt x="1362" y="705"/>
                  </a:lnTo>
                  <a:lnTo>
                    <a:pt x="1363" y="707"/>
                  </a:lnTo>
                  <a:lnTo>
                    <a:pt x="1365" y="709"/>
                  </a:lnTo>
                  <a:lnTo>
                    <a:pt x="1365" y="711"/>
                  </a:lnTo>
                  <a:lnTo>
                    <a:pt x="1366" y="715"/>
                  </a:lnTo>
                  <a:lnTo>
                    <a:pt x="1366" y="719"/>
                  </a:lnTo>
                  <a:lnTo>
                    <a:pt x="1366" y="731"/>
                  </a:lnTo>
                  <a:lnTo>
                    <a:pt x="1365" y="735"/>
                  </a:lnTo>
                  <a:lnTo>
                    <a:pt x="1364" y="737"/>
                  </a:lnTo>
                  <a:lnTo>
                    <a:pt x="1363" y="741"/>
                  </a:lnTo>
                  <a:lnTo>
                    <a:pt x="1361" y="741"/>
                  </a:lnTo>
                  <a:lnTo>
                    <a:pt x="1357" y="745"/>
                  </a:lnTo>
                  <a:close/>
                  <a:moveTo>
                    <a:pt x="1467" y="753"/>
                  </a:moveTo>
                  <a:lnTo>
                    <a:pt x="1462" y="753"/>
                  </a:lnTo>
                  <a:lnTo>
                    <a:pt x="1458" y="751"/>
                  </a:lnTo>
                  <a:lnTo>
                    <a:pt x="1456" y="747"/>
                  </a:lnTo>
                  <a:lnTo>
                    <a:pt x="1454" y="741"/>
                  </a:lnTo>
                  <a:lnTo>
                    <a:pt x="1453" y="735"/>
                  </a:lnTo>
                  <a:lnTo>
                    <a:pt x="1453" y="20"/>
                  </a:lnTo>
                  <a:lnTo>
                    <a:pt x="1454" y="16"/>
                  </a:lnTo>
                  <a:lnTo>
                    <a:pt x="1454" y="12"/>
                  </a:lnTo>
                  <a:lnTo>
                    <a:pt x="1456" y="6"/>
                  </a:lnTo>
                  <a:lnTo>
                    <a:pt x="1457" y="4"/>
                  </a:lnTo>
                  <a:lnTo>
                    <a:pt x="1458" y="2"/>
                  </a:lnTo>
                  <a:lnTo>
                    <a:pt x="1462" y="0"/>
                  </a:lnTo>
                  <a:lnTo>
                    <a:pt x="1467" y="0"/>
                  </a:lnTo>
                  <a:lnTo>
                    <a:pt x="1470" y="2"/>
                  </a:lnTo>
                  <a:lnTo>
                    <a:pt x="1473" y="6"/>
                  </a:lnTo>
                  <a:lnTo>
                    <a:pt x="1475" y="12"/>
                  </a:lnTo>
                  <a:lnTo>
                    <a:pt x="1476" y="20"/>
                  </a:lnTo>
                  <a:lnTo>
                    <a:pt x="1476" y="735"/>
                  </a:lnTo>
                  <a:lnTo>
                    <a:pt x="1475" y="737"/>
                  </a:lnTo>
                  <a:lnTo>
                    <a:pt x="1475" y="741"/>
                  </a:lnTo>
                  <a:lnTo>
                    <a:pt x="1473" y="747"/>
                  </a:lnTo>
                  <a:lnTo>
                    <a:pt x="1472" y="749"/>
                  </a:lnTo>
                  <a:lnTo>
                    <a:pt x="1470" y="751"/>
                  </a:lnTo>
                  <a:lnTo>
                    <a:pt x="1467" y="753"/>
                  </a:lnTo>
                  <a:close/>
                  <a:moveTo>
                    <a:pt x="1761" y="487"/>
                  </a:moveTo>
                  <a:lnTo>
                    <a:pt x="1591" y="487"/>
                  </a:lnTo>
                  <a:lnTo>
                    <a:pt x="1591" y="509"/>
                  </a:lnTo>
                  <a:lnTo>
                    <a:pt x="1591" y="539"/>
                  </a:lnTo>
                  <a:lnTo>
                    <a:pt x="1592" y="553"/>
                  </a:lnTo>
                  <a:lnTo>
                    <a:pt x="1593" y="565"/>
                  </a:lnTo>
                  <a:lnTo>
                    <a:pt x="1594" y="579"/>
                  </a:lnTo>
                  <a:lnTo>
                    <a:pt x="1595" y="591"/>
                  </a:lnTo>
                  <a:lnTo>
                    <a:pt x="1598" y="613"/>
                  </a:lnTo>
                  <a:lnTo>
                    <a:pt x="1602" y="631"/>
                  </a:lnTo>
                  <a:lnTo>
                    <a:pt x="1606" y="647"/>
                  </a:lnTo>
                  <a:lnTo>
                    <a:pt x="1612" y="663"/>
                  </a:lnTo>
                  <a:lnTo>
                    <a:pt x="1614" y="669"/>
                  </a:lnTo>
                  <a:lnTo>
                    <a:pt x="1617" y="675"/>
                  </a:lnTo>
                  <a:lnTo>
                    <a:pt x="1621" y="681"/>
                  </a:lnTo>
                  <a:lnTo>
                    <a:pt x="1624" y="685"/>
                  </a:lnTo>
                  <a:lnTo>
                    <a:pt x="1631" y="693"/>
                  </a:lnTo>
                  <a:lnTo>
                    <a:pt x="1638" y="701"/>
                  </a:lnTo>
                  <a:lnTo>
                    <a:pt x="1646" y="705"/>
                  </a:lnTo>
                  <a:lnTo>
                    <a:pt x="1655" y="709"/>
                  </a:lnTo>
                  <a:lnTo>
                    <a:pt x="1664" y="713"/>
                  </a:lnTo>
                  <a:lnTo>
                    <a:pt x="1673" y="713"/>
                  </a:lnTo>
                  <a:lnTo>
                    <a:pt x="1682" y="713"/>
                  </a:lnTo>
                  <a:lnTo>
                    <a:pt x="1699" y="713"/>
                  </a:lnTo>
                  <a:lnTo>
                    <a:pt x="1718" y="709"/>
                  </a:lnTo>
                  <a:lnTo>
                    <a:pt x="1737" y="703"/>
                  </a:lnTo>
                  <a:lnTo>
                    <a:pt x="1756" y="697"/>
                  </a:lnTo>
                  <a:lnTo>
                    <a:pt x="1758" y="697"/>
                  </a:lnTo>
                  <a:lnTo>
                    <a:pt x="1760" y="697"/>
                  </a:lnTo>
                  <a:lnTo>
                    <a:pt x="1764" y="697"/>
                  </a:lnTo>
                  <a:lnTo>
                    <a:pt x="1765" y="699"/>
                  </a:lnTo>
                  <a:lnTo>
                    <a:pt x="1766" y="703"/>
                  </a:lnTo>
                  <a:lnTo>
                    <a:pt x="1767" y="705"/>
                  </a:lnTo>
                  <a:lnTo>
                    <a:pt x="1767" y="709"/>
                  </a:lnTo>
                  <a:lnTo>
                    <a:pt x="1767" y="721"/>
                  </a:lnTo>
                  <a:lnTo>
                    <a:pt x="1766" y="725"/>
                  </a:lnTo>
                  <a:lnTo>
                    <a:pt x="1765" y="729"/>
                  </a:lnTo>
                  <a:lnTo>
                    <a:pt x="1764" y="731"/>
                  </a:lnTo>
                  <a:lnTo>
                    <a:pt x="1762" y="733"/>
                  </a:lnTo>
                  <a:lnTo>
                    <a:pt x="1757" y="737"/>
                  </a:lnTo>
                  <a:lnTo>
                    <a:pt x="1739" y="743"/>
                  </a:lnTo>
                  <a:lnTo>
                    <a:pt x="1719" y="749"/>
                  </a:lnTo>
                  <a:lnTo>
                    <a:pt x="1700" y="751"/>
                  </a:lnTo>
                  <a:lnTo>
                    <a:pt x="1682" y="753"/>
                  </a:lnTo>
                  <a:lnTo>
                    <a:pt x="1670" y="753"/>
                  </a:lnTo>
                  <a:lnTo>
                    <a:pt x="1659" y="751"/>
                  </a:lnTo>
                  <a:lnTo>
                    <a:pt x="1648" y="747"/>
                  </a:lnTo>
                  <a:lnTo>
                    <a:pt x="1638" y="741"/>
                  </a:lnTo>
                  <a:lnTo>
                    <a:pt x="1628" y="735"/>
                  </a:lnTo>
                  <a:lnTo>
                    <a:pt x="1623" y="731"/>
                  </a:lnTo>
                  <a:lnTo>
                    <a:pt x="1619" y="727"/>
                  </a:lnTo>
                  <a:lnTo>
                    <a:pt x="1610" y="715"/>
                  </a:lnTo>
                  <a:lnTo>
                    <a:pt x="1602" y="703"/>
                  </a:lnTo>
                  <a:lnTo>
                    <a:pt x="1598" y="695"/>
                  </a:lnTo>
                  <a:lnTo>
                    <a:pt x="1595" y="687"/>
                  </a:lnTo>
                  <a:lnTo>
                    <a:pt x="1588" y="669"/>
                  </a:lnTo>
                  <a:lnTo>
                    <a:pt x="1582" y="649"/>
                  </a:lnTo>
                  <a:lnTo>
                    <a:pt x="1578" y="627"/>
                  </a:lnTo>
                  <a:lnTo>
                    <a:pt x="1575" y="615"/>
                  </a:lnTo>
                  <a:lnTo>
                    <a:pt x="1574" y="601"/>
                  </a:lnTo>
                  <a:lnTo>
                    <a:pt x="1571" y="573"/>
                  </a:lnTo>
                  <a:lnTo>
                    <a:pt x="1569" y="543"/>
                  </a:lnTo>
                  <a:lnTo>
                    <a:pt x="1569" y="527"/>
                  </a:lnTo>
                  <a:lnTo>
                    <a:pt x="1569" y="509"/>
                  </a:lnTo>
                  <a:lnTo>
                    <a:pt x="1569" y="443"/>
                  </a:lnTo>
                  <a:lnTo>
                    <a:pt x="1569" y="417"/>
                  </a:lnTo>
                  <a:lnTo>
                    <a:pt x="1570" y="391"/>
                  </a:lnTo>
                  <a:lnTo>
                    <a:pt x="1572" y="369"/>
                  </a:lnTo>
                  <a:lnTo>
                    <a:pt x="1575" y="345"/>
                  </a:lnTo>
                  <a:lnTo>
                    <a:pt x="1577" y="335"/>
                  </a:lnTo>
                  <a:lnTo>
                    <a:pt x="1579" y="325"/>
                  </a:lnTo>
                  <a:lnTo>
                    <a:pt x="1581" y="315"/>
                  </a:lnTo>
                  <a:lnTo>
                    <a:pt x="1583" y="305"/>
                  </a:lnTo>
                  <a:lnTo>
                    <a:pt x="1586" y="296"/>
                  </a:lnTo>
                  <a:lnTo>
                    <a:pt x="1589" y="288"/>
                  </a:lnTo>
                  <a:lnTo>
                    <a:pt x="1595" y="270"/>
                  </a:lnTo>
                  <a:lnTo>
                    <a:pt x="1601" y="256"/>
                  </a:lnTo>
                  <a:lnTo>
                    <a:pt x="1609" y="242"/>
                  </a:lnTo>
                  <a:lnTo>
                    <a:pt x="1617" y="230"/>
                  </a:lnTo>
                  <a:lnTo>
                    <a:pt x="1626" y="220"/>
                  </a:lnTo>
                  <a:lnTo>
                    <a:pt x="1636" y="212"/>
                  </a:lnTo>
                  <a:lnTo>
                    <a:pt x="1647" y="208"/>
                  </a:lnTo>
                  <a:lnTo>
                    <a:pt x="1658" y="204"/>
                  </a:lnTo>
                  <a:lnTo>
                    <a:pt x="1664" y="202"/>
                  </a:lnTo>
                  <a:lnTo>
                    <a:pt x="1670" y="202"/>
                  </a:lnTo>
                  <a:lnTo>
                    <a:pt x="1683" y="204"/>
                  </a:lnTo>
                  <a:lnTo>
                    <a:pt x="1689" y="204"/>
                  </a:lnTo>
                  <a:lnTo>
                    <a:pt x="1695" y="206"/>
                  </a:lnTo>
                  <a:lnTo>
                    <a:pt x="1705" y="212"/>
                  </a:lnTo>
                  <a:lnTo>
                    <a:pt x="1710" y="216"/>
                  </a:lnTo>
                  <a:lnTo>
                    <a:pt x="1715" y="220"/>
                  </a:lnTo>
                  <a:lnTo>
                    <a:pt x="1724" y="230"/>
                  </a:lnTo>
                  <a:lnTo>
                    <a:pt x="1733" y="240"/>
                  </a:lnTo>
                  <a:lnTo>
                    <a:pt x="1740" y="254"/>
                  </a:lnTo>
                  <a:lnTo>
                    <a:pt x="1743" y="260"/>
                  </a:lnTo>
                  <a:lnTo>
                    <a:pt x="1746" y="268"/>
                  </a:lnTo>
                  <a:lnTo>
                    <a:pt x="1752" y="286"/>
                  </a:lnTo>
                  <a:lnTo>
                    <a:pt x="1757" y="303"/>
                  </a:lnTo>
                  <a:lnTo>
                    <a:pt x="1761" y="323"/>
                  </a:lnTo>
                  <a:lnTo>
                    <a:pt x="1765" y="343"/>
                  </a:lnTo>
                  <a:lnTo>
                    <a:pt x="1767" y="365"/>
                  </a:lnTo>
                  <a:lnTo>
                    <a:pt x="1769" y="389"/>
                  </a:lnTo>
                  <a:lnTo>
                    <a:pt x="1770" y="415"/>
                  </a:lnTo>
                  <a:lnTo>
                    <a:pt x="1770" y="441"/>
                  </a:lnTo>
                  <a:lnTo>
                    <a:pt x="1770" y="469"/>
                  </a:lnTo>
                  <a:lnTo>
                    <a:pt x="1770" y="473"/>
                  </a:lnTo>
                  <a:lnTo>
                    <a:pt x="1770" y="475"/>
                  </a:lnTo>
                  <a:lnTo>
                    <a:pt x="1768" y="483"/>
                  </a:lnTo>
                  <a:lnTo>
                    <a:pt x="1765" y="487"/>
                  </a:lnTo>
                  <a:lnTo>
                    <a:pt x="1761" y="487"/>
                  </a:lnTo>
                  <a:close/>
                  <a:moveTo>
                    <a:pt x="1748" y="441"/>
                  </a:moveTo>
                  <a:lnTo>
                    <a:pt x="1748" y="417"/>
                  </a:lnTo>
                  <a:lnTo>
                    <a:pt x="1747" y="397"/>
                  </a:lnTo>
                  <a:lnTo>
                    <a:pt x="1746" y="375"/>
                  </a:lnTo>
                  <a:lnTo>
                    <a:pt x="1744" y="357"/>
                  </a:lnTo>
                  <a:lnTo>
                    <a:pt x="1742" y="339"/>
                  </a:lnTo>
                  <a:lnTo>
                    <a:pt x="1739" y="321"/>
                  </a:lnTo>
                  <a:lnTo>
                    <a:pt x="1737" y="315"/>
                  </a:lnTo>
                  <a:lnTo>
                    <a:pt x="1735" y="307"/>
                  </a:lnTo>
                  <a:lnTo>
                    <a:pt x="1731" y="294"/>
                  </a:lnTo>
                  <a:lnTo>
                    <a:pt x="1728" y="288"/>
                  </a:lnTo>
                  <a:lnTo>
                    <a:pt x="1726" y="282"/>
                  </a:lnTo>
                  <a:lnTo>
                    <a:pt x="1723" y="276"/>
                  </a:lnTo>
                  <a:lnTo>
                    <a:pt x="1720" y="272"/>
                  </a:lnTo>
                  <a:lnTo>
                    <a:pt x="1717" y="266"/>
                  </a:lnTo>
                  <a:lnTo>
                    <a:pt x="1714" y="262"/>
                  </a:lnTo>
                  <a:lnTo>
                    <a:pt x="1706" y="256"/>
                  </a:lnTo>
                  <a:lnTo>
                    <a:pt x="1699" y="250"/>
                  </a:lnTo>
                  <a:lnTo>
                    <a:pt x="1690" y="246"/>
                  </a:lnTo>
                  <a:lnTo>
                    <a:pt x="1681" y="242"/>
                  </a:lnTo>
                  <a:lnTo>
                    <a:pt x="1670" y="242"/>
                  </a:lnTo>
                  <a:lnTo>
                    <a:pt x="1660" y="242"/>
                  </a:lnTo>
                  <a:lnTo>
                    <a:pt x="1655" y="244"/>
                  </a:lnTo>
                  <a:lnTo>
                    <a:pt x="1651" y="246"/>
                  </a:lnTo>
                  <a:lnTo>
                    <a:pt x="1642" y="250"/>
                  </a:lnTo>
                  <a:lnTo>
                    <a:pt x="1634" y="256"/>
                  </a:lnTo>
                  <a:lnTo>
                    <a:pt x="1627" y="264"/>
                  </a:lnTo>
                  <a:lnTo>
                    <a:pt x="1621" y="274"/>
                  </a:lnTo>
                  <a:lnTo>
                    <a:pt x="1615" y="284"/>
                  </a:lnTo>
                  <a:lnTo>
                    <a:pt x="1610" y="298"/>
                  </a:lnTo>
                  <a:lnTo>
                    <a:pt x="1605" y="311"/>
                  </a:lnTo>
                  <a:lnTo>
                    <a:pt x="1603" y="317"/>
                  </a:lnTo>
                  <a:lnTo>
                    <a:pt x="1601" y="325"/>
                  </a:lnTo>
                  <a:lnTo>
                    <a:pt x="1598" y="343"/>
                  </a:lnTo>
                  <a:lnTo>
                    <a:pt x="1595" y="361"/>
                  </a:lnTo>
                  <a:lnTo>
                    <a:pt x="1593" y="379"/>
                  </a:lnTo>
                  <a:lnTo>
                    <a:pt x="1592" y="399"/>
                  </a:lnTo>
                  <a:lnTo>
                    <a:pt x="1591" y="421"/>
                  </a:lnTo>
                  <a:lnTo>
                    <a:pt x="1591" y="443"/>
                  </a:lnTo>
                  <a:lnTo>
                    <a:pt x="1748" y="447"/>
                  </a:lnTo>
                  <a:lnTo>
                    <a:pt x="1748" y="441"/>
                  </a:lnTo>
                  <a:close/>
                  <a:moveTo>
                    <a:pt x="2024" y="747"/>
                  </a:moveTo>
                  <a:lnTo>
                    <a:pt x="2021" y="747"/>
                  </a:lnTo>
                  <a:lnTo>
                    <a:pt x="2019" y="745"/>
                  </a:lnTo>
                  <a:lnTo>
                    <a:pt x="2017" y="743"/>
                  </a:lnTo>
                  <a:lnTo>
                    <a:pt x="2015" y="741"/>
                  </a:lnTo>
                  <a:lnTo>
                    <a:pt x="2013" y="739"/>
                  </a:lnTo>
                  <a:lnTo>
                    <a:pt x="2012" y="735"/>
                  </a:lnTo>
                  <a:lnTo>
                    <a:pt x="2012" y="731"/>
                  </a:lnTo>
                  <a:lnTo>
                    <a:pt x="2012" y="727"/>
                  </a:lnTo>
                  <a:lnTo>
                    <a:pt x="2012" y="701"/>
                  </a:lnTo>
                  <a:lnTo>
                    <a:pt x="2002" y="711"/>
                  </a:lnTo>
                  <a:lnTo>
                    <a:pt x="1992" y="721"/>
                  </a:lnTo>
                  <a:lnTo>
                    <a:pt x="1982" y="731"/>
                  </a:lnTo>
                  <a:lnTo>
                    <a:pt x="1977" y="735"/>
                  </a:lnTo>
                  <a:lnTo>
                    <a:pt x="1971" y="737"/>
                  </a:lnTo>
                  <a:lnTo>
                    <a:pt x="1960" y="745"/>
                  </a:lnTo>
                  <a:lnTo>
                    <a:pt x="1949" y="749"/>
                  </a:lnTo>
                  <a:lnTo>
                    <a:pt x="1943" y="751"/>
                  </a:lnTo>
                  <a:lnTo>
                    <a:pt x="1938" y="753"/>
                  </a:lnTo>
                  <a:lnTo>
                    <a:pt x="1926" y="753"/>
                  </a:lnTo>
                  <a:lnTo>
                    <a:pt x="1919" y="753"/>
                  </a:lnTo>
                  <a:lnTo>
                    <a:pt x="1912" y="751"/>
                  </a:lnTo>
                  <a:lnTo>
                    <a:pt x="1905" y="749"/>
                  </a:lnTo>
                  <a:lnTo>
                    <a:pt x="1898" y="745"/>
                  </a:lnTo>
                  <a:lnTo>
                    <a:pt x="1891" y="741"/>
                  </a:lnTo>
                  <a:lnTo>
                    <a:pt x="1888" y="739"/>
                  </a:lnTo>
                  <a:lnTo>
                    <a:pt x="1885" y="735"/>
                  </a:lnTo>
                  <a:lnTo>
                    <a:pt x="1879" y="727"/>
                  </a:lnTo>
                  <a:lnTo>
                    <a:pt x="1873" y="719"/>
                  </a:lnTo>
                  <a:lnTo>
                    <a:pt x="1868" y="709"/>
                  </a:lnTo>
                  <a:lnTo>
                    <a:pt x="1863" y="697"/>
                  </a:lnTo>
                  <a:lnTo>
                    <a:pt x="1859" y="685"/>
                  </a:lnTo>
                  <a:lnTo>
                    <a:pt x="1856" y="669"/>
                  </a:lnTo>
                  <a:lnTo>
                    <a:pt x="1853" y="653"/>
                  </a:lnTo>
                  <a:lnTo>
                    <a:pt x="1851" y="635"/>
                  </a:lnTo>
                  <a:lnTo>
                    <a:pt x="1849" y="613"/>
                  </a:lnTo>
                  <a:lnTo>
                    <a:pt x="1849" y="591"/>
                  </a:lnTo>
                  <a:lnTo>
                    <a:pt x="1849" y="579"/>
                  </a:lnTo>
                  <a:lnTo>
                    <a:pt x="1849" y="559"/>
                  </a:lnTo>
                  <a:lnTo>
                    <a:pt x="1851" y="541"/>
                  </a:lnTo>
                  <a:lnTo>
                    <a:pt x="1853" y="525"/>
                  </a:lnTo>
                  <a:lnTo>
                    <a:pt x="1854" y="517"/>
                  </a:lnTo>
                  <a:lnTo>
                    <a:pt x="1855" y="511"/>
                  </a:lnTo>
                  <a:lnTo>
                    <a:pt x="1859" y="497"/>
                  </a:lnTo>
                  <a:lnTo>
                    <a:pt x="1864" y="483"/>
                  </a:lnTo>
                  <a:lnTo>
                    <a:pt x="1870" y="471"/>
                  </a:lnTo>
                  <a:lnTo>
                    <a:pt x="1877" y="461"/>
                  </a:lnTo>
                  <a:lnTo>
                    <a:pt x="1885" y="453"/>
                  </a:lnTo>
                  <a:lnTo>
                    <a:pt x="1894" y="445"/>
                  </a:lnTo>
                  <a:lnTo>
                    <a:pt x="1904" y="439"/>
                  </a:lnTo>
                  <a:lnTo>
                    <a:pt x="1915" y="433"/>
                  </a:lnTo>
                  <a:lnTo>
                    <a:pt x="1928" y="429"/>
                  </a:lnTo>
                  <a:lnTo>
                    <a:pt x="1942" y="425"/>
                  </a:lnTo>
                  <a:lnTo>
                    <a:pt x="1957" y="423"/>
                  </a:lnTo>
                  <a:lnTo>
                    <a:pt x="1973" y="423"/>
                  </a:lnTo>
                  <a:lnTo>
                    <a:pt x="2012" y="423"/>
                  </a:lnTo>
                  <a:lnTo>
                    <a:pt x="2012" y="387"/>
                  </a:lnTo>
                  <a:lnTo>
                    <a:pt x="2012" y="367"/>
                  </a:lnTo>
                  <a:lnTo>
                    <a:pt x="2011" y="351"/>
                  </a:lnTo>
                  <a:lnTo>
                    <a:pt x="2010" y="335"/>
                  </a:lnTo>
                  <a:lnTo>
                    <a:pt x="2010" y="327"/>
                  </a:lnTo>
                  <a:lnTo>
                    <a:pt x="2009" y="319"/>
                  </a:lnTo>
                  <a:lnTo>
                    <a:pt x="2007" y="307"/>
                  </a:lnTo>
                  <a:lnTo>
                    <a:pt x="2005" y="296"/>
                  </a:lnTo>
                  <a:lnTo>
                    <a:pt x="2002" y="284"/>
                  </a:lnTo>
                  <a:lnTo>
                    <a:pt x="1999" y="276"/>
                  </a:lnTo>
                  <a:lnTo>
                    <a:pt x="1995" y="268"/>
                  </a:lnTo>
                  <a:lnTo>
                    <a:pt x="1990" y="260"/>
                  </a:lnTo>
                  <a:lnTo>
                    <a:pt x="1985" y="254"/>
                  </a:lnTo>
                  <a:lnTo>
                    <a:pt x="1979" y="250"/>
                  </a:lnTo>
                  <a:lnTo>
                    <a:pt x="1973" y="246"/>
                  </a:lnTo>
                  <a:lnTo>
                    <a:pt x="1965" y="244"/>
                  </a:lnTo>
                  <a:lnTo>
                    <a:pt x="1957" y="242"/>
                  </a:lnTo>
                  <a:lnTo>
                    <a:pt x="1949" y="242"/>
                  </a:lnTo>
                  <a:lnTo>
                    <a:pt x="1927" y="242"/>
                  </a:lnTo>
                  <a:lnTo>
                    <a:pt x="1909" y="244"/>
                  </a:lnTo>
                  <a:lnTo>
                    <a:pt x="1894" y="248"/>
                  </a:lnTo>
                  <a:lnTo>
                    <a:pt x="1877" y="250"/>
                  </a:lnTo>
                  <a:lnTo>
                    <a:pt x="1873" y="250"/>
                  </a:lnTo>
                  <a:lnTo>
                    <a:pt x="1869" y="250"/>
                  </a:lnTo>
                  <a:lnTo>
                    <a:pt x="1868" y="248"/>
                  </a:lnTo>
                  <a:lnTo>
                    <a:pt x="1867" y="246"/>
                  </a:lnTo>
                  <a:lnTo>
                    <a:pt x="1867" y="244"/>
                  </a:lnTo>
                  <a:lnTo>
                    <a:pt x="1866" y="240"/>
                  </a:lnTo>
                  <a:lnTo>
                    <a:pt x="1866" y="236"/>
                  </a:lnTo>
                  <a:lnTo>
                    <a:pt x="1866" y="230"/>
                  </a:lnTo>
                  <a:lnTo>
                    <a:pt x="1866" y="224"/>
                  </a:lnTo>
                  <a:lnTo>
                    <a:pt x="1867" y="220"/>
                  </a:lnTo>
                  <a:lnTo>
                    <a:pt x="1869" y="218"/>
                  </a:lnTo>
                  <a:lnTo>
                    <a:pt x="1870" y="216"/>
                  </a:lnTo>
                  <a:lnTo>
                    <a:pt x="1872" y="214"/>
                  </a:lnTo>
                  <a:lnTo>
                    <a:pt x="1877" y="212"/>
                  </a:lnTo>
                  <a:lnTo>
                    <a:pt x="1893" y="208"/>
                  </a:lnTo>
                  <a:lnTo>
                    <a:pt x="1908" y="206"/>
                  </a:lnTo>
                  <a:lnTo>
                    <a:pt x="1926" y="204"/>
                  </a:lnTo>
                  <a:lnTo>
                    <a:pt x="1949" y="202"/>
                  </a:lnTo>
                  <a:lnTo>
                    <a:pt x="1961" y="204"/>
                  </a:lnTo>
                  <a:lnTo>
                    <a:pt x="1972" y="206"/>
                  </a:lnTo>
                  <a:lnTo>
                    <a:pt x="1977" y="208"/>
                  </a:lnTo>
                  <a:lnTo>
                    <a:pt x="1982" y="210"/>
                  </a:lnTo>
                  <a:lnTo>
                    <a:pt x="1986" y="212"/>
                  </a:lnTo>
                  <a:lnTo>
                    <a:pt x="1991" y="216"/>
                  </a:lnTo>
                  <a:lnTo>
                    <a:pt x="1995" y="220"/>
                  </a:lnTo>
                  <a:lnTo>
                    <a:pt x="1999" y="224"/>
                  </a:lnTo>
                  <a:lnTo>
                    <a:pt x="2002" y="228"/>
                  </a:lnTo>
                  <a:lnTo>
                    <a:pt x="2006" y="232"/>
                  </a:lnTo>
                  <a:lnTo>
                    <a:pt x="2009" y="238"/>
                  </a:lnTo>
                  <a:lnTo>
                    <a:pt x="2012" y="242"/>
                  </a:lnTo>
                  <a:lnTo>
                    <a:pt x="2014" y="248"/>
                  </a:lnTo>
                  <a:lnTo>
                    <a:pt x="2017" y="254"/>
                  </a:lnTo>
                  <a:lnTo>
                    <a:pt x="2021" y="268"/>
                  </a:lnTo>
                  <a:lnTo>
                    <a:pt x="2025" y="282"/>
                  </a:lnTo>
                  <a:lnTo>
                    <a:pt x="2028" y="296"/>
                  </a:lnTo>
                  <a:lnTo>
                    <a:pt x="2029" y="303"/>
                  </a:lnTo>
                  <a:lnTo>
                    <a:pt x="2030" y="311"/>
                  </a:lnTo>
                  <a:lnTo>
                    <a:pt x="2032" y="329"/>
                  </a:lnTo>
                  <a:lnTo>
                    <a:pt x="2033" y="347"/>
                  </a:lnTo>
                  <a:lnTo>
                    <a:pt x="2034" y="367"/>
                  </a:lnTo>
                  <a:lnTo>
                    <a:pt x="2034" y="387"/>
                  </a:lnTo>
                  <a:lnTo>
                    <a:pt x="2034" y="727"/>
                  </a:lnTo>
                  <a:lnTo>
                    <a:pt x="2034" y="731"/>
                  </a:lnTo>
                  <a:lnTo>
                    <a:pt x="2033" y="735"/>
                  </a:lnTo>
                  <a:lnTo>
                    <a:pt x="2032" y="739"/>
                  </a:lnTo>
                  <a:lnTo>
                    <a:pt x="2031" y="741"/>
                  </a:lnTo>
                  <a:lnTo>
                    <a:pt x="2030" y="743"/>
                  </a:lnTo>
                  <a:lnTo>
                    <a:pt x="2028" y="745"/>
                  </a:lnTo>
                  <a:lnTo>
                    <a:pt x="2024" y="747"/>
                  </a:lnTo>
                  <a:close/>
                  <a:moveTo>
                    <a:pt x="2012" y="463"/>
                  </a:moveTo>
                  <a:lnTo>
                    <a:pt x="1973" y="463"/>
                  </a:lnTo>
                  <a:lnTo>
                    <a:pt x="1960" y="463"/>
                  </a:lnTo>
                  <a:lnTo>
                    <a:pt x="1947" y="463"/>
                  </a:lnTo>
                  <a:lnTo>
                    <a:pt x="1936" y="465"/>
                  </a:lnTo>
                  <a:lnTo>
                    <a:pt x="1925" y="469"/>
                  </a:lnTo>
                  <a:lnTo>
                    <a:pt x="1916" y="471"/>
                  </a:lnTo>
                  <a:lnTo>
                    <a:pt x="1908" y="477"/>
                  </a:lnTo>
                  <a:lnTo>
                    <a:pt x="1900" y="481"/>
                  </a:lnTo>
                  <a:lnTo>
                    <a:pt x="1894" y="489"/>
                  </a:lnTo>
                  <a:lnTo>
                    <a:pt x="1888" y="495"/>
                  </a:lnTo>
                  <a:lnTo>
                    <a:pt x="1883" y="503"/>
                  </a:lnTo>
                  <a:lnTo>
                    <a:pt x="1879" y="513"/>
                  </a:lnTo>
                  <a:lnTo>
                    <a:pt x="1876" y="523"/>
                  </a:lnTo>
                  <a:lnTo>
                    <a:pt x="1875" y="529"/>
                  </a:lnTo>
                  <a:lnTo>
                    <a:pt x="1874" y="535"/>
                  </a:lnTo>
                  <a:lnTo>
                    <a:pt x="1872" y="549"/>
                  </a:lnTo>
                  <a:lnTo>
                    <a:pt x="1871" y="563"/>
                  </a:lnTo>
                  <a:lnTo>
                    <a:pt x="1871" y="579"/>
                  </a:lnTo>
                  <a:lnTo>
                    <a:pt x="1871" y="591"/>
                  </a:lnTo>
                  <a:lnTo>
                    <a:pt x="1871" y="607"/>
                  </a:lnTo>
                  <a:lnTo>
                    <a:pt x="1872" y="623"/>
                  </a:lnTo>
                  <a:lnTo>
                    <a:pt x="1874" y="637"/>
                  </a:lnTo>
                  <a:lnTo>
                    <a:pt x="1875" y="649"/>
                  </a:lnTo>
                  <a:lnTo>
                    <a:pt x="1878" y="661"/>
                  </a:lnTo>
                  <a:lnTo>
                    <a:pt x="1881" y="671"/>
                  </a:lnTo>
                  <a:lnTo>
                    <a:pt x="1884" y="679"/>
                  </a:lnTo>
                  <a:lnTo>
                    <a:pt x="1885" y="683"/>
                  </a:lnTo>
                  <a:lnTo>
                    <a:pt x="1887" y="687"/>
                  </a:lnTo>
                  <a:lnTo>
                    <a:pt x="1891" y="695"/>
                  </a:lnTo>
                  <a:lnTo>
                    <a:pt x="1895" y="699"/>
                  </a:lnTo>
                  <a:lnTo>
                    <a:pt x="1900" y="705"/>
                  </a:lnTo>
                  <a:lnTo>
                    <a:pt x="1905" y="707"/>
                  </a:lnTo>
                  <a:lnTo>
                    <a:pt x="1910" y="711"/>
                  </a:lnTo>
                  <a:lnTo>
                    <a:pt x="1915" y="713"/>
                  </a:lnTo>
                  <a:lnTo>
                    <a:pt x="1926" y="713"/>
                  </a:lnTo>
                  <a:lnTo>
                    <a:pt x="1936" y="713"/>
                  </a:lnTo>
                  <a:lnTo>
                    <a:pt x="1947" y="711"/>
                  </a:lnTo>
                  <a:lnTo>
                    <a:pt x="1952" y="709"/>
                  </a:lnTo>
                  <a:lnTo>
                    <a:pt x="1957" y="707"/>
                  </a:lnTo>
                  <a:lnTo>
                    <a:pt x="1967" y="701"/>
                  </a:lnTo>
                  <a:lnTo>
                    <a:pt x="1977" y="695"/>
                  </a:lnTo>
                  <a:lnTo>
                    <a:pt x="1988" y="685"/>
                  </a:lnTo>
                  <a:lnTo>
                    <a:pt x="2000" y="675"/>
                  </a:lnTo>
                  <a:lnTo>
                    <a:pt x="2012" y="663"/>
                  </a:lnTo>
                  <a:lnTo>
                    <a:pt x="2012" y="463"/>
                  </a:lnTo>
                  <a:close/>
                  <a:moveTo>
                    <a:pt x="2313" y="747"/>
                  </a:moveTo>
                  <a:lnTo>
                    <a:pt x="2310" y="747"/>
                  </a:lnTo>
                  <a:lnTo>
                    <a:pt x="2307" y="745"/>
                  </a:lnTo>
                  <a:lnTo>
                    <a:pt x="2303" y="741"/>
                  </a:lnTo>
                  <a:lnTo>
                    <a:pt x="2301" y="735"/>
                  </a:lnTo>
                  <a:lnTo>
                    <a:pt x="2300" y="729"/>
                  </a:lnTo>
                  <a:lnTo>
                    <a:pt x="2300" y="393"/>
                  </a:lnTo>
                  <a:lnTo>
                    <a:pt x="2300" y="373"/>
                  </a:lnTo>
                  <a:lnTo>
                    <a:pt x="2299" y="355"/>
                  </a:lnTo>
                  <a:lnTo>
                    <a:pt x="2297" y="337"/>
                  </a:lnTo>
                  <a:lnTo>
                    <a:pt x="2295" y="321"/>
                  </a:lnTo>
                  <a:lnTo>
                    <a:pt x="2292" y="307"/>
                  </a:lnTo>
                  <a:lnTo>
                    <a:pt x="2288" y="296"/>
                  </a:lnTo>
                  <a:lnTo>
                    <a:pt x="2285" y="284"/>
                  </a:lnTo>
                  <a:lnTo>
                    <a:pt x="2280" y="276"/>
                  </a:lnTo>
                  <a:lnTo>
                    <a:pt x="2275" y="266"/>
                  </a:lnTo>
                  <a:lnTo>
                    <a:pt x="2270" y="260"/>
                  </a:lnTo>
                  <a:lnTo>
                    <a:pt x="2265" y="254"/>
                  </a:lnTo>
                  <a:lnTo>
                    <a:pt x="2259" y="250"/>
                  </a:lnTo>
                  <a:lnTo>
                    <a:pt x="2252" y="246"/>
                  </a:lnTo>
                  <a:lnTo>
                    <a:pt x="2246" y="244"/>
                  </a:lnTo>
                  <a:lnTo>
                    <a:pt x="2239" y="242"/>
                  </a:lnTo>
                  <a:lnTo>
                    <a:pt x="2232" y="242"/>
                  </a:lnTo>
                  <a:lnTo>
                    <a:pt x="2222" y="242"/>
                  </a:lnTo>
                  <a:lnTo>
                    <a:pt x="2212" y="244"/>
                  </a:lnTo>
                  <a:lnTo>
                    <a:pt x="2202" y="248"/>
                  </a:lnTo>
                  <a:lnTo>
                    <a:pt x="2192" y="254"/>
                  </a:lnTo>
                  <a:lnTo>
                    <a:pt x="2182" y="260"/>
                  </a:lnTo>
                  <a:lnTo>
                    <a:pt x="2172" y="266"/>
                  </a:lnTo>
                  <a:lnTo>
                    <a:pt x="2162" y="274"/>
                  </a:lnTo>
                  <a:lnTo>
                    <a:pt x="2152" y="284"/>
                  </a:lnTo>
                  <a:lnTo>
                    <a:pt x="2152" y="729"/>
                  </a:lnTo>
                  <a:lnTo>
                    <a:pt x="2152" y="731"/>
                  </a:lnTo>
                  <a:lnTo>
                    <a:pt x="2152" y="735"/>
                  </a:lnTo>
                  <a:lnTo>
                    <a:pt x="2150" y="741"/>
                  </a:lnTo>
                  <a:lnTo>
                    <a:pt x="2147" y="745"/>
                  </a:lnTo>
                  <a:lnTo>
                    <a:pt x="2142" y="747"/>
                  </a:lnTo>
                  <a:lnTo>
                    <a:pt x="2139" y="747"/>
                  </a:lnTo>
                  <a:lnTo>
                    <a:pt x="2137" y="745"/>
                  </a:lnTo>
                  <a:lnTo>
                    <a:pt x="2133" y="741"/>
                  </a:lnTo>
                  <a:lnTo>
                    <a:pt x="2130" y="735"/>
                  </a:lnTo>
                  <a:lnTo>
                    <a:pt x="2129" y="729"/>
                  </a:lnTo>
                  <a:lnTo>
                    <a:pt x="2129" y="228"/>
                  </a:lnTo>
                  <a:lnTo>
                    <a:pt x="2129" y="224"/>
                  </a:lnTo>
                  <a:lnTo>
                    <a:pt x="2130" y="220"/>
                  </a:lnTo>
                  <a:lnTo>
                    <a:pt x="2132" y="214"/>
                  </a:lnTo>
                  <a:lnTo>
                    <a:pt x="2133" y="210"/>
                  </a:lnTo>
                  <a:lnTo>
                    <a:pt x="2135" y="210"/>
                  </a:lnTo>
                  <a:lnTo>
                    <a:pt x="2136" y="208"/>
                  </a:lnTo>
                  <a:lnTo>
                    <a:pt x="2138" y="208"/>
                  </a:lnTo>
                  <a:lnTo>
                    <a:pt x="2142" y="208"/>
                  </a:lnTo>
                  <a:lnTo>
                    <a:pt x="2144" y="208"/>
                  </a:lnTo>
                  <a:lnTo>
                    <a:pt x="2147" y="210"/>
                  </a:lnTo>
                  <a:lnTo>
                    <a:pt x="2149" y="210"/>
                  </a:lnTo>
                  <a:lnTo>
                    <a:pt x="2150" y="214"/>
                  </a:lnTo>
                  <a:lnTo>
                    <a:pt x="2151" y="216"/>
                  </a:lnTo>
                  <a:lnTo>
                    <a:pt x="2152" y="220"/>
                  </a:lnTo>
                  <a:lnTo>
                    <a:pt x="2152" y="224"/>
                  </a:lnTo>
                  <a:lnTo>
                    <a:pt x="2152" y="228"/>
                  </a:lnTo>
                  <a:lnTo>
                    <a:pt x="2152" y="244"/>
                  </a:lnTo>
                  <a:lnTo>
                    <a:pt x="2162" y="234"/>
                  </a:lnTo>
                  <a:lnTo>
                    <a:pt x="2172" y="226"/>
                  </a:lnTo>
                  <a:lnTo>
                    <a:pt x="2183" y="220"/>
                  </a:lnTo>
                  <a:lnTo>
                    <a:pt x="2193" y="214"/>
                  </a:lnTo>
                  <a:lnTo>
                    <a:pt x="2203" y="208"/>
                  </a:lnTo>
                  <a:lnTo>
                    <a:pt x="2213" y="206"/>
                  </a:lnTo>
                  <a:lnTo>
                    <a:pt x="2224" y="204"/>
                  </a:lnTo>
                  <a:lnTo>
                    <a:pt x="2234" y="202"/>
                  </a:lnTo>
                  <a:lnTo>
                    <a:pt x="2242" y="204"/>
                  </a:lnTo>
                  <a:lnTo>
                    <a:pt x="2251" y="204"/>
                  </a:lnTo>
                  <a:lnTo>
                    <a:pt x="2260" y="208"/>
                  </a:lnTo>
                  <a:lnTo>
                    <a:pt x="2268" y="212"/>
                  </a:lnTo>
                  <a:lnTo>
                    <a:pt x="2275" y="218"/>
                  </a:lnTo>
                  <a:lnTo>
                    <a:pt x="2283" y="226"/>
                  </a:lnTo>
                  <a:lnTo>
                    <a:pt x="2290" y="236"/>
                  </a:lnTo>
                  <a:lnTo>
                    <a:pt x="2296" y="246"/>
                  </a:lnTo>
                  <a:lnTo>
                    <a:pt x="2302" y="258"/>
                  </a:lnTo>
                  <a:lnTo>
                    <a:pt x="2307" y="272"/>
                  </a:lnTo>
                  <a:lnTo>
                    <a:pt x="2311" y="288"/>
                  </a:lnTo>
                  <a:lnTo>
                    <a:pt x="2313" y="296"/>
                  </a:lnTo>
                  <a:lnTo>
                    <a:pt x="2315" y="305"/>
                  </a:lnTo>
                  <a:lnTo>
                    <a:pt x="2317" y="315"/>
                  </a:lnTo>
                  <a:lnTo>
                    <a:pt x="2318" y="325"/>
                  </a:lnTo>
                  <a:lnTo>
                    <a:pt x="2320" y="345"/>
                  </a:lnTo>
                  <a:lnTo>
                    <a:pt x="2322" y="369"/>
                  </a:lnTo>
                  <a:lnTo>
                    <a:pt x="2322" y="393"/>
                  </a:lnTo>
                  <a:lnTo>
                    <a:pt x="2322" y="729"/>
                  </a:lnTo>
                  <a:lnTo>
                    <a:pt x="2322" y="731"/>
                  </a:lnTo>
                  <a:lnTo>
                    <a:pt x="2321" y="735"/>
                  </a:lnTo>
                  <a:lnTo>
                    <a:pt x="2319" y="741"/>
                  </a:lnTo>
                  <a:lnTo>
                    <a:pt x="2318" y="743"/>
                  </a:lnTo>
                  <a:lnTo>
                    <a:pt x="2316" y="745"/>
                  </a:lnTo>
                  <a:lnTo>
                    <a:pt x="2313" y="747"/>
                  </a:lnTo>
                  <a:close/>
                  <a:moveTo>
                    <a:pt x="2678" y="751"/>
                  </a:moveTo>
                  <a:lnTo>
                    <a:pt x="2665" y="753"/>
                  </a:lnTo>
                  <a:lnTo>
                    <a:pt x="2652" y="753"/>
                  </a:lnTo>
                  <a:lnTo>
                    <a:pt x="2639" y="753"/>
                  </a:lnTo>
                  <a:lnTo>
                    <a:pt x="2628" y="749"/>
                  </a:lnTo>
                  <a:lnTo>
                    <a:pt x="2623" y="745"/>
                  </a:lnTo>
                  <a:lnTo>
                    <a:pt x="2618" y="741"/>
                  </a:lnTo>
                  <a:lnTo>
                    <a:pt x="2614" y="737"/>
                  </a:lnTo>
                  <a:lnTo>
                    <a:pt x="2610" y="731"/>
                  </a:lnTo>
                  <a:lnTo>
                    <a:pt x="2606" y="725"/>
                  </a:lnTo>
                  <a:lnTo>
                    <a:pt x="2603" y="717"/>
                  </a:lnTo>
                  <a:lnTo>
                    <a:pt x="2601" y="709"/>
                  </a:lnTo>
                  <a:lnTo>
                    <a:pt x="2599" y="699"/>
                  </a:lnTo>
                  <a:lnTo>
                    <a:pt x="2597" y="687"/>
                  </a:lnTo>
                  <a:lnTo>
                    <a:pt x="2596" y="675"/>
                  </a:lnTo>
                  <a:lnTo>
                    <a:pt x="2595" y="659"/>
                  </a:lnTo>
                  <a:lnTo>
                    <a:pt x="2595" y="645"/>
                  </a:lnTo>
                  <a:lnTo>
                    <a:pt x="2595" y="248"/>
                  </a:lnTo>
                  <a:lnTo>
                    <a:pt x="2545" y="248"/>
                  </a:lnTo>
                  <a:lnTo>
                    <a:pt x="2541" y="248"/>
                  </a:lnTo>
                  <a:lnTo>
                    <a:pt x="2540" y="246"/>
                  </a:lnTo>
                  <a:lnTo>
                    <a:pt x="2538" y="244"/>
                  </a:lnTo>
                  <a:lnTo>
                    <a:pt x="2536" y="240"/>
                  </a:lnTo>
                  <a:lnTo>
                    <a:pt x="2536" y="236"/>
                  </a:lnTo>
                  <a:lnTo>
                    <a:pt x="2535" y="232"/>
                  </a:lnTo>
                  <a:lnTo>
                    <a:pt x="2535" y="222"/>
                  </a:lnTo>
                  <a:lnTo>
                    <a:pt x="2536" y="220"/>
                  </a:lnTo>
                  <a:lnTo>
                    <a:pt x="2536" y="216"/>
                  </a:lnTo>
                  <a:lnTo>
                    <a:pt x="2537" y="214"/>
                  </a:lnTo>
                  <a:lnTo>
                    <a:pt x="2538" y="212"/>
                  </a:lnTo>
                  <a:lnTo>
                    <a:pt x="2540" y="210"/>
                  </a:lnTo>
                  <a:lnTo>
                    <a:pt x="2541" y="208"/>
                  </a:lnTo>
                  <a:lnTo>
                    <a:pt x="2545" y="208"/>
                  </a:lnTo>
                  <a:lnTo>
                    <a:pt x="2595" y="208"/>
                  </a:lnTo>
                  <a:lnTo>
                    <a:pt x="2595" y="104"/>
                  </a:lnTo>
                  <a:lnTo>
                    <a:pt x="2595" y="96"/>
                  </a:lnTo>
                  <a:lnTo>
                    <a:pt x="2596" y="94"/>
                  </a:lnTo>
                  <a:lnTo>
                    <a:pt x="2597" y="90"/>
                  </a:lnTo>
                  <a:lnTo>
                    <a:pt x="2598" y="88"/>
                  </a:lnTo>
                  <a:lnTo>
                    <a:pt x="2600" y="86"/>
                  </a:lnTo>
                  <a:lnTo>
                    <a:pt x="2602" y="86"/>
                  </a:lnTo>
                  <a:lnTo>
                    <a:pt x="2603" y="84"/>
                  </a:lnTo>
                  <a:lnTo>
                    <a:pt x="2609" y="84"/>
                  </a:lnTo>
                  <a:lnTo>
                    <a:pt x="2612" y="86"/>
                  </a:lnTo>
                  <a:lnTo>
                    <a:pt x="2615" y="90"/>
                  </a:lnTo>
                  <a:lnTo>
                    <a:pt x="2617" y="96"/>
                  </a:lnTo>
                  <a:lnTo>
                    <a:pt x="2617" y="104"/>
                  </a:lnTo>
                  <a:lnTo>
                    <a:pt x="2617" y="208"/>
                  </a:lnTo>
                  <a:lnTo>
                    <a:pt x="2677" y="208"/>
                  </a:lnTo>
                  <a:lnTo>
                    <a:pt x="2681" y="208"/>
                  </a:lnTo>
                  <a:lnTo>
                    <a:pt x="2682" y="210"/>
                  </a:lnTo>
                  <a:lnTo>
                    <a:pt x="2684" y="212"/>
                  </a:lnTo>
                  <a:lnTo>
                    <a:pt x="2686" y="216"/>
                  </a:lnTo>
                  <a:lnTo>
                    <a:pt x="2686" y="220"/>
                  </a:lnTo>
                  <a:lnTo>
                    <a:pt x="2687" y="222"/>
                  </a:lnTo>
                  <a:lnTo>
                    <a:pt x="2687" y="232"/>
                  </a:lnTo>
                  <a:lnTo>
                    <a:pt x="2686" y="236"/>
                  </a:lnTo>
                  <a:lnTo>
                    <a:pt x="2686" y="240"/>
                  </a:lnTo>
                  <a:lnTo>
                    <a:pt x="2684" y="244"/>
                  </a:lnTo>
                  <a:lnTo>
                    <a:pt x="2682" y="246"/>
                  </a:lnTo>
                  <a:lnTo>
                    <a:pt x="2681" y="248"/>
                  </a:lnTo>
                  <a:lnTo>
                    <a:pt x="2677" y="248"/>
                  </a:lnTo>
                  <a:lnTo>
                    <a:pt x="2617" y="248"/>
                  </a:lnTo>
                  <a:lnTo>
                    <a:pt x="2617" y="645"/>
                  </a:lnTo>
                  <a:lnTo>
                    <a:pt x="2618" y="665"/>
                  </a:lnTo>
                  <a:lnTo>
                    <a:pt x="2619" y="681"/>
                  </a:lnTo>
                  <a:lnTo>
                    <a:pt x="2622" y="693"/>
                  </a:lnTo>
                  <a:lnTo>
                    <a:pt x="2624" y="697"/>
                  </a:lnTo>
                  <a:lnTo>
                    <a:pt x="2626" y="701"/>
                  </a:lnTo>
                  <a:lnTo>
                    <a:pt x="2628" y="705"/>
                  </a:lnTo>
                  <a:lnTo>
                    <a:pt x="2631" y="707"/>
                  </a:lnTo>
                  <a:lnTo>
                    <a:pt x="2634" y="711"/>
                  </a:lnTo>
                  <a:lnTo>
                    <a:pt x="2637" y="711"/>
                  </a:lnTo>
                  <a:lnTo>
                    <a:pt x="2644" y="713"/>
                  </a:lnTo>
                  <a:lnTo>
                    <a:pt x="2652" y="713"/>
                  </a:lnTo>
                  <a:lnTo>
                    <a:pt x="2676" y="713"/>
                  </a:lnTo>
                  <a:lnTo>
                    <a:pt x="2681" y="715"/>
                  </a:lnTo>
                  <a:lnTo>
                    <a:pt x="2684" y="717"/>
                  </a:lnTo>
                  <a:lnTo>
                    <a:pt x="2685" y="719"/>
                  </a:lnTo>
                  <a:lnTo>
                    <a:pt x="2686" y="723"/>
                  </a:lnTo>
                  <a:lnTo>
                    <a:pt x="2686" y="725"/>
                  </a:lnTo>
                  <a:lnTo>
                    <a:pt x="2687" y="729"/>
                  </a:lnTo>
                  <a:lnTo>
                    <a:pt x="2686" y="737"/>
                  </a:lnTo>
                  <a:lnTo>
                    <a:pt x="2685" y="743"/>
                  </a:lnTo>
                  <a:lnTo>
                    <a:pt x="2684" y="747"/>
                  </a:lnTo>
                  <a:lnTo>
                    <a:pt x="2682" y="747"/>
                  </a:lnTo>
                  <a:lnTo>
                    <a:pt x="2678" y="751"/>
                  </a:lnTo>
                  <a:close/>
                  <a:moveTo>
                    <a:pt x="2945" y="753"/>
                  </a:moveTo>
                  <a:lnTo>
                    <a:pt x="2940" y="753"/>
                  </a:lnTo>
                  <a:lnTo>
                    <a:pt x="2937" y="751"/>
                  </a:lnTo>
                  <a:lnTo>
                    <a:pt x="2934" y="747"/>
                  </a:lnTo>
                  <a:lnTo>
                    <a:pt x="2933" y="741"/>
                  </a:lnTo>
                  <a:lnTo>
                    <a:pt x="2932" y="735"/>
                  </a:lnTo>
                  <a:lnTo>
                    <a:pt x="2932" y="395"/>
                  </a:lnTo>
                  <a:lnTo>
                    <a:pt x="2932" y="377"/>
                  </a:lnTo>
                  <a:lnTo>
                    <a:pt x="2931" y="359"/>
                  </a:lnTo>
                  <a:lnTo>
                    <a:pt x="2930" y="343"/>
                  </a:lnTo>
                  <a:lnTo>
                    <a:pt x="2928" y="329"/>
                  </a:lnTo>
                  <a:lnTo>
                    <a:pt x="2926" y="315"/>
                  </a:lnTo>
                  <a:lnTo>
                    <a:pt x="2923" y="303"/>
                  </a:lnTo>
                  <a:lnTo>
                    <a:pt x="2919" y="292"/>
                  </a:lnTo>
                  <a:lnTo>
                    <a:pt x="2915" y="282"/>
                  </a:lnTo>
                  <a:lnTo>
                    <a:pt x="2913" y="276"/>
                  </a:lnTo>
                  <a:lnTo>
                    <a:pt x="2910" y="272"/>
                  </a:lnTo>
                  <a:lnTo>
                    <a:pt x="2905" y="264"/>
                  </a:lnTo>
                  <a:lnTo>
                    <a:pt x="2899" y="258"/>
                  </a:lnTo>
                  <a:lnTo>
                    <a:pt x="2892" y="252"/>
                  </a:lnTo>
                  <a:lnTo>
                    <a:pt x="2885" y="248"/>
                  </a:lnTo>
                  <a:lnTo>
                    <a:pt x="2881" y="246"/>
                  </a:lnTo>
                  <a:lnTo>
                    <a:pt x="2876" y="244"/>
                  </a:lnTo>
                  <a:lnTo>
                    <a:pt x="2867" y="242"/>
                  </a:lnTo>
                  <a:lnTo>
                    <a:pt x="2858" y="242"/>
                  </a:lnTo>
                  <a:lnTo>
                    <a:pt x="2841" y="244"/>
                  </a:lnTo>
                  <a:lnTo>
                    <a:pt x="2823" y="246"/>
                  </a:lnTo>
                  <a:lnTo>
                    <a:pt x="2804" y="252"/>
                  </a:lnTo>
                  <a:lnTo>
                    <a:pt x="2796" y="256"/>
                  </a:lnTo>
                  <a:lnTo>
                    <a:pt x="2789" y="260"/>
                  </a:lnTo>
                  <a:lnTo>
                    <a:pt x="2789" y="735"/>
                  </a:lnTo>
                  <a:lnTo>
                    <a:pt x="2789" y="737"/>
                  </a:lnTo>
                  <a:lnTo>
                    <a:pt x="2788" y="741"/>
                  </a:lnTo>
                  <a:lnTo>
                    <a:pt x="2786" y="747"/>
                  </a:lnTo>
                  <a:lnTo>
                    <a:pt x="2785" y="749"/>
                  </a:lnTo>
                  <a:lnTo>
                    <a:pt x="2784" y="751"/>
                  </a:lnTo>
                  <a:lnTo>
                    <a:pt x="2780" y="753"/>
                  </a:lnTo>
                  <a:lnTo>
                    <a:pt x="2775" y="753"/>
                  </a:lnTo>
                  <a:lnTo>
                    <a:pt x="2772" y="751"/>
                  </a:lnTo>
                  <a:lnTo>
                    <a:pt x="2769" y="747"/>
                  </a:lnTo>
                  <a:lnTo>
                    <a:pt x="2767" y="741"/>
                  </a:lnTo>
                  <a:lnTo>
                    <a:pt x="2767" y="735"/>
                  </a:lnTo>
                  <a:lnTo>
                    <a:pt x="2767" y="20"/>
                  </a:lnTo>
                  <a:lnTo>
                    <a:pt x="2767" y="16"/>
                  </a:lnTo>
                  <a:lnTo>
                    <a:pt x="2767" y="12"/>
                  </a:lnTo>
                  <a:lnTo>
                    <a:pt x="2769" y="6"/>
                  </a:lnTo>
                  <a:lnTo>
                    <a:pt x="2770" y="4"/>
                  </a:lnTo>
                  <a:lnTo>
                    <a:pt x="2772" y="2"/>
                  </a:lnTo>
                  <a:lnTo>
                    <a:pt x="2775" y="0"/>
                  </a:lnTo>
                  <a:lnTo>
                    <a:pt x="2780" y="0"/>
                  </a:lnTo>
                  <a:lnTo>
                    <a:pt x="2784" y="2"/>
                  </a:lnTo>
                  <a:lnTo>
                    <a:pt x="2786" y="6"/>
                  </a:lnTo>
                  <a:lnTo>
                    <a:pt x="2788" y="12"/>
                  </a:lnTo>
                  <a:lnTo>
                    <a:pt x="2789" y="20"/>
                  </a:lnTo>
                  <a:lnTo>
                    <a:pt x="2789" y="220"/>
                  </a:lnTo>
                  <a:lnTo>
                    <a:pt x="2804" y="214"/>
                  </a:lnTo>
                  <a:lnTo>
                    <a:pt x="2823" y="208"/>
                  </a:lnTo>
                  <a:lnTo>
                    <a:pt x="2840" y="204"/>
                  </a:lnTo>
                  <a:lnTo>
                    <a:pt x="2858" y="202"/>
                  </a:lnTo>
                  <a:lnTo>
                    <a:pt x="2870" y="204"/>
                  </a:lnTo>
                  <a:lnTo>
                    <a:pt x="2882" y="206"/>
                  </a:lnTo>
                  <a:lnTo>
                    <a:pt x="2887" y="208"/>
                  </a:lnTo>
                  <a:lnTo>
                    <a:pt x="2892" y="210"/>
                  </a:lnTo>
                  <a:lnTo>
                    <a:pt x="2902" y="216"/>
                  </a:lnTo>
                  <a:lnTo>
                    <a:pt x="2911" y="224"/>
                  </a:lnTo>
                  <a:lnTo>
                    <a:pt x="2915" y="230"/>
                  </a:lnTo>
                  <a:lnTo>
                    <a:pt x="2919" y="234"/>
                  </a:lnTo>
                  <a:lnTo>
                    <a:pt x="2926" y="244"/>
                  </a:lnTo>
                  <a:lnTo>
                    <a:pt x="2932" y="256"/>
                  </a:lnTo>
                  <a:lnTo>
                    <a:pt x="2937" y="270"/>
                  </a:lnTo>
                  <a:lnTo>
                    <a:pt x="2940" y="278"/>
                  </a:lnTo>
                  <a:lnTo>
                    <a:pt x="2942" y="286"/>
                  </a:lnTo>
                  <a:lnTo>
                    <a:pt x="2944" y="292"/>
                  </a:lnTo>
                  <a:lnTo>
                    <a:pt x="2946" y="300"/>
                  </a:lnTo>
                  <a:lnTo>
                    <a:pt x="2947" y="309"/>
                  </a:lnTo>
                  <a:lnTo>
                    <a:pt x="2949" y="317"/>
                  </a:lnTo>
                  <a:lnTo>
                    <a:pt x="2951" y="335"/>
                  </a:lnTo>
                  <a:lnTo>
                    <a:pt x="2952" y="345"/>
                  </a:lnTo>
                  <a:lnTo>
                    <a:pt x="2953" y="355"/>
                  </a:lnTo>
                  <a:lnTo>
                    <a:pt x="2953" y="375"/>
                  </a:lnTo>
                  <a:lnTo>
                    <a:pt x="2954" y="395"/>
                  </a:lnTo>
                  <a:lnTo>
                    <a:pt x="2954" y="735"/>
                  </a:lnTo>
                  <a:lnTo>
                    <a:pt x="2953" y="741"/>
                  </a:lnTo>
                  <a:lnTo>
                    <a:pt x="2953" y="745"/>
                  </a:lnTo>
                  <a:lnTo>
                    <a:pt x="2952" y="747"/>
                  </a:lnTo>
                  <a:lnTo>
                    <a:pt x="2950" y="749"/>
                  </a:lnTo>
                  <a:lnTo>
                    <a:pt x="2949" y="751"/>
                  </a:lnTo>
                  <a:lnTo>
                    <a:pt x="2947" y="753"/>
                  </a:lnTo>
                  <a:lnTo>
                    <a:pt x="2945" y="753"/>
                  </a:lnTo>
                  <a:close/>
                  <a:moveTo>
                    <a:pt x="3232" y="487"/>
                  </a:moveTo>
                  <a:lnTo>
                    <a:pt x="3061" y="487"/>
                  </a:lnTo>
                  <a:lnTo>
                    <a:pt x="3061" y="509"/>
                  </a:lnTo>
                  <a:lnTo>
                    <a:pt x="3061" y="539"/>
                  </a:lnTo>
                  <a:lnTo>
                    <a:pt x="3062" y="553"/>
                  </a:lnTo>
                  <a:lnTo>
                    <a:pt x="3063" y="565"/>
                  </a:lnTo>
                  <a:lnTo>
                    <a:pt x="3064" y="579"/>
                  </a:lnTo>
                  <a:lnTo>
                    <a:pt x="3065" y="591"/>
                  </a:lnTo>
                  <a:lnTo>
                    <a:pt x="3068" y="613"/>
                  </a:lnTo>
                  <a:lnTo>
                    <a:pt x="3072" y="631"/>
                  </a:lnTo>
                  <a:lnTo>
                    <a:pt x="3077" y="647"/>
                  </a:lnTo>
                  <a:lnTo>
                    <a:pt x="3082" y="663"/>
                  </a:lnTo>
                  <a:lnTo>
                    <a:pt x="3085" y="669"/>
                  </a:lnTo>
                  <a:lnTo>
                    <a:pt x="3088" y="675"/>
                  </a:lnTo>
                  <a:lnTo>
                    <a:pt x="3091" y="681"/>
                  </a:lnTo>
                  <a:lnTo>
                    <a:pt x="3094" y="685"/>
                  </a:lnTo>
                  <a:lnTo>
                    <a:pt x="3101" y="693"/>
                  </a:lnTo>
                  <a:lnTo>
                    <a:pt x="3109" y="701"/>
                  </a:lnTo>
                  <a:lnTo>
                    <a:pt x="3117" y="705"/>
                  </a:lnTo>
                  <a:lnTo>
                    <a:pt x="3125" y="709"/>
                  </a:lnTo>
                  <a:lnTo>
                    <a:pt x="3134" y="713"/>
                  </a:lnTo>
                  <a:lnTo>
                    <a:pt x="3143" y="713"/>
                  </a:lnTo>
                  <a:lnTo>
                    <a:pt x="3153" y="713"/>
                  </a:lnTo>
                  <a:lnTo>
                    <a:pt x="3171" y="713"/>
                  </a:lnTo>
                  <a:lnTo>
                    <a:pt x="3189" y="709"/>
                  </a:lnTo>
                  <a:lnTo>
                    <a:pt x="3209" y="703"/>
                  </a:lnTo>
                  <a:lnTo>
                    <a:pt x="3228" y="697"/>
                  </a:lnTo>
                  <a:lnTo>
                    <a:pt x="3229" y="697"/>
                  </a:lnTo>
                  <a:lnTo>
                    <a:pt x="3231" y="697"/>
                  </a:lnTo>
                  <a:lnTo>
                    <a:pt x="3235" y="697"/>
                  </a:lnTo>
                  <a:lnTo>
                    <a:pt x="3236" y="699"/>
                  </a:lnTo>
                  <a:lnTo>
                    <a:pt x="3237" y="703"/>
                  </a:lnTo>
                  <a:lnTo>
                    <a:pt x="3238" y="705"/>
                  </a:lnTo>
                  <a:lnTo>
                    <a:pt x="3238" y="709"/>
                  </a:lnTo>
                  <a:lnTo>
                    <a:pt x="3238" y="721"/>
                  </a:lnTo>
                  <a:lnTo>
                    <a:pt x="3237" y="725"/>
                  </a:lnTo>
                  <a:lnTo>
                    <a:pt x="3236" y="729"/>
                  </a:lnTo>
                  <a:lnTo>
                    <a:pt x="3235" y="731"/>
                  </a:lnTo>
                  <a:lnTo>
                    <a:pt x="3233" y="733"/>
                  </a:lnTo>
                  <a:lnTo>
                    <a:pt x="3229" y="737"/>
                  </a:lnTo>
                  <a:lnTo>
                    <a:pt x="3210" y="743"/>
                  </a:lnTo>
                  <a:lnTo>
                    <a:pt x="3190" y="749"/>
                  </a:lnTo>
                  <a:lnTo>
                    <a:pt x="3171" y="751"/>
                  </a:lnTo>
                  <a:lnTo>
                    <a:pt x="3153" y="753"/>
                  </a:lnTo>
                  <a:lnTo>
                    <a:pt x="3141" y="753"/>
                  </a:lnTo>
                  <a:lnTo>
                    <a:pt x="3129" y="751"/>
                  </a:lnTo>
                  <a:lnTo>
                    <a:pt x="3118" y="747"/>
                  </a:lnTo>
                  <a:lnTo>
                    <a:pt x="3108" y="741"/>
                  </a:lnTo>
                  <a:lnTo>
                    <a:pt x="3098" y="735"/>
                  </a:lnTo>
                  <a:lnTo>
                    <a:pt x="3093" y="731"/>
                  </a:lnTo>
                  <a:lnTo>
                    <a:pt x="3089" y="727"/>
                  </a:lnTo>
                  <a:lnTo>
                    <a:pt x="3080" y="715"/>
                  </a:lnTo>
                  <a:lnTo>
                    <a:pt x="3072" y="703"/>
                  </a:lnTo>
                  <a:lnTo>
                    <a:pt x="3068" y="695"/>
                  </a:lnTo>
                  <a:lnTo>
                    <a:pt x="3065" y="687"/>
                  </a:lnTo>
                  <a:lnTo>
                    <a:pt x="3058" y="669"/>
                  </a:lnTo>
                  <a:lnTo>
                    <a:pt x="3053" y="649"/>
                  </a:lnTo>
                  <a:lnTo>
                    <a:pt x="3048" y="627"/>
                  </a:lnTo>
                  <a:lnTo>
                    <a:pt x="3046" y="615"/>
                  </a:lnTo>
                  <a:lnTo>
                    <a:pt x="3044" y="601"/>
                  </a:lnTo>
                  <a:lnTo>
                    <a:pt x="3041" y="573"/>
                  </a:lnTo>
                  <a:lnTo>
                    <a:pt x="3039" y="543"/>
                  </a:lnTo>
                  <a:lnTo>
                    <a:pt x="3039" y="527"/>
                  </a:lnTo>
                  <a:lnTo>
                    <a:pt x="3039" y="509"/>
                  </a:lnTo>
                  <a:lnTo>
                    <a:pt x="3039" y="443"/>
                  </a:lnTo>
                  <a:lnTo>
                    <a:pt x="3039" y="417"/>
                  </a:lnTo>
                  <a:lnTo>
                    <a:pt x="3040" y="391"/>
                  </a:lnTo>
                  <a:lnTo>
                    <a:pt x="3043" y="369"/>
                  </a:lnTo>
                  <a:lnTo>
                    <a:pt x="3045" y="345"/>
                  </a:lnTo>
                  <a:lnTo>
                    <a:pt x="3047" y="335"/>
                  </a:lnTo>
                  <a:lnTo>
                    <a:pt x="3049" y="325"/>
                  </a:lnTo>
                  <a:lnTo>
                    <a:pt x="3051" y="315"/>
                  </a:lnTo>
                  <a:lnTo>
                    <a:pt x="3053" y="305"/>
                  </a:lnTo>
                  <a:lnTo>
                    <a:pt x="3056" y="296"/>
                  </a:lnTo>
                  <a:lnTo>
                    <a:pt x="3059" y="288"/>
                  </a:lnTo>
                  <a:lnTo>
                    <a:pt x="3065" y="270"/>
                  </a:lnTo>
                  <a:lnTo>
                    <a:pt x="3072" y="256"/>
                  </a:lnTo>
                  <a:lnTo>
                    <a:pt x="3079" y="242"/>
                  </a:lnTo>
                  <a:lnTo>
                    <a:pt x="3087" y="230"/>
                  </a:lnTo>
                  <a:lnTo>
                    <a:pt x="3097" y="220"/>
                  </a:lnTo>
                  <a:lnTo>
                    <a:pt x="3106" y="212"/>
                  </a:lnTo>
                  <a:lnTo>
                    <a:pt x="3117" y="208"/>
                  </a:lnTo>
                  <a:lnTo>
                    <a:pt x="3128" y="204"/>
                  </a:lnTo>
                  <a:lnTo>
                    <a:pt x="3134" y="202"/>
                  </a:lnTo>
                  <a:lnTo>
                    <a:pt x="3141" y="202"/>
                  </a:lnTo>
                  <a:lnTo>
                    <a:pt x="3154" y="204"/>
                  </a:lnTo>
                  <a:lnTo>
                    <a:pt x="3160" y="204"/>
                  </a:lnTo>
                  <a:lnTo>
                    <a:pt x="3166" y="206"/>
                  </a:lnTo>
                  <a:lnTo>
                    <a:pt x="3177" y="212"/>
                  </a:lnTo>
                  <a:lnTo>
                    <a:pt x="3182" y="216"/>
                  </a:lnTo>
                  <a:lnTo>
                    <a:pt x="3186" y="220"/>
                  </a:lnTo>
                  <a:lnTo>
                    <a:pt x="3196" y="230"/>
                  </a:lnTo>
                  <a:lnTo>
                    <a:pt x="3204" y="240"/>
                  </a:lnTo>
                  <a:lnTo>
                    <a:pt x="3211" y="254"/>
                  </a:lnTo>
                  <a:lnTo>
                    <a:pt x="3214" y="260"/>
                  </a:lnTo>
                  <a:lnTo>
                    <a:pt x="3218" y="268"/>
                  </a:lnTo>
                  <a:lnTo>
                    <a:pt x="3223" y="286"/>
                  </a:lnTo>
                  <a:lnTo>
                    <a:pt x="3228" y="303"/>
                  </a:lnTo>
                  <a:lnTo>
                    <a:pt x="3232" y="323"/>
                  </a:lnTo>
                  <a:lnTo>
                    <a:pt x="3236" y="343"/>
                  </a:lnTo>
                  <a:lnTo>
                    <a:pt x="3238" y="365"/>
                  </a:lnTo>
                  <a:lnTo>
                    <a:pt x="3240" y="389"/>
                  </a:lnTo>
                  <a:lnTo>
                    <a:pt x="3241" y="415"/>
                  </a:lnTo>
                  <a:lnTo>
                    <a:pt x="3242" y="441"/>
                  </a:lnTo>
                  <a:lnTo>
                    <a:pt x="3242" y="469"/>
                  </a:lnTo>
                  <a:lnTo>
                    <a:pt x="3241" y="473"/>
                  </a:lnTo>
                  <a:lnTo>
                    <a:pt x="3241" y="475"/>
                  </a:lnTo>
                  <a:lnTo>
                    <a:pt x="3239" y="483"/>
                  </a:lnTo>
                  <a:lnTo>
                    <a:pt x="3236" y="487"/>
                  </a:lnTo>
                  <a:lnTo>
                    <a:pt x="3232" y="487"/>
                  </a:lnTo>
                  <a:close/>
                  <a:moveTo>
                    <a:pt x="3220" y="441"/>
                  </a:moveTo>
                  <a:lnTo>
                    <a:pt x="3219" y="417"/>
                  </a:lnTo>
                  <a:lnTo>
                    <a:pt x="3219" y="397"/>
                  </a:lnTo>
                  <a:lnTo>
                    <a:pt x="3217" y="375"/>
                  </a:lnTo>
                  <a:lnTo>
                    <a:pt x="3215" y="357"/>
                  </a:lnTo>
                  <a:lnTo>
                    <a:pt x="3213" y="339"/>
                  </a:lnTo>
                  <a:lnTo>
                    <a:pt x="3210" y="321"/>
                  </a:lnTo>
                  <a:lnTo>
                    <a:pt x="3208" y="315"/>
                  </a:lnTo>
                  <a:lnTo>
                    <a:pt x="3206" y="307"/>
                  </a:lnTo>
                  <a:lnTo>
                    <a:pt x="3202" y="294"/>
                  </a:lnTo>
                  <a:lnTo>
                    <a:pt x="3199" y="288"/>
                  </a:lnTo>
                  <a:lnTo>
                    <a:pt x="3197" y="282"/>
                  </a:lnTo>
                  <a:lnTo>
                    <a:pt x="3194" y="276"/>
                  </a:lnTo>
                  <a:lnTo>
                    <a:pt x="3191" y="272"/>
                  </a:lnTo>
                  <a:lnTo>
                    <a:pt x="3188" y="266"/>
                  </a:lnTo>
                  <a:lnTo>
                    <a:pt x="3185" y="262"/>
                  </a:lnTo>
                  <a:lnTo>
                    <a:pt x="3178" y="256"/>
                  </a:lnTo>
                  <a:lnTo>
                    <a:pt x="3170" y="250"/>
                  </a:lnTo>
                  <a:lnTo>
                    <a:pt x="3161" y="246"/>
                  </a:lnTo>
                  <a:lnTo>
                    <a:pt x="3152" y="242"/>
                  </a:lnTo>
                  <a:lnTo>
                    <a:pt x="3141" y="242"/>
                  </a:lnTo>
                  <a:lnTo>
                    <a:pt x="3130" y="242"/>
                  </a:lnTo>
                  <a:lnTo>
                    <a:pt x="3126" y="244"/>
                  </a:lnTo>
                  <a:lnTo>
                    <a:pt x="3121" y="246"/>
                  </a:lnTo>
                  <a:lnTo>
                    <a:pt x="3112" y="250"/>
                  </a:lnTo>
                  <a:lnTo>
                    <a:pt x="3105" y="256"/>
                  </a:lnTo>
                  <a:lnTo>
                    <a:pt x="3097" y="264"/>
                  </a:lnTo>
                  <a:lnTo>
                    <a:pt x="3091" y="274"/>
                  </a:lnTo>
                  <a:lnTo>
                    <a:pt x="3085" y="284"/>
                  </a:lnTo>
                  <a:lnTo>
                    <a:pt x="3080" y="298"/>
                  </a:lnTo>
                  <a:lnTo>
                    <a:pt x="3075" y="311"/>
                  </a:lnTo>
                  <a:lnTo>
                    <a:pt x="3073" y="317"/>
                  </a:lnTo>
                  <a:lnTo>
                    <a:pt x="3071" y="325"/>
                  </a:lnTo>
                  <a:lnTo>
                    <a:pt x="3068" y="343"/>
                  </a:lnTo>
                  <a:lnTo>
                    <a:pt x="3066" y="361"/>
                  </a:lnTo>
                  <a:lnTo>
                    <a:pt x="3064" y="379"/>
                  </a:lnTo>
                  <a:lnTo>
                    <a:pt x="3062" y="399"/>
                  </a:lnTo>
                  <a:lnTo>
                    <a:pt x="3061" y="421"/>
                  </a:lnTo>
                  <a:lnTo>
                    <a:pt x="3061" y="443"/>
                  </a:lnTo>
                  <a:lnTo>
                    <a:pt x="3220" y="447"/>
                  </a:lnTo>
                  <a:lnTo>
                    <a:pt x="3220" y="441"/>
                  </a:lnTo>
                  <a:close/>
                  <a:moveTo>
                    <a:pt x="3726" y="699"/>
                  </a:moveTo>
                  <a:lnTo>
                    <a:pt x="3724" y="713"/>
                  </a:lnTo>
                  <a:lnTo>
                    <a:pt x="3722" y="723"/>
                  </a:lnTo>
                  <a:lnTo>
                    <a:pt x="3720" y="733"/>
                  </a:lnTo>
                  <a:lnTo>
                    <a:pt x="3718" y="737"/>
                  </a:lnTo>
                  <a:lnTo>
                    <a:pt x="3717" y="741"/>
                  </a:lnTo>
                  <a:lnTo>
                    <a:pt x="3714" y="747"/>
                  </a:lnTo>
                  <a:lnTo>
                    <a:pt x="3710" y="751"/>
                  </a:lnTo>
                  <a:lnTo>
                    <a:pt x="3705" y="753"/>
                  </a:lnTo>
                  <a:lnTo>
                    <a:pt x="3700" y="753"/>
                  </a:lnTo>
                  <a:lnTo>
                    <a:pt x="3694" y="753"/>
                  </a:lnTo>
                  <a:lnTo>
                    <a:pt x="3692" y="751"/>
                  </a:lnTo>
                  <a:lnTo>
                    <a:pt x="3690" y="749"/>
                  </a:lnTo>
                  <a:lnTo>
                    <a:pt x="3688" y="747"/>
                  </a:lnTo>
                  <a:lnTo>
                    <a:pt x="3686" y="745"/>
                  </a:lnTo>
                  <a:lnTo>
                    <a:pt x="3684" y="741"/>
                  </a:lnTo>
                  <a:lnTo>
                    <a:pt x="3683" y="739"/>
                  </a:lnTo>
                  <a:lnTo>
                    <a:pt x="3680" y="731"/>
                  </a:lnTo>
                  <a:lnTo>
                    <a:pt x="3678" y="721"/>
                  </a:lnTo>
                  <a:lnTo>
                    <a:pt x="3676" y="709"/>
                  </a:lnTo>
                  <a:lnTo>
                    <a:pt x="3674" y="695"/>
                  </a:lnTo>
                  <a:lnTo>
                    <a:pt x="3621" y="313"/>
                  </a:lnTo>
                  <a:lnTo>
                    <a:pt x="3619" y="305"/>
                  </a:lnTo>
                  <a:lnTo>
                    <a:pt x="3618" y="305"/>
                  </a:lnTo>
                  <a:lnTo>
                    <a:pt x="3617" y="305"/>
                  </a:lnTo>
                  <a:lnTo>
                    <a:pt x="3615" y="305"/>
                  </a:lnTo>
                  <a:lnTo>
                    <a:pt x="3614" y="313"/>
                  </a:lnTo>
                  <a:lnTo>
                    <a:pt x="3560" y="695"/>
                  </a:lnTo>
                  <a:lnTo>
                    <a:pt x="3556" y="721"/>
                  </a:lnTo>
                  <a:lnTo>
                    <a:pt x="3554" y="731"/>
                  </a:lnTo>
                  <a:lnTo>
                    <a:pt x="3552" y="739"/>
                  </a:lnTo>
                  <a:lnTo>
                    <a:pt x="3548" y="745"/>
                  </a:lnTo>
                  <a:lnTo>
                    <a:pt x="3545" y="749"/>
                  </a:lnTo>
                  <a:lnTo>
                    <a:pt x="3540" y="753"/>
                  </a:lnTo>
                  <a:lnTo>
                    <a:pt x="3535" y="753"/>
                  </a:lnTo>
                  <a:lnTo>
                    <a:pt x="3529" y="753"/>
                  </a:lnTo>
                  <a:lnTo>
                    <a:pt x="3525" y="751"/>
                  </a:lnTo>
                  <a:lnTo>
                    <a:pt x="3521" y="747"/>
                  </a:lnTo>
                  <a:lnTo>
                    <a:pt x="3517" y="741"/>
                  </a:lnTo>
                  <a:lnTo>
                    <a:pt x="3516" y="737"/>
                  </a:lnTo>
                  <a:lnTo>
                    <a:pt x="3515" y="733"/>
                  </a:lnTo>
                  <a:lnTo>
                    <a:pt x="3513" y="729"/>
                  </a:lnTo>
                  <a:lnTo>
                    <a:pt x="3512" y="723"/>
                  </a:lnTo>
                  <a:lnTo>
                    <a:pt x="3510" y="713"/>
                  </a:lnTo>
                  <a:lnTo>
                    <a:pt x="3508" y="699"/>
                  </a:lnTo>
                  <a:lnTo>
                    <a:pt x="3452" y="232"/>
                  </a:lnTo>
                  <a:lnTo>
                    <a:pt x="3452" y="228"/>
                  </a:lnTo>
                  <a:lnTo>
                    <a:pt x="3452" y="222"/>
                  </a:lnTo>
                  <a:lnTo>
                    <a:pt x="3452" y="218"/>
                  </a:lnTo>
                  <a:lnTo>
                    <a:pt x="3453" y="216"/>
                  </a:lnTo>
                  <a:lnTo>
                    <a:pt x="3454" y="212"/>
                  </a:lnTo>
                  <a:lnTo>
                    <a:pt x="3456" y="210"/>
                  </a:lnTo>
                  <a:lnTo>
                    <a:pt x="3458" y="208"/>
                  </a:lnTo>
                  <a:lnTo>
                    <a:pt x="3461" y="208"/>
                  </a:lnTo>
                  <a:lnTo>
                    <a:pt x="3467" y="208"/>
                  </a:lnTo>
                  <a:lnTo>
                    <a:pt x="3470" y="212"/>
                  </a:lnTo>
                  <a:lnTo>
                    <a:pt x="3471" y="216"/>
                  </a:lnTo>
                  <a:lnTo>
                    <a:pt x="3472" y="222"/>
                  </a:lnTo>
                  <a:lnTo>
                    <a:pt x="3528" y="689"/>
                  </a:lnTo>
                  <a:lnTo>
                    <a:pt x="3530" y="703"/>
                  </a:lnTo>
                  <a:lnTo>
                    <a:pt x="3531" y="711"/>
                  </a:lnTo>
                  <a:lnTo>
                    <a:pt x="3533" y="713"/>
                  </a:lnTo>
                  <a:lnTo>
                    <a:pt x="3535" y="713"/>
                  </a:lnTo>
                  <a:lnTo>
                    <a:pt x="3536" y="713"/>
                  </a:lnTo>
                  <a:lnTo>
                    <a:pt x="3538" y="709"/>
                  </a:lnTo>
                  <a:lnTo>
                    <a:pt x="3539" y="703"/>
                  </a:lnTo>
                  <a:lnTo>
                    <a:pt x="3541" y="689"/>
                  </a:lnTo>
                  <a:lnTo>
                    <a:pt x="3596" y="301"/>
                  </a:lnTo>
                  <a:lnTo>
                    <a:pt x="3597" y="294"/>
                  </a:lnTo>
                  <a:lnTo>
                    <a:pt x="3599" y="286"/>
                  </a:lnTo>
                  <a:lnTo>
                    <a:pt x="3601" y="280"/>
                  </a:lnTo>
                  <a:lnTo>
                    <a:pt x="3604" y="274"/>
                  </a:lnTo>
                  <a:lnTo>
                    <a:pt x="3607" y="270"/>
                  </a:lnTo>
                  <a:lnTo>
                    <a:pt x="3610" y="268"/>
                  </a:lnTo>
                  <a:lnTo>
                    <a:pt x="3614" y="266"/>
                  </a:lnTo>
                  <a:lnTo>
                    <a:pt x="3617" y="266"/>
                  </a:lnTo>
                  <a:lnTo>
                    <a:pt x="3621" y="266"/>
                  </a:lnTo>
                  <a:lnTo>
                    <a:pt x="3624" y="268"/>
                  </a:lnTo>
                  <a:lnTo>
                    <a:pt x="3627" y="270"/>
                  </a:lnTo>
                  <a:lnTo>
                    <a:pt x="3630" y="274"/>
                  </a:lnTo>
                  <a:lnTo>
                    <a:pt x="3633" y="280"/>
                  </a:lnTo>
                  <a:lnTo>
                    <a:pt x="3634" y="282"/>
                  </a:lnTo>
                  <a:lnTo>
                    <a:pt x="3635" y="286"/>
                  </a:lnTo>
                  <a:lnTo>
                    <a:pt x="3637" y="294"/>
                  </a:lnTo>
                  <a:lnTo>
                    <a:pt x="3639" y="301"/>
                  </a:lnTo>
                  <a:lnTo>
                    <a:pt x="3693" y="689"/>
                  </a:lnTo>
                  <a:lnTo>
                    <a:pt x="3695" y="703"/>
                  </a:lnTo>
                  <a:lnTo>
                    <a:pt x="3696" y="707"/>
                  </a:lnTo>
                  <a:lnTo>
                    <a:pt x="3697" y="709"/>
                  </a:lnTo>
                  <a:lnTo>
                    <a:pt x="3698" y="713"/>
                  </a:lnTo>
                  <a:lnTo>
                    <a:pt x="3700" y="713"/>
                  </a:lnTo>
                  <a:lnTo>
                    <a:pt x="3701" y="713"/>
                  </a:lnTo>
                  <a:lnTo>
                    <a:pt x="3702" y="713"/>
                  </a:lnTo>
                  <a:lnTo>
                    <a:pt x="3703" y="711"/>
                  </a:lnTo>
                  <a:lnTo>
                    <a:pt x="3704" y="707"/>
                  </a:lnTo>
                  <a:lnTo>
                    <a:pt x="3705" y="703"/>
                  </a:lnTo>
                  <a:lnTo>
                    <a:pt x="3707" y="689"/>
                  </a:lnTo>
                  <a:lnTo>
                    <a:pt x="3761" y="222"/>
                  </a:lnTo>
                  <a:lnTo>
                    <a:pt x="3762" y="216"/>
                  </a:lnTo>
                  <a:lnTo>
                    <a:pt x="3763" y="212"/>
                  </a:lnTo>
                  <a:lnTo>
                    <a:pt x="3764" y="210"/>
                  </a:lnTo>
                  <a:lnTo>
                    <a:pt x="3766" y="208"/>
                  </a:lnTo>
                  <a:lnTo>
                    <a:pt x="3767" y="208"/>
                  </a:lnTo>
                  <a:lnTo>
                    <a:pt x="3769" y="208"/>
                  </a:lnTo>
                  <a:lnTo>
                    <a:pt x="3773" y="208"/>
                  </a:lnTo>
                  <a:lnTo>
                    <a:pt x="3777" y="210"/>
                  </a:lnTo>
                  <a:lnTo>
                    <a:pt x="3779" y="212"/>
                  </a:lnTo>
                  <a:lnTo>
                    <a:pt x="3781" y="214"/>
                  </a:lnTo>
                  <a:lnTo>
                    <a:pt x="3782" y="218"/>
                  </a:lnTo>
                  <a:lnTo>
                    <a:pt x="3782" y="222"/>
                  </a:lnTo>
                  <a:lnTo>
                    <a:pt x="3781" y="232"/>
                  </a:lnTo>
                  <a:lnTo>
                    <a:pt x="3726" y="699"/>
                  </a:lnTo>
                  <a:close/>
                  <a:moveTo>
                    <a:pt x="3953" y="753"/>
                  </a:moveTo>
                  <a:lnTo>
                    <a:pt x="3940" y="753"/>
                  </a:lnTo>
                  <a:lnTo>
                    <a:pt x="3934" y="751"/>
                  </a:lnTo>
                  <a:lnTo>
                    <a:pt x="3929" y="749"/>
                  </a:lnTo>
                  <a:lnTo>
                    <a:pt x="3918" y="745"/>
                  </a:lnTo>
                  <a:lnTo>
                    <a:pt x="3908" y="737"/>
                  </a:lnTo>
                  <a:lnTo>
                    <a:pt x="3903" y="733"/>
                  </a:lnTo>
                  <a:lnTo>
                    <a:pt x="3898" y="729"/>
                  </a:lnTo>
                  <a:lnTo>
                    <a:pt x="3890" y="717"/>
                  </a:lnTo>
                  <a:lnTo>
                    <a:pt x="3882" y="705"/>
                  </a:lnTo>
                  <a:lnTo>
                    <a:pt x="3875" y="689"/>
                  </a:lnTo>
                  <a:lnTo>
                    <a:pt x="3872" y="683"/>
                  </a:lnTo>
                  <a:lnTo>
                    <a:pt x="3869" y="673"/>
                  </a:lnTo>
                  <a:lnTo>
                    <a:pt x="3866" y="665"/>
                  </a:lnTo>
                  <a:lnTo>
                    <a:pt x="3864" y="655"/>
                  </a:lnTo>
                  <a:lnTo>
                    <a:pt x="3859" y="635"/>
                  </a:lnTo>
                  <a:lnTo>
                    <a:pt x="3856" y="615"/>
                  </a:lnTo>
                  <a:lnTo>
                    <a:pt x="3853" y="591"/>
                  </a:lnTo>
                  <a:lnTo>
                    <a:pt x="3851" y="567"/>
                  </a:lnTo>
                  <a:lnTo>
                    <a:pt x="3850" y="541"/>
                  </a:lnTo>
                  <a:lnTo>
                    <a:pt x="3849" y="513"/>
                  </a:lnTo>
                  <a:lnTo>
                    <a:pt x="3849" y="443"/>
                  </a:lnTo>
                  <a:lnTo>
                    <a:pt x="3850" y="415"/>
                  </a:lnTo>
                  <a:lnTo>
                    <a:pt x="3851" y="389"/>
                  </a:lnTo>
                  <a:lnTo>
                    <a:pt x="3853" y="363"/>
                  </a:lnTo>
                  <a:lnTo>
                    <a:pt x="3856" y="341"/>
                  </a:lnTo>
                  <a:lnTo>
                    <a:pt x="3857" y="329"/>
                  </a:lnTo>
                  <a:lnTo>
                    <a:pt x="3859" y="319"/>
                  </a:lnTo>
                  <a:lnTo>
                    <a:pt x="3861" y="309"/>
                  </a:lnTo>
                  <a:lnTo>
                    <a:pt x="3864" y="300"/>
                  </a:lnTo>
                  <a:lnTo>
                    <a:pt x="3866" y="290"/>
                  </a:lnTo>
                  <a:lnTo>
                    <a:pt x="3869" y="282"/>
                  </a:lnTo>
                  <a:lnTo>
                    <a:pt x="3875" y="266"/>
                  </a:lnTo>
                  <a:lnTo>
                    <a:pt x="3882" y="252"/>
                  </a:lnTo>
                  <a:lnTo>
                    <a:pt x="3886" y="244"/>
                  </a:lnTo>
                  <a:lnTo>
                    <a:pt x="3890" y="238"/>
                  </a:lnTo>
                  <a:lnTo>
                    <a:pt x="3898" y="228"/>
                  </a:lnTo>
                  <a:lnTo>
                    <a:pt x="3903" y="222"/>
                  </a:lnTo>
                  <a:lnTo>
                    <a:pt x="3908" y="218"/>
                  </a:lnTo>
                  <a:lnTo>
                    <a:pt x="3918" y="212"/>
                  </a:lnTo>
                  <a:lnTo>
                    <a:pt x="3929" y="206"/>
                  </a:lnTo>
                  <a:lnTo>
                    <a:pt x="3934" y="204"/>
                  </a:lnTo>
                  <a:lnTo>
                    <a:pt x="3940" y="204"/>
                  </a:lnTo>
                  <a:lnTo>
                    <a:pt x="3953" y="202"/>
                  </a:lnTo>
                  <a:lnTo>
                    <a:pt x="3965" y="204"/>
                  </a:lnTo>
                  <a:lnTo>
                    <a:pt x="3971" y="204"/>
                  </a:lnTo>
                  <a:lnTo>
                    <a:pt x="3977" y="206"/>
                  </a:lnTo>
                  <a:lnTo>
                    <a:pt x="3988" y="212"/>
                  </a:lnTo>
                  <a:lnTo>
                    <a:pt x="3998" y="218"/>
                  </a:lnTo>
                  <a:lnTo>
                    <a:pt x="4003" y="222"/>
                  </a:lnTo>
                  <a:lnTo>
                    <a:pt x="4007" y="228"/>
                  </a:lnTo>
                  <a:lnTo>
                    <a:pt x="4016" y="238"/>
                  </a:lnTo>
                  <a:lnTo>
                    <a:pt x="4024" y="252"/>
                  </a:lnTo>
                  <a:lnTo>
                    <a:pt x="4031" y="266"/>
                  </a:lnTo>
                  <a:lnTo>
                    <a:pt x="4034" y="274"/>
                  </a:lnTo>
                  <a:lnTo>
                    <a:pt x="4037" y="282"/>
                  </a:lnTo>
                  <a:lnTo>
                    <a:pt x="4039" y="290"/>
                  </a:lnTo>
                  <a:lnTo>
                    <a:pt x="4042" y="300"/>
                  </a:lnTo>
                  <a:lnTo>
                    <a:pt x="4046" y="319"/>
                  </a:lnTo>
                  <a:lnTo>
                    <a:pt x="4050" y="341"/>
                  </a:lnTo>
                  <a:lnTo>
                    <a:pt x="4053" y="363"/>
                  </a:lnTo>
                  <a:lnTo>
                    <a:pt x="4055" y="389"/>
                  </a:lnTo>
                  <a:lnTo>
                    <a:pt x="4056" y="415"/>
                  </a:lnTo>
                  <a:lnTo>
                    <a:pt x="4057" y="443"/>
                  </a:lnTo>
                  <a:lnTo>
                    <a:pt x="4057" y="513"/>
                  </a:lnTo>
                  <a:lnTo>
                    <a:pt x="4056" y="541"/>
                  </a:lnTo>
                  <a:lnTo>
                    <a:pt x="4055" y="567"/>
                  </a:lnTo>
                  <a:lnTo>
                    <a:pt x="4053" y="591"/>
                  </a:lnTo>
                  <a:lnTo>
                    <a:pt x="4050" y="615"/>
                  </a:lnTo>
                  <a:lnTo>
                    <a:pt x="4048" y="625"/>
                  </a:lnTo>
                  <a:lnTo>
                    <a:pt x="4046" y="635"/>
                  </a:lnTo>
                  <a:lnTo>
                    <a:pt x="4044" y="645"/>
                  </a:lnTo>
                  <a:lnTo>
                    <a:pt x="4042" y="655"/>
                  </a:lnTo>
                  <a:lnTo>
                    <a:pt x="4039" y="665"/>
                  </a:lnTo>
                  <a:lnTo>
                    <a:pt x="4037" y="673"/>
                  </a:lnTo>
                  <a:lnTo>
                    <a:pt x="4031" y="689"/>
                  </a:lnTo>
                  <a:lnTo>
                    <a:pt x="4024" y="705"/>
                  </a:lnTo>
                  <a:lnTo>
                    <a:pt x="4020" y="711"/>
                  </a:lnTo>
                  <a:lnTo>
                    <a:pt x="4016" y="717"/>
                  </a:lnTo>
                  <a:lnTo>
                    <a:pt x="4007" y="729"/>
                  </a:lnTo>
                  <a:lnTo>
                    <a:pt x="4003" y="733"/>
                  </a:lnTo>
                  <a:lnTo>
                    <a:pt x="3998" y="737"/>
                  </a:lnTo>
                  <a:lnTo>
                    <a:pt x="3988" y="745"/>
                  </a:lnTo>
                  <a:lnTo>
                    <a:pt x="3977" y="749"/>
                  </a:lnTo>
                  <a:lnTo>
                    <a:pt x="3971" y="751"/>
                  </a:lnTo>
                  <a:lnTo>
                    <a:pt x="3965" y="753"/>
                  </a:lnTo>
                  <a:lnTo>
                    <a:pt x="3953" y="753"/>
                  </a:lnTo>
                  <a:close/>
                  <a:moveTo>
                    <a:pt x="4034" y="443"/>
                  </a:moveTo>
                  <a:lnTo>
                    <a:pt x="4034" y="419"/>
                  </a:lnTo>
                  <a:lnTo>
                    <a:pt x="4033" y="397"/>
                  </a:lnTo>
                  <a:lnTo>
                    <a:pt x="4033" y="387"/>
                  </a:lnTo>
                  <a:lnTo>
                    <a:pt x="4032" y="377"/>
                  </a:lnTo>
                  <a:lnTo>
                    <a:pt x="4030" y="359"/>
                  </a:lnTo>
                  <a:lnTo>
                    <a:pt x="4027" y="341"/>
                  </a:lnTo>
                  <a:lnTo>
                    <a:pt x="4024" y="323"/>
                  </a:lnTo>
                  <a:lnTo>
                    <a:pt x="4020" y="309"/>
                  </a:lnTo>
                  <a:lnTo>
                    <a:pt x="4016" y="296"/>
                  </a:lnTo>
                  <a:lnTo>
                    <a:pt x="4011" y="284"/>
                  </a:lnTo>
                  <a:lnTo>
                    <a:pt x="4008" y="278"/>
                  </a:lnTo>
                  <a:lnTo>
                    <a:pt x="4005" y="272"/>
                  </a:lnTo>
                  <a:lnTo>
                    <a:pt x="3998" y="264"/>
                  </a:lnTo>
                  <a:lnTo>
                    <a:pt x="3994" y="260"/>
                  </a:lnTo>
                  <a:lnTo>
                    <a:pt x="3990" y="256"/>
                  </a:lnTo>
                  <a:lnTo>
                    <a:pt x="3986" y="252"/>
                  </a:lnTo>
                  <a:lnTo>
                    <a:pt x="3982" y="250"/>
                  </a:lnTo>
                  <a:lnTo>
                    <a:pt x="3973" y="246"/>
                  </a:lnTo>
                  <a:lnTo>
                    <a:pt x="3963" y="242"/>
                  </a:lnTo>
                  <a:lnTo>
                    <a:pt x="3953" y="242"/>
                  </a:lnTo>
                  <a:lnTo>
                    <a:pt x="3942" y="242"/>
                  </a:lnTo>
                  <a:lnTo>
                    <a:pt x="3932" y="246"/>
                  </a:lnTo>
                  <a:lnTo>
                    <a:pt x="3928" y="248"/>
                  </a:lnTo>
                  <a:lnTo>
                    <a:pt x="3923" y="250"/>
                  </a:lnTo>
                  <a:lnTo>
                    <a:pt x="3915" y="256"/>
                  </a:lnTo>
                  <a:lnTo>
                    <a:pt x="3908" y="264"/>
                  </a:lnTo>
                  <a:lnTo>
                    <a:pt x="3901" y="272"/>
                  </a:lnTo>
                  <a:lnTo>
                    <a:pt x="3895" y="284"/>
                  </a:lnTo>
                  <a:lnTo>
                    <a:pt x="3890" y="296"/>
                  </a:lnTo>
                  <a:lnTo>
                    <a:pt x="3888" y="301"/>
                  </a:lnTo>
                  <a:lnTo>
                    <a:pt x="3885" y="309"/>
                  </a:lnTo>
                  <a:lnTo>
                    <a:pt x="3882" y="323"/>
                  </a:lnTo>
                  <a:lnTo>
                    <a:pt x="3878" y="341"/>
                  </a:lnTo>
                  <a:lnTo>
                    <a:pt x="3876" y="359"/>
                  </a:lnTo>
                  <a:lnTo>
                    <a:pt x="3874" y="377"/>
                  </a:lnTo>
                  <a:lnTo>
                    <a:pt x="3872" y="397"/>
                  </a:lnTo>
                  <a:lnTo>
                    <a:pt x="3872" y="409"/>
                  </a:lnTo>
                  <a:lnTo>
                    <a:pt x="3872" y="419"/>
                  </a:lnTo>
                  <a:lnTo>
                    <a:pt x="3871" y="443"/>
                  </a:lnTo>
                  <a:lnTo>
                    <a:pt x="3871" y="513"/>
                  </a:lnTo>
                  <a:lnTo>
                    <a:pt x="3872" y="535"/>
                  </a:lnTo>
                  <a:lnTo>
                    <a:pt x="3872" y="557"/>
                  </a:lnTo>
                  <a:lnTo>
                    <a:pt x="3873" y="567"/>
                  </a:lnTo>
                  <a:lnTo>
                    <a:pt x="3874" y="577"/>
                  </a:lnTo>
                  <a:lnTo>
                    <a:pt x="3876" y="597"/>
                  </a:lnTo>
                  <a:lnTo>
                    <a:pt x="3878" y="615"/>
                  </a:lnTo>
                  <a:lnTo>
                    <a:pt x="3882" y="631"/>
                  </a:lnTo>
                  <a:lnTo>
                    <a:pt x="3885" y="645"/>
                  </a:lnTo>
                  <a:lnTo>
                    <a:pt x="3890" y="659"/>
                  </a:lnTo>
                  <a:lnTo>
                    <a:pt x="3895" y="673"/>
                  </a:lnTo>
                  <a:lnTo>
                    <a:pt x="3898" y="677"/>
                  </a:lnTo>
                  <a:lnTo>
                    <a:pt x="3901" y="683"/>
                  </a:lnTo>
                  <a:lnTo>
                    <a:pt x="3908" y="693"/>
                  </a:lnTo>
                  <a:lnTo>
                    <a:pt x="3911" y="697"/>
                  </a:lnTo>
                  <a:lnTo>
                    <a:pt x="3915" y="699"/>
                  </a:lnTo>
                  <a:lnTo>
                    <a:pt x="3919" y="703"/>
                  </a:lnTo>
                  <a:lnTo>
                    <a:pt x="3923" y="707"/>
                  </a:lnTo>
                  <a:lnTo>
                    <a:pt x="3932" y="711"/>
                  </a:lnTo>
                  <a:lnTo>
                    <a:pt x="3942" y="713"/>
                  </a:lnTo>
                  <a:lnTo>
                    <a:pt x="3953" y="713"/>
                  </a:lnTo>
                  <a:lnTo>
                    <a:pt x="3963" y="713"/>
                  </a:lnTo>
                  <a:lnTo>
                    <a:pt x="3973" y="711"/>
                  </a:lnTo>
                  <a:lnTo>
                    <a:pt x="3978" y="709"/>
                  </a:lnTo>
                  <a:lnTo>
                    <a:pt x="3982" y="707"/>
                  </a:lnTo>
                  <a:lnTo>
                    <a:pt x="3990" y="699"/>
                  </a:lnTo>
                  <a:lnTo>
                    <a:pt x="3998" y="693"/>
                  </a:lnTo>
                  <a:lnTo>
                    <a:pt x="4005" y="683"/>
                  </a:lnTo>
                  <a:lnTo>
                    <a:pt x="4011" y="673"/>
                  </a:lnTo>
                  <a:lnTo>
                    <a:pt x="4016" y="659"/>
                  </a:lnTo>
                  <a:lnTo>
                    <a:pt x="4018" y="653"/>
                  </a:lnTo>
                  <a:lnTo>
                    <a:pt x="4020" y="645"/>
                  </a:lnTo>
                  <a:lnTo>
                    <a:pt x="4024" y="631"/>
                  </a:lnTo>
                  <a:lnTo>
                    <a:pt x="4027" y="615"/>
                  </a:lnTo>
                  <a:lnTo>
                    <a:pt x="4030" y="597"/>
                  </a:lnTo>
                  <a:lnTo>
                    <a:pt x="4032" y="577"/>
                  </a:lnTo>
                  <a:lnTo>
                    <a:pt x="4033" y="557"/>
                  </a:lnTo>
                  <a:lnTo>
                    <a:pt x="4034" y="547"/>
                  </a:lnTo>
                  <a:lnTo>
                    <a:pt x="4034" y="535"/>
                  </a:lnTo>
                  <a:lnTo>
                    <a:pt x="4034" y="513"/>
                  </a:lnTo>
                  <a:lnTo>
                    <a:pt x="4034" y="443"/>
                  </a:lnTo>
                  <a:close/>
                  <a:moveTo>
                    <a:pt x="4237" y="242"/>
                  </a:moveTo>
                  <a:lnTo>
                    <a:pt x="4230" y="242"/>
                  </a:lnTo>
                  <a:lnTo>
                    <a:pt x="4222" y="244"/>
                  </a:lnTo>
                  <a:lnTo>
                    <a:pt x="4215" y="246"/>
                  </a:lnTo>
                  <a:lnTo>
                    <a:pt x="4206" y="250"/>
                  </a:lnTo>
                  <a:lnTo>
                    <a:pt x="4197" y="258"/>
                  </a:lnTo>
                  <a:lnTo>
                    <a:pt x="4188" y="266"/>
                  </a:lnTo>
                  <a:lnTo>
                    <a:pt x="4178" y="276"/>
                  </a:lnTo>
                  <a:lnTo>
                    <a:pt x="4167" y="288"/>
                  </a:lnTo>
                  <a:lnTo>
                    <a:pt x="4167" y="729"/>
                  </a:lnTo>
                  <a:lnTo>
                    <a:pt x="4167" y="731"/>
                  </a:lnTo>
                  <a:lnTo>
                    <a:pt x="4167" y="735"/>
                  </a:lnTo>
                  <a:lnTo>
                    <a:pt x="4164" y="741"/>
                  </a:lnTo>
                  <a:lnTo>
                    <a:pt x="4161" y="745"/>
                  </a:lnTo>
                  <a:lnTo>
                    <a:pt x="4158" y="747"/>
                  </a:lnTo>
                  <a:lnTo>
                    <a:pt x="4155" y="747"/>
                  </a:lnTo>
                  <a:lnTo>
                    <a:pt x="4152" y="745"/>
                  </a:lnTo>
                  <a:lnTo>
                    <a:pt x="4147" y="741"/>
                  </a:lnTo>
                  <a:lnTo>
                    <a:pt x="4145" y="735"/>
                  </a:lnTo>
                  <a:lnTo>
                    <a:pt x="4144" y="729"/>
                  </a:lnTo>
                  <a:lnTo>
                    <a:pt x="4144" y="228"/>
                  </a:lnTo>
                  <a:lnTo>
                    <a:pt x="4144" y="224"/>
                  </a:lnTo>
                  <a:lnTo>
                    <a:pt x="4145" y="220"/>
                  </a:lnTo>
                  <a:lnTo>
                    <a:pt x="4147" y="214"/>
                  </a:lnTo>
                  <a:lnTo>
                    <a:pt x="4149" y="210"/>
                  </a:lnTo>
                  <a:lnTo>
                    <a:pt x="4150" y="210"/>
                  </a:lnTo>
                  <a:lnTo>
                    <a:pt x="4152" y="208"/>
                  </a:lnTo>
                  <a:lnTo>
                    <a:pt x="4154" y="208"/>
                  </a:lnTo>
                  <a:lnTo>
                    <a:pt x="4158" y="208"/>
                  </a:lnTo>
                  <a:lnTo>
                    <a:pt x="4160" y="208"/>
                  </a:lnTo>
                  <a:lnTo>
                    <a:pt x="4162" y="210"/>
                  </a:lnTo>
                  <a:lnTo>
                    <a:pt x="4164" y="210"/>
                  </a:lnTo>
                  <a:lnTo>
                    <a:pt x="4165" y="214"/>
                  </a:lnTo>
                  <a:lnTo>
                    <a:pt x="4166" y="216"/>
                  </a:lnTo>
                  <a:lnTo>
                    <a:pt x="4167" y="220"/>
                  </a:lnTo>
                  <a:lnTo>
                    <a:pt x="4167" y="224"/>
                  </a:lnTo>
                  <a:lnTo>
                    <a:pt x="4167" y="228"/>
                  </a:lnTo>
                  <a:lnTo>
                    <a:pt x="4167" y="248"/>
                  </a:lnTo>
                  <a:lnTo>
                    <a:pt x="4177" y="238"/>
                  </a:lnTo>
                  <a:lnTo>
                    <a:pt x="4181" y="232"/>
                  </a:lnTo>
                  <a:lnTo>
                    <a:pt x="4186" y="228"/>
                  </a:lnTo>
                  <a:lnTo>
                    <a:pt x="4194" y="220"/>
                  </a:lnTo>
                  <a:lnTo>
                    <a:pt x="4203" y="214"/>
                  </a:lnTo>
                  <a:lnTo>
                    <a:pt x="4211" y="208"/>
                  </a:lnTo>
                  <a:lnTo>
                    <a:pt x="4220" y="206"/>
                  </a:lnTo>
                  <a:lnTo>
                    <a:pt x="4228" y="204"/>
                  </a:lnTo>
                  <a:lnTo>
                    <a:pt x="4237" y="202"/>
                  </a:lnTo>
                  <a:lnTo>
                    <a:pt x="4243" y="204"/>
                  </a:lnTo>
                  <a:lnTo>
                    <a:pt x="4245" y="204"/>
                  </a:lnTo>
                  <a:lnTo>
                    <a:pt x="4247" y="206"/>
                  </a:lnTo>
                  <a:lnTo>
                    <a:pt x="4249" y="208"/>
                  </a:lnTo>
                  <a:lnTo>
                    <a:pt x="4250" y="210"/>
                  </a:lnTo>
                  <a:lnTo>
                    <a:pt x="4251" y="214"/>
                  </a:lnTo>
                  <a:lnTo>
                    <a:pt x="4251" y="218"/>
                  </a:lnTo>
                  <a:lnTo>
                    <a:pt x="4251" y="226"/>
                  </a:lnTo>
                  <a:lnTo>
                    <a:pt x="4251" y="230"/>
                  </a:lnTo>
                  <a:lnTo>
                    <a:pt x="4250" y="234"/>
                  </a:lnTo>
                  <a:lnTo>
                    <a:pt x="4249" y="236"/>
                  </a:lnTo>
                  <a:lnTo>
                    <a:pt x="4247" y="238"/>
                  </a:lnTo>
                  <a:lnTo>
                    <a:pt x="4243" y="242"/>
                  </a:lnTo>
                  <a:lnTo>
                    <a:pt x="4237" y="242"/>
                  </a:lnTo>
                  <a:close/>
                  <a:moveTo>
                    <a:pt x="4344" y="753"/>
                  </a:moveTo>
                  <a:lnTo>
                    <a:pt x="4339" y="753"/>
                  </a:lnTo>
                  <a:lnTo>
                    <a:pt x="4335" y="751"/>
                  </a:lnTo>
                  <a:lnTo>
                    <a:pt x="4333" y="747"/>
                  </a:lnTo>
                  <a:lnTo>
                    <a:pt x="4331" y="741"/>
                  </a:lnTo>
                  <a:lnTo>
                    <a:pt x="4330" y="735"/>
                  </a:lnTo>
                  <a:lnTo>
                    <a:pt x="4330" y="20"/>
                  </a:lnTo>
                  <a:lnTo>
                    <a:pt x="4331" y="16"/>
                  </a:lnTo>
                  <a:lnTo>
                    <a:pt x="4331" y="12"/>
                  </a:lnTo>
                  <a:lnTo>
                    <a:pt x="4333" y="6"/>
                  </a:lnTo>
                  <a:lnTo>
                    <a:pt x="4334" y="4"/>
                  </a:lnTo>
                  <a:lnTo>
                    <a:pt x="4335" y="2"/>
                  </a:lnTo>
                  <a:lnTo>
                    <a:pt x="4339" y="0"/>
                  </a:lnTo>
                  <a:lnTo>
                    <a:pt x="4344" y="0"/>
                  </a:lnTo>
                  <a:lnTo>
                    <a:pt x="4347" y="2"/>
                  </a:lnTo>
                  <a:lnTo>
                    <a:pt x="4350" y="6"/>
                  </a:lnTo>
                  <a:lnTo>
                    <a:pt x="4352" y="12"/>
                  </a:lnTo>
                  <a:lnTo>
                    <a:pt x="4353" y="20"/>
                  </a:lnTo>
                  <a:lnTo>
                    <a:pt x="4353" y="735"/>
                  </a:lnTo>
                  <a:lnTo>
                    <a:pt x="4352" y="737"/>
                  </a:lnTo>
                  <a:lnTo>
                    <a:pt x="4352" y="741"/>
                  </a:lnTo>
                  <a:lnTo>
                    <a:pt x="4350" y="747"/>
                  </a:lnTo>
                  <a:lnTo>
                    <a:pt x="4349" y="749"/>
                  </a:lnTo>
                  <a:lnTo>
                    <a:pt x="4347" y="751"/>
                  </a:lnTo>
                  <a:lnTo>
                    <a:pt x="4344" y="7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0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066AA960-BA64-4BEB-B4C1-6A3D54D66B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9188" y="1992313"/>
              <a:ext cx="7424738" cy="1890713"/>
            </a:xfrm>
            <a:custGeom>
              <a:avLst/>
              <a:gdLst>
                <a:gd name="T0" fmla="*/ 3621 w 4677"/>
                <a:gd name="T1" fmla="*/ 1718 h 2381"/>
                <a:gd name="T2" fmla="*/ 3722 w 4677"/>
                <a:gd name="T3" fmla="*/ 1115 h 2381"/>
                <a:gd name="T4" fmla="*/ 3550 w 4677"/>
                <a:gd name="T5" fmla="*/ 549 h 2381"/>
                <a:gd name="T6" fmla="*/ 3192 w 4677"/>
                <a:gd name="T7" fmla="*/ 463 h 2381"/>
                <a:gd name="T8" fmla="*/ 2956 w 4677"/>
                <a:gd name="T9" fmla="*/ 927 h 2381"/>
                <a:gd name="T10" fmla="*/ 2980 w 4677"/>
                <a:gd name="T11" fmla="*/ 1566 h 2381"/>
                <a:gd name="T12" fmla="*/ 3268 w 4677"/>
                <a:gd name="T13" fmla="*/ 1966 h 2381"/>
                <a:gd name="T14" fmla="*/ 3592 w 4677"/>
                <a:gd name="T15" fmla="*/ 118 h 2381"/>
                <a:gd name="T16" fmla="*/ 3866 w 4677"/>
                <a:gd name="T17" fmla="*/ 623 h 2381"/>
                <a:gd name="T18" fmla="*/ 3937 w 4677"/>
                <a:gd name="T19" fmla="*/ 1313 h 2381"/>
                <a:gd name="T20" fmla="*/ 3826 w 4677"/>
                <a:gd name="T21" fmla="*/ 1880 h 2381"/>
                <a:gd name="T22" fmla="*/ 3493 w 4677"/>
                <a:gd name="T23" fmla="*/ 2335 h 2381"/>
                <a:gd name="T24" fmla="*/ 3087 w 4677"/>
                <a:gd name="T25" fmla="*/ 2287 h 2381"/>
                <a:gd name="T26" fmla="*/ 2817 w 4677"/>
                <a:gd name="T27" fmla="*/ 1856 h 2381"/>
                <a:gd name="T28" fmla="*/ 2713 w 4677"/>
                <a:gd name="T29" fmla="*/ 1129 h 2381"/>
                <a:gd name="T30" fmla="*/ 2808 w 4677"/>
                <a:gd name="T31" fmla="*/ 549 h 2381"/>
                <a:gd name="T32" fmla="*/ 3129 w 4677"/>
                <a:gd name="T33" fmla="*/ 64 h 2381"/>
                <a:gd name="T34" fmla="*/ 3421 w 4677"/>
                <a:gd name="T35" fmla="*/ 1049 h 2381"/>
                <a:gd name="T36" fmla="*/ 3421 w 4677"/>
                <a:gd name="T37" fmla="*/ 1333 h 2381"/>
                <a:gd name="T38" fmla="*/ 3242 w 4677"/>
                <a:gd name="T39" fmla="*/ 1349 h 2381"/>
                <a:gd name="T40" fmla="*/ 3228 w 4677"/>
                <a:gd name="T41" fmla="*/ 1067 h 2381"/>
                <a:gd name="T42" fmla="*/ 555 w 4677"/>
                <a:gd name="T43" fmla="*/ 1834 h 2381"/>
                <a:gd name="T44" fmla="*/ 612 w 4677"/>
                <a:gd name="T45" fmla="*/ 2108 h 2381"/>
                <a:gd name="T46" fmla="*/ 110 w 4677"/>
                <a:gd name="T47" fmla="*/ 2246 h 2381"/>
                <a:gd name="T48" fmla="*/ 1 w 4677"/>
                <a:gd name="T49" fmla="*/ 2038 h 2381"/>
                <a:gd name="T50" fmla="*/ 71 w 4677"/>
                <a:gd name="T51" fmla="*/ 248 h 2381"/>
                <a:gd name="T52" fmla="*/ 236 w 4677"/>
                <a:gd name="T53" fmla="*/ 362 h 2381"/>
                <a:gd name="T54" fmla="*/ 1549 w 4677"/>
                <a:gd name="T55" fmla="*/ 2130 h 2381"/>
                <a:gd name="T56" fmla="*/ 1385 w 4677"/>
                <a:gd name="T57" fmla="*/ 2230 h 2381"/>
                <a:gd name="T58" fmla="*/ 1267 w 4677"/>
                <a:gd name="T59" fmla="*/ 1802 h 2381"/>
                <a:gd name="T60" fmla="*/ 870 w 4677"/>
                <a:gd name="T61" fmla="*/ 1966 h 2381"/>
                <a:gd name="T62" fmla="*/ 737 w 4677"/>
                <a:gd name="T63" fmla="*/ 2254 h 2381"/>
                <a:gd name="T64" fmla="*/ 631 w 4677"/>
                <a:gd name="T65" fmla="*/ 2036 h 2381"/>
                <a:gd name="T66" fmla="*/ 983 w 4677"/>
                <a:gd name="T67" fmla="*/ 298 h 2381"/>
                <a:gd name="T68" fmla="*/ 1183 w 4677"/>
                <a:gd name="T69" fmla="*/ 270 h 2381"/>
                <a:gd name="T70" fmla="*/ 1518 w 4677"/>
                <a:gd name="T71" fmla="*/ 1800 h 2381"/>
                <a:gd name="T72" fmla="*/ 2713 w 4677"/>
                <a:gd name="T73" fmla="*/ 1772 h 2381"/>
                <a:gd name="T74" fmla="*/ 2756 w 4677"/>
                <a:gd name="T75" fmla="*/ 2192 h 2381"/>
                <a:gd name="T76" fmla="*/ 2601 w 4677"/>
                <a:gd name="T77" fmla="*/ 2212 h 2381"/>
                <a:gd name="T78" fmla="*/ 2295 w 4677"/>
                <a:gd name="T79" fmla="*/ 2116 h 2381"/>
                <a:gd name="T80" fmla="*/ 2171 w 4677"/>
                <a:gd name="T81" fmla="*/ 2254 h 2381"/>
                <a:gd name="T82" fmla="*/ 1817 w 4677"/>
                <a:gd name="T83" fmla="*/ 1908 h 2381"/>
                <a:gd name="T84" fmla="*/ 1699 w 4677"/>
                <a:gd name="T85" fmla="*/ 2250 h 2381"/>
                <a:gd name="T86" fmla="*/ 1571 w 4677"/>
                <a:gd name="T87" fmla="*/ 2070 h 2381"/>
                <a:gd name="T88" fmla="*/ 1737 w 4677"/>
                <a:gd name="T89" fmla="*/ 342 h 2381"/>
                <a:gd name="T90" fmla="*/ 1904 w 4677"/>
                <a:gd name="T91" fmla="*/ 254 h 2381"/>
                <a:gd name="T92" fmla="*/ 2358 w 4677"/>
                <a:gd name="T93" fmla="*/ 424 h 2381"/>
                <a:gd name="T94" fmla="*/ 2539 w 4677"/>
                <a:gd name="T95" fmla="*/ 248 h 2381"/>
                <a:gd name="T96" fmla="*/ 2653 w 4677"/>
                <a:gd name="T97" fmla="*/ 479 h 2381"/>
                <a:gd name="T98" fmla="*/ 4671 w 4677"/>
                <a:gd name="T99" fmla="*/ 1960 h 2381"/>
                <a:gd name="T100" fmla="*/ 4605 w 4677"/>
                <a:gd name="T101" fmla="*/ 2234 h 2381"/>
                <a:gd name="T102" fmla="*/ 4165 w 4677"/>
                <a:gd name="T103" fmla="*/ 1432 h 2381"/>
                <a:gd name="T104" fmla="*/ 4071 w 4677"/>
                <a:gd name="T105" fmla="*/ 2250 h 2381"/>
                <a:gd name="T106" fmla="*/ 3928 w 4677"/>
                <a:gd name="T107" fmla="*/ 2112 h 2381"/>
                <a:gd name="T108" fmla="*/ 4007 w 4677"/>
                <a:gd name="T109" fmla="*/ 1279 h 2381"/>
                <a:gd name="T110" fmla="*/ 3920 w 4677"/>
                <a:gd name="T111" fmla="*/ 539 h 2381"/>
                <a:gd name="T112" fmla="*/ 4023 w 4677"/>
                <a:gd name="T113" fmla="*/ 248 h 2381"/>
                <a:gd name="T114" fmla="*/ 4515 w 4677"/>
                <a:gd name="T115" fmla="*/ 336 h 2381"/>
                <a:gd name="T116" fmla="*/ 4656 w 4677"/>
                <a:gd name="T117" fmla="*/ 695 h 2381"/>
                <a:gd name="T118" fmla="*/ 4629 w 4677"/>
                <a:gd name="T119" fmla="*/ 1161 h 2381"/>
                <a:gd name="T120" fmla="*/ 4579 w 4677"/>
                <a:gd name="T121" fmla="*/ 1722 h 2381"/>
                <a:gd name="T122" fmla="*/ 4394 w 4677"/>
                <a:gd name="T123" fmla="*/ 1025 h 2381"/>
                <a:gd name="T124" fmla="*/ 4391 w 4677"/>
                <a:gd name="T125" fmla="*/ 711 h 2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77" h="2381">
                  <a:moveTo>
                    <a:pt x="3328" y="1974"/>
                  </a:moveTo>
                  <a:lnTo>
                    <a:pt x="3348" y="1974"/>
                  </a:lnTo>
                  <a:lnTo>
                    <a:pt x="3358" y="1972"/>
                  </a:lnTo>
                  <a:lnTo>
                    <a:pt x="3368" y="1970"/>
                  </a:lnTo>
                  <a:lnTo>
                    <a:pt x="3388" y="1966"/>
                  </a:lnTo>
                  <a:lnTo>
                    <a:pt x="3408" y="1958"/>
                  </a:lnTo>
                  <a:lnTo>
                    <a:pt x="3427" y="1950"/>
                  </a:lnTo>
                  <a:lnTo>
                    <a:pt x="3445" y="1940"/>
                  </a:lnTo>
                  <a:lnTo>
                    <a:pt x="3464" y="1926"/>
                  </a:lnTo>
                  <a:lnTo>
                    <a:pt x="3482" y="1912"/>
                  </a:lnTo>
                  <a:lnTo>
                    <a:pt x="3499" y="1898"/>
                  </a:lnTo>
                  <a:lnTo>
                    <a:pt x="3517" y="1880"/>
                  </a:lnTo>
                  <a:lnTo>
                    <a:pt x="3534" y="1862"/>
                  </a:lnTo>
                  <a:lnTo>
                    <a:pt x="3550" y="1840"/>
                  </a:lnTo>
                  <a:lnTo>
                    <a:pt x="3565" y="1820"/>
                  </a:lnTo>
                  <a:lnTo>
                    <a:pt x="3580" y="1796"/>
                  </a:lnTo>
                  <a:lnTo>
                    <a:pt x="3587" y="1784"/>
                  </a:lnTo>
                  <a:lnTo>
                    <a:pt x="3595" y="1772"/>
                  </a:lnTo>
                  <a:lnTo>
                    <a:pt x="3608" y="1746"/>
                  </a:lnTo>
                  <a:lnTo>
                    <a:pt x="3621" y="1718"/>
                  </a:lnTo>
                  <a:lnTo>
                    <a:pt x="3628" y="1704"/>
                  </a:lnTo>
                  <a:lnTo>
                    <a:pt x="3634" y="1690"/>
                  </a:lnTo>
                  <a:lnTo>
                    <a:pt x="3645" y="1660"/>
                  </a:lnTo>
                  <a:lnTo>
                    <a:pt x="3657" y="1630"/>
                  </a:lnTo>
                  <a:lnTo>
                    <a:pt x="3667" y="1598"/>
                  </a:lnTo>
                  <a:lnTo>
                    <a:pt x="3676" y="1566"/>
                  </a:lnTo>
                  <a:lnTo>
                    <a:pt x="3685" y="1532"/>
                  </a:lnTo>
                  <a:lnTo>
                    <a:pt x="3693" y="1498"/>
                  </a:lnTo>
                  <a:lnTo>
                    <a:pt x="3700" y="1462"/>
                  </a:lnTo>
                  <a:lnTo>
                    <a:pt x="3706" y="1426"/>
                  </a:lnTo>
                  <a:lnTo>
                    <a:pt x="3709" y="1408"/>
                  </a:lnTo>
                  <a:lnTo>
                    <a:pt x="3712" y="1390"/>
                  </a:lnTo>
                  <a:lnTo>
                    <a:pt x="3716" y="1353"/>
                  </a:lnTo>
                  <a:lnTo>
                    <a:pt x="3719" y="1313"/>
                  </a:lnTo>
                  <a:lnTo>
                    <a:pt x="3722" y="1275"/>
                  </a:lnTo>
                  <a:lnTo>
                    <a:pt x="3723" y="1235"/>
                  </a:lnTo>
                  <a:lnTo>
                    <a:pt x="3724" y="1195"/>
                  </a:lnTo>
                  <a:lnTo>
                    <a:pt x="3723" y="1155"/>
                  </a:lnTo>
                  <a:lnTo>
                    <a:pt x="3723" y="1135"/>
                  </a:lnTo>
                  <a:lnTo>
                    <a:pt x="3722" y="1115"/>
                  </a:lnTo>
                  <a:lnTo>
                    <a:pt x="3719" y="1077"/>
                  </a:lnTo>
                  <a:lnTo>
                    <a:pt x="3716" y="1037"/>
                  </a:lnTo>
                  <a:lnTo>
                    <a:pt x="3714" y="1019"/>
                  </a:lnTo>
                  <a:lnTo>
                    <a:pt x="3712" y="1001"/>
                  </a:lnTo>
                  <a:lnTo>
                    <a:pt x="3706" y="963"/>
                  </a:lnTo>
                  <a:lnTo>
                    <a:pt x="3700" y="927"/>
                  </a:lnTo>
                  <a:lnTo>
                    <a:pt x="3693" y="891"/>
                  </a:lnTo>
                  <a:lnTo>
                    <a:pt x="3685" y="857"/>
                  </a:lnTo>
                  <a:lnTo>
                    <a:pt x="3676" y="823"/>
                  </a:lnTo>
                  <a:lnTo>
                    <a:pt x="3667" y="791"/>
                  </a:lnTo>
                  <a:lnTo>
                    <a:pt x="3657" y="759"/>
                  </a:lnTo>
                  <a:lnTo>
                    <a:pt x="3645" y="729"/>
                  </a:lnTo>
                  <a:lnTo>
                    <a:pt x="3634" y="699"/>
                  </a:lnTo>
                  <a:lnTo>
                    <a:pt x="3621" y="671"/>
                  </a:lnTo>
                  <a:lnTo>
                    <a:pt x="3615" y="657"/>
                  </a:lnTo>
                  <a:lnTo>
                    <a:pt x="3608" y="643"/>
                  </a:lnTo>
                  <a:lnTo>
                    <a:pt x="3595" y="617"/>
                  </a:lnTo>
                  <a:lnTo>
                    <a:pt x="3580" y="593"/>
                  </a:lnTo>
                  <a:lnTo>
                    <a:pt x="3565" y="569"/>
                  </a:lnTo>
                  <a:lnTo>
                    <a:pt x="3550" y="549"/>
                  </a:lnTo>
                  <a:lnTo>
                    <a:pt x="3534" y="527"/>
                  </a:lnTo>
                  <a:lnTo>
                    <a:pt x="3517" y="509"/>
                  </a:lnTo>
                  <a:lnTo>
                    <a:pt x="3499" y="491"/>
                  </a:lnTo>
                  <a:lnTo>
                    <a:pt x="3482" y="477"/>
                  </a:lnTo>
                  <a:lnTo>
                    <a:pt x="3464" y="463"/>
                  </a:lnTo>
                  <a:lnTo>
                    <a:pt x="3445" y="451"/>
                  </a:lnTo>
                  <a:lnTo>
                    <a:pt x="3427" y="440"/>
                  </a:lnTo>
                  <a:lnTo>
                    <a:pt x="3408" y="432"/>
                  </a:lnTo>
                  <a:lnTo>
                    <a:pt x="3388" y="424"/>
                  </a:lnTo>
                  <a:lnTo>
                    <a:pt x="3368" y="420"/>
                  </a:lnTo>
                  <a:lnTo>
                    <a:pt x="3348" y="418"/>
                  </a:lnTo>
                  <a:lnTo>
                    <a:pt x="3328" y="416"/>
                  </a:lnTo>
                  <a:lnTo>
                    <a:pt x="3308" y="418"/>
                  </a:lnTo>
                  <a:lnTo>
                    <a:pt x="3298" y="418"/>
                  </a:lnTo>
                  <a:lnTo>
                    <a:pt x="3288" y="420"/>
                  </a:lnTo>
                  <a:lnTo>
                    <a:pt x="3268" y="424"/>
                  </a:lnTo>
                  <a:lnTo>
                    <a:pt x="3248" y="432"/>
                  </a:lnTo>
                  <a:lnTo>
                    <a:pt x="3229" y="440"/>
                  </a:lnTo>
                  <a:lnTo>
                    <a:pt x="3211" y="451"/>
                  </a:lnTo>
                  <a:lnTo>
                    <a:pt x="3192" y="463"/>
                  </a:lnTo>
                  <a:lnTo>
                    <a:pt x="3174" y="477"/>
                  </a:lnTo>
                  <a:lnTo>
                    <a:pt x="3156" y="491"/>
                  </a:lnTo>
                  <a:lnTo>
                    <a:pt x="3139" y="509"/>
                  </a:lnTo>
                  <a:lnTo>
                    <a:pt x="3122" y="527"/>
                  </a:lnTo>
                  <a:lnTo>
                    <a:pt x="3106" y="549"/>
                  </a:lnTo>
                  <a:lnTo>
                    <a:pt x="3091" y="569"/>
                  </a:lnTo>
                  <a:lnTo>
                    <a:pt x="3076" y="593"/>
                  </a:lnTo>
                  <a:lnTo>
                    <a:pt x="3069" y="605"/>
                  </a:lnTo>
                  <a:lnTo>
                    <a:pt x="3062" y="617"/>
                  </a:lnTo>
                  <a:lnTo>
                    <a:pt x="3048" y="643"/>
                  </a:lnTo>
                  <a:lnTo>
                    <a:pt x="3035" y="671"/>
                  </a:lnTo>
                  <a:lnTo>
                    <a:pt x="3029" y="685"/>
                  </a:lnTo>
                  <a:lnTo>
                    <a:pt x="3022" y="699"/>
                  </a:lnTo>
                  <a:lnTo>
                    <a:pt x="3011" y="729"/>
                  </a:lnTo>
                  <a:lnTo>
                    <a:pt x="3000" y="759"/>
                  </a:lnTo>
                  <a:lnTo>
                    <a:pt x="2989" y="791"/>
                  </a:lnTo>
                  <a:lnTo>
                    <a:pt x="2980" y="823"/>
                  </a:lnTo>
                  <a:lnTo>
                    <a:pt x="2971" y="857"/>
                  </a:lnTo>
                  <a:lnTo>
                    <a:pt x="2963" y="891"/>
                  </a:lnTo>
                  <a:lnTo>
                    <a:pt x="2956" y="927"/>
                  </a:lnTo>
                  <a:lnTo>
                    <a:pt x="2950" y="963"/>
                  </a:lnTo>
                  <a:lnTo>
                    <a:pt x="2947" y="981"/>
                  </a:lnTo>
                  <a:lnTo>
                    <a:pt x="2945" y="1001"/>
                  </a:lnTo>
                  <a:lnTo>
                    <a:pt x="2940" y="1037"/>
                  </a:lnTo>
                  <a:lnTo>
                    <a:pt x="2937" y="1077"/>
                  </a:lnTo>
                  <a:lnTo>
                    <a:pt x="2934" y="1115"/>
                  </a:lnTo>
                  <a:lnTo>
                    <a:pt x="2933" y="1155"/>
                  </a:lnTo>
                  <a:lnTo>
                    <a:pt x="2932" y="1195"/>
                  </a:lnTo>
                  <a:lnTo>
                    <a:pt x="2933" y="1235"/>
                  </a:lnTo>
                  <a:lnTo>
                    <a:pt x="2933" y="1255"/>
                  </a:lnTo>
                  <a:lnTo>
                    <a:pt x="2934" y="1275"/>
                  </a:lnTo>
                  <a:lnTo>
                    <a:pt x="2937" y="1313"/>
                  </a:lnTo>
                  <a:lnTo>
                    <a:pt x="2940" y="1353"/>
                  </a:lnTo>
                  <a:lnTo>
                    <a:pt x="2942" y="1370"/>
                  </a:lnTo>
                  <a:lnTo>
                    <a:pt x="2945" y="1390"/>
                  </a:lnTo>
                  <a:lnTo>
                    <a:pt x="2950" y="1426"/>
                  </a:lnTo>
                  <a:lnTo>
                    <a:pt x="2956" y="1462"/>
                  </a:lnTo>
                  <a:lnTo>
                    <a:pt x="2963" y="1498"/>
                  </a:lnTo>
                  <a:lnTo>
                    <a:pt x="2971" y="1532"/>
                  </a:lnTo>
                  <a:lnTo>
                    <a:pt x="2980" y="1566"/>
                  </a:lnTo>
                  <a:lnTo>
                    <a:pt x="2989" y="1598"/>
                  </a:lnTo>
                  <a:lnTo>
                    <a:pt x="3000" y="1630"/>
                  </a:lnTo>
                  <a:lnTo>
                    <a:pt x="3011" y="1660"/>
                  </a:lnTo>
                  <a:lnTo>
                    <a:pt x="3022" y="1690"/>
                  </a:lnTo>
                  <a:lnTo>
                    <a:pt x="3035" y="1718"/>
                  </a:lnTo>
                  <a:lnTo>
                    <a:pt x="3041" y="1732"/>
                  </a:lnTo>
                  <a:lnTo>
                    <a:pt x="3048" y="1746"/>
                  </a:lnTo>
                  <a:lnTo>
                    <a:pt x="3062" y="1772"/>
                  </a:lnTo>
                  <a:lnTo>
                    <a:pt x="3076" y="1796"/>
                  </a:lnTo>
                  <a:lnTo>
                    <a:pt x="3091" y="1820"/>
                  </a:lnTo>
                  <a:lnTo>
                    <a:pt x="3106" y="1840"/>
                  </a:lnTo>
                  <a:lnTo>
                    <a:pt x="3122" y="1862"/>
                  </a:lnTo>
                  <a:lnTo>
                    <a:pt x="3139" y="1880"/>
                  </a:lnTo>
                  <a:lnTo>
                    <a:pt x="3156" y="1898"/>
                  </a:lnTo>
                  <a:lnTo>
                    <a:pt x="3174" y="1912"/>
                  </a:lnTo>
                  <a:lnTo>
                    <a:pt x="3192" y="1926"/>
                  </a:lnTo>
                  <a:lnTo>
                    <a:pt x="3211" y="1940"/>
                  </a:lnTo>
                  <a:lnTo>
                    <a:pt x="3229" y="1950"/>
                  </a:lnTo>
                  <a:lnTo>
                    <a:pt x="3248" y="1958"/>
                  </a:lnTo>
                  <a:lnTo>
                    <a:pt x="3268" y="1966"/>
                  </a:lnTo>
                  <a:lnTo>
                    <a:pt x="3288" y="1970"/>
                  </a:lnTo>
                  <a:lnTo>
                    <a:pt x="3308" y="1974"/>
                  </a:lnTo>
                  <a:lnTo>
                    <a:pt x="3328" y="1974"/>
                  </a:lnTo>
                  <a:close/>
                  <a:moveTo>
                    <a:pt x="3326" y="0"/>
                  </a:moveTo>
                  <a:lnTo>
                    <a:pt x="3357" y="2"/>
                  </a:lnTo>
                  <a:lnTo>
                    <a:pt x="3373" y="4"/>
                  </a:lnTo>
                  <a:lnTo>
                    <a:pt x="3388" y="8"/>
                  </a:lnTo>
                  <a:lnTo>
                    <a:pt x="3404" y="10"/>
                  </a:lnTo>
                  <a:lnTo>
                    <a:pt x="3419" y="14"/>
                  </a:lnTo>
                  <a:lnTo>
                    <a:pt x="3434" y="20"/>
                  </a:lnTo>
                  <a:lnTo>
                    <a:pt x="3449" y="26"/>
                  </a:lnTo>
                  <a:lnTo>
                    <a:pt x="3464" y="32"/>
                  </a:lnTo>
                  <a:lnTo>
                    <a:pt x="3479" y="38"/>
                  </a:lnTo>
                  <a:lnTo>
                    <a:pt x="3493" y="46"/>
                  </a:lnTo>
                  <a:lnTo>
                    <a:pt x="3509" y="54"/>
                  </a:lnTo>
                  <a:lnTo>
                    <a:pt x="3537" y="74"/>
                  </a:lnTo>
                  <a:lnTo>
                    <a:pt x="3551" y="84"/>
                  </a:lnTo>
                  <a:lnTo>
                    <a:pt x="3565" y="94"/>
                  </a:lnTo>
                  <a:lnTo>
                    <a:pt x="3579" y="106"/>
                  </a:lnTo>
                  <a:lnTo>
                    <a:pt x="3592" y="118"/>
                  </a:lnTo>
                  <a:lnTo>
                    <a:pt x="3605" y="132"/>
                  </a:lnTo>
                  <a:lnTo>
                    <a:pt x="3619" y="144"/>
                  </a:lnTo>
                  <a:lnTo>
                    <a:pt x="3631" y="158"/>
                  </a:lnTo>
                  <a:lnTo>
                    <a:pt x="3644" y="174"/>
                  </a:lnTo>
                  <a:lnTo>
                    <a:pt x="3669" y="204"/>
                  </a:lnTo>
                  <a:lnTo>
                    <a:pt x="3681" y="220"/>
                  </a:lnTo>
                  <a:lnTo>
                    <a:pt x="3693" y="238"/>
                  </a:lnTo>
                  <a:lnTo>
                    <a:pt x="3705" y="254"/>
                  </a:lnTo>
                  <a:lnTo>
                    <a:pt x="3716" y="272"/>
                  </a:lnTo>
                  <a:lnTo>
                    <a:pt x="3727" y="292"/>
                  </a:lnTo>
                  <a:lnTo>
                    <a:pt x="3738" y="310"/>
                  </a:lnTo>
                  <a:lnTo>
                    <a:pt x="3760" y="350"/>
                  </a:lnTo>
                  <a:lnTo>
                    <a:pt x="3770" y="370"/>
                  </a:lnTo>
                  <a:lnTo>
                    <a:pt x="3780" y="392"/>
                  </a:lnTo>
                  <a:lnTo>
                    <a:pt x="3799" y="434"/>
                  </a:lnTo>
                  <a:lnTo>
                    <a:pt x="3808" y="455"/>
                  </a:lnTo>
                  <a:lnTo>
                    <a:pt x="3817" y="479"/>
                  </a:lnTo>
                  <a:lnTo>
                    <a:pt x="3834" y="525"/>
                  </a:lnTo>
                  <a:lnTo>
                    <a:pt x="3851" y="573"/>
                  </a:lnTo>
                  <a:lnTo>
                    <a:pt x="3866" y="623"/>
                  </a:lnTo>
                  <a:lnTo>
                    <a:pt x="3873" y="649"/>
                  </a:lnTo>
                  <a:lnTo>
                    <a:pt x="3879" y="675"/>
                  </a:lnTo>
                  <a:lnTo>
                    <a:pt x="3886" y="701"/>
                  </a:lnTo>
                  <a:lnTo>
                    <a:pt x="3892" y="727"/>
                  </a:lnTo>
                  <a:lnTo>
                    <a:pt x="3903" y="781"/>
                  </a:lnTo>
                  <a:lnTo>
                    <a:pt x="3908" y="809"/>
                  </a:lnTo>
                  <a:lnTo>
                    <a:pt x="3912" y="837"/>
                  </a:lnTo>
                  <a:lnTo>
                    <a:pt x="3916" y="865"/>
                  </a:lnTo>
                  <a:lnTo>
                    <a:pt x="3920" y="893"/>
                  </a:lnTo>
                  <a:lnTo>
                    <a:pt x="3924" y="921"/>
                  </a:lnTo>
                  <a:lnTo>
                    <a:pt x="3927" y="951"/>
                  </a:lnTo>
                  <a:lnTo>
                    <a:pt x="3933" y="1009"/>
                  </a:lnTo>
                  <a:lnTo>
                    <a:pt x="3937" y="1069"/>
                  </a:lnTo>
                  <a:lnTo>
                    <a:pt x="3938" y="1099"/>
                  </a:lnTo>
                  <a:lnTo>
                    <a:pt x="3939" y="1129"/>
                  </a:lnTo>
                  <a:lnTo>
                    <a:pt x="3940" y="1161"/>
                  </a:lnTo>
                  <a:lnTo>
                    <a:pt x="3940" y="1191"/>
                  </a:lnTo>
                  <a:lnTo>
                    <a:pt x="3939" y="1253"/>
                  </a:lnTo>
                  <a:lnTo>
                    <a:pt x="3938" y="1283"/>
                  </a:lnTo>
                  <a:lnTo>
                    <a:pt x="3937" y="1313"/>
                  </a:lnTo>
                  <a:lnTo>
                    <a:pt x="3935" y="1343"/>
                  </a:lnTo>
                  <a:lnTo>
                    <a:pt x="3933" y="1372"/>
                  </a:lnTo>
                  <a:lnTo>
                    <a:pt x="3930" y="1400"/>
                  </a:lnTo>
                  <a:lnTo>
                    <a:pt x="3927" y="1430"/>
                  </a:lnTo>
                  <a:lnTo>
                    <a:pt x="3924" y="1458"/>
                  </a:lnTo>
                  <a:lnTo>
                    <a:pt x="3920" y="1488"/>
                  </a:lnTo>
                  <a:lnTo>
                    <a:pt x="3916" y="1516"/>
                  </a:lnTo>
                  <a:lnTo>
                    <a:pt x="3912" y="1544"/>
                  </a:lnTo>
                  <a:lnTo>
                    <a:pt x="3903" y="1600"/>
                  </a:lnTo>
                  <a:lnTo>
                    <a:pt x="3897" y="1626"/>
                  </a:lnTo>
                  <a:lnTo>
                    <a:pt x="3892" y="1654"/>
                  </a:lnTo>
                  <a:lnTo>
                    <a:pt x="3886" y="1680"/>
                  </a:lnTo>
                  <a:lnTo>
                    <a:pt x="3879" y="1706"/>
                  </a:lnTo>
                  <a:lnTo>
                    <a:pt x="3873" y="1732"/>
                  </a:lnTo>
                  <a:lnTo>
                    <a:pt x="3866" y="1758"/>
                  </a:lnTo>
                  <a:lnTo>
                    <a:pt x="3859" y="1782"/>
                  </a:lnTo>
                  <a:lnTo>
                    <a:pt x="3851" y="1808"/>
                  </a:lnTo>
                  <a:lnTo>
                    <a:pt x="3843" y="1832"/>
                  </a:lnTo>
                  <a:lnTo>
                    <a:pt x="3834" y="1856"/>
                  </a:lnTo>
                  <a:lnTo>
                    <a:pt x="3826" y="1880"/>
                  </a:lnTo>
                  <a:lnTo>
                    <a:pt x="3817" y="1902"/>
                  </a:lnTo>
                  <a:lnTo>
                    <a:pt x="3808" y="1926"/>
                  </a:lnTo>
                  <a:lnTo>
                    <a:pt x="3799" y="1948"/>
                  </a:lnTo>
                  <a:lnTo>
                    <a:pt x="3780" y="1990"/>
                  </a:lnTo>
                  <a:lnTo>
                    <a:pt x="3770" y="2012"/>
                  </a:lnTo>
                  <a:lnTo>
                    <a:pt x="3760" y="2032"/>
                  </a:lnTo>
                  <a:lnTo>
                    <a:pt x="3738" y="2072"/>
                  </a:lnTo>
                  <a:lnTo>
                    <a:pt x="3727" y="2090"/>
                  </a:lnTo>
                  <a:lnTo>
                    <a:pt x="3716" y="2110"/>
                  </a:lnTo>
                  <a:lnTo>
                    <a:pt x="3693" y="2144"/>
                  </a:lnTo>
                  <a:lnTo>
                    <a:pt x="3681" y="2162"/>
                  </a:lnTo>
                  <a:lnTo>
                    <a:pt x="3669" y="2178"/>
                  </a:lnTo>
                  <a:lnTo>
                    <a:pt x="3644" y="2208"/>
                  </a:lnTo>
                  <a:lnTo>
                    <a:pt x="3619" y="2238"/>
                  </a:lnTo>
                  <a:lnTo>
                    <a:pt x="3592" y="2264"/>
                  </a:lnTo>
                  <a:lnTo>
                    <a:pt x="3565" y="2287"/>
                  </a:lnTo>
                  <a:lnTo>
                    <a:pt x="3537" y="2307"/>
                  </a:lnTo>
                  <a:lnTo>
                    <a:pt x="3523" y="2317"/>
                  </a:lnTo>
                  <a:lnTo>
                    <a:pt x="3509" y="2327"/>
                  </a:lnTo>
                  <a:lnTo>
                    <a:pt x="3493" y="2335"/>
                  </a:lnTo>
                  <a:lnTo>
                    <a:pt x="3479" y="2343"/>
                  </a:lnTo>
                  <a:lnTo>
                    <a:pt x="3449" y="2355"/>
                  </a:lnTo>
                  <a:lnTo>
                    <a:pt x="3434" y="2361"/>
                  </a:lnTo>
                  <a:lnTo>
                    <a:pt x="3419" y="2367"/>
                  </a:lnTo>
                  <a:lnTo>
                    <a:pt x="3388" y="2373"/>
                  </a:lnTo>
                  <a:lnTo>
                    <a:pt x="3357" y="2379"/>
                  </a:lnTo>
                  <a:lnTo>
                    <a:pt x="3326" y="2381"/>
                  </a:lnTo>
                  <a:lnTo>
                    <a:pt x="3294" y="2379"/>
                  </a:lnTo>
                  <a:lnTo>
                    <a:pt x="3279" y="2377"/>
                  </a:lnTo>
                  <a:lnTo>
                    <a:pt x="3263" y="2373"/>
                  </a:lnTo>
                  <a:lnTo>
                    <a:pt x="3248" y="2371"/>
                  </a:lnTo>
                  <a:lnTo>
                    <a:pt x="3233" y="2367"/>
                  </a:lnTo>
                  <a:lnTo>
                    <a:pt x="3218" y="2361"/>
                  </a:lnTo>
                  <a:lnTo>
                    <a:pt x="3203" y="2355"/>
                  </a:lnTo>
                  <a:lnTo>
                    <a:pt x="3188" y="2349"/>
                  </a:lnTo>
                  <a:lnTo>
                    <a:pt x="3173" y="2343"/>
                  </a:lnTo>
                  <a:lnTo>
                    <a:pt x="3143" y="2327"/>
                  </a:lnTo>
                  <a:lnTo>
                    <a:pt x="3115" y="2307"/>
                  </a:lnTo>
                  <a:lnTo>
                    <a:pt x="3101" y="2297"/>
                  </a:lnTo>
                  <a:lnTo>
                    <a:pt x="3087" y="2287"/>
                  </a:lnTo>
                  <a:lnTo>
                    <a:pt x="3073" y="2275"/>
                  </a:lnTo>
                  <a:lnTo>
                    <a:pt x="3060" y="2264"/>
                  </a:lnTo>
                  <a:lnTo>
                    <a:pt x="3046" y="2250"/>
                  </a:lnTo>
                  <a:lnTo>
                    <a:pt x="3033" y="2238"/>
                  </a:lnTo>
                  <a:lnTo>
                    <a:pt x="3020" y="2224"/>
                  </a:lnTo>
                  <a:lnTo>
                    <a:pt x="3008" y="2208"/>
                  </a:lnTo>
                  <a:lnTo>
                    <a:pt x="2983" y="2178"/>
                  </a:lnTo>
                  <a:lnTo>
                    <a:pt x="2971" y="2162"/>
                  </a:lnTo>
                  <a:lnTo>
                    <a:pt x="2959" y="2144"/>
                  </a:lnTo>
                  <a:lnTo>
                    <a:pt x="2947" y="2126"/>
                  </a:lnTo>
                  <a:lnTo>
                    <a:pt x="2936" y="2110"/>
                  </a:lnTo>
                  <a:lnTo>
                    <a:pt x="2925" y="2090"/>
                  </a:lnTo>
                  <a:lnTo>
                    <a:pt x="2914" y="2072"/>
                  </a:lnTo>
                  <a:lnTo>
                    <a:pt x="2892" y="2032"/>
                  </a:lnTo>
                  <a:lnTo>
                    <a:pt x="2882" y="2012"/>
                  </a:lnTo>
                  <a:lnTo>
                    <a:pt x="2872" y="1990"/>
                  </a:lnTo>
                  <a:lnTo>
                    <a:pt x="2853" y="1948"/>
                  </a:lnTo>
                  <a:lnTo>
                    <a:pt x="2844" y="1926"/>
                  </a:lnTo>
                  <a:lnTo>
                    <a:pt x="2834" y="1902"/>
                  </a:lnTo>
                  <a:lnTo>
                    <a:pt x="2817" y="1856"/>
                  </a:lnTo>
                  <a:lnTo>
                    <a:pt x="2801" y="1808"/>
                  </a:lnTo>
                  <a:lnTo>
                    <a:pt x="2786" y="1758"/>
                  </a:lnTo>
                  <a:lnTo>
                    <a:pt x="2779" y="1732"/>
                  </a:lnTo>
                  <a:lnTo>
                    <a:pt x="2772" y="1706"/>
                  </a:lnTo>
                  <a:lnTo>
                    <a:pt x="2766" y="1680"/>
                  </a:lnTo>
                  <a:lnTo>
                    <a:pt x="2760" y="1654"/>
                  </a:lnTo>
                  <a:lnTo>
                    <a:pt x="2749" y="1600"/>
                  </a:lnTo>
                  <a:lnTo>
                    <a:pt x="2744" y="1572"/>
                  </a:lnTo>
                  <a:lnTo>
                    <a:pt x="2740" y="1544"/>
                  </a:lnTo>
                  <a:lnTo>
                    <a:pt x="2735" y="1516"/>
                  </a:lnTo>
                  <a:lnTo>
                    <a:pt x="2731" y="1488"/>
                  </a:lnTo>
                  <a:lnTo>
                    <a:pt x="2728" y="1458"/>
                  </a:lnTo>
                  <a:lnTo>
                    <a:pt x="2725" y="1430"/>
                  </a:lnTo>
                  <a:lnTo>
                    <a:pt x="2719" y="1372"/>
                  </a:lnTo>
                  <a:lnTo>
                    <a:pt x="2715" y="1313"/>
                  </a:lnTo>
                  <a:lnTo>
                    <a:pt x="2714" y="1283"/>
                  </a:lnTo>
                  <a:lnTo>
                    <a:pt x="2713" y="1253"/>
                  </a:lnTo>
                  <a:lnTo>
                    <a:pt x="2712" y="1221"/>
                  </a:lnTo>
                  <a:lnTo>
                    <a:pt x="2712" y="1191"/>
                  </a:lnTo>
                  <a:lnTo>
                    <a:pt x="2713" y="1129"/>
                  </a:lnTo>
                  <a:lnTo>
                    <a:pt x="2714" y="1099"/>
                  </a:lnTo>
                  <a:lnTo>
                    <a:pt x="2715" y="1069"/>
                  </a:lnTo>
                  <a:lnTo>
                    <a:pt x="2717" y="1039"/>
                  </a:lnTo>
                  <a:lnTo>
                    <a:pt x="2719" y="1009"/>
                  </a:lnTo>
                  <a:lnTo>
                    <a:pt x="2722" y="981"/>
                  </a:lnTo>
                  <a:lnTo>
                    <a:pt x="2725" y="951"/>
                  </a:lnTo>
                  <a:lnTo>
                    <a:pt x="2728" y="921"/>
                  </a:lnTo>
                  <a:lnTo>
                    <a:pt x="2731" y="893"/>
                  </a:lnTo>
                  <a:lnTo>
                    <a:pt x="2735" y="865"/>
                  </a:lnTo>
                  <a:lnTo>
                    <a:pt x="2740" y="837"/>
                  </a:lnTo>
                  <a:lnTo>
                    <a:pt x="2749" y="781"/>
                  </a:lnTo>
                  <a:lnTo>
                    <a:pt x="2755" y="755"/>
                  </a:lnTo>
                  <a:lnTo>
                    <a:pt x="2760" y="727"/>
                  </a:lnTo>
                  <a:lnTo>
                    <a:pt x="2766" y="701"/>
                  </a:lnTo>
                  <a:lnTo>
                    <a:pt x="2772" y="675"/>
                  </a:lnTo>
                  <a:lnTo>
                    <a:pt x="2779" y="649"/>
                  </a:lnTo>
                  <a:lnTo>
                    <a:pt x="2786" y="623"/>
                  </a:lnTo>
                  <a:lnTo>
                    <a:pt x="2793" y="599"/>
                  </a:lnTo>
                  <a:lnTo>
                    <a:pt x="2801" y="573"/>
                  </a:lnTo>
                  <a:lnTo>
                    <a:pt x="2808" y="549"/>
                  </a:lnTo>
                  <a:lnTo>
                    <a:pt x="2817" y="525"/>
                  </a:lnTo>
                  <a:lnTo>
                    <a:pt x="2825" y="501"/>
                  </a:lnTo>
                  <a:lnTo>
                    <a:pt x="2834" y="479"/>
                  </a:lnTo>
                  <a:lnTo>
                    <a:pt x="2844" y="455"/>
                  </a:lnTo>
                  <a:lnTo>
                    <a:pt x="2853" y="434"/>
                  </a:lnTo>
                  <a:lnTo>
                    <a:pt x="2872" y="392"/>
                  </a:lnTo>
                  <a:lnTo>
                    <a:pt x="2882" y="370"/>
                  </a:lnTo>
                  <a:lnTo>
                    <a:pt x="2892" y="350"/>
                  </a:lnTo>
                  <a:lnTo>
                    <a:pt x="2914" y="310"/>
                  </a:lnTo>
                  <a:lnTo>
                    <a:pt x="2925" y="292"/>
                  </a:lnTo>
                  <a:lnTo>
                    <a:pt x="2936" y="272"/>
                  </a:lnTo>
                  <a:lnTo>
                    <a:pt x="2959" y="238"/>
                  </a:lnTo>
                  <a:lnTo>
                    <a:pt x="2971" y="220"/>
                  </a:lnTo>
                  <a:lnTo>
                    <a:pt x="2983" y="204"/>
                  </a:lnTo>
                  <a:lnTo>
                    <a:pt x="3008" y="174"/>
                  </a:lnTo>
                  <a:lnTo>
                    <a:pt x="3033" y="144"/>
                  </a:lnTo>
                  <a:lnTo>
                    <a:pt x="3060" y="118"/>
                  </a:lnTo>
                  <a:lnTo>
                    <a:pt x="3087" y="94"/>
                  </a:lnTo>
                  <a:lnTo>
                    <a:pt x="3115" y="74"/>
                  </a:lnTo>
                  <a:lnTo>
                    <a:pt x="3129" y="64"/>
                  </a:lnTo>
                  <a:lnTo>
                    <a:pt x="3143" y="54"/>
                  </a:lnTo>
                  <a:lnTo>
                    <a:pt x="3157" y="46"/>
                  </a:lnTo>
                  <a:lnTo>
                    <a:pt x="3173" y="38"/>
                  </a:lnTo>
                  <a:lnTo>
                    <a:pt x="3203" y="26"/>
                  </a:lnTo>
                  <a:lnTo>
                    <a:pt x="3218" y="20"/>
                  </a:lnTo>
                  <a:lnTo>
                    <a:pt x="3233" y="14"/>
                  </a:lnTo>
                  <a:lnTo>
                    <a:pt x="3263" y="8"/>
                  </a:lnTo>
                  <a:lnTo>
                    <a:pt x="3294" y="2"/>
                  </a:lnTo>
                  <a:lnTo>
                    <a:pt x="3326" y="0"/>
                  </a:lnTo>
                  <a:close/>
                  <a:moveTo>
                    <a:pt x="3328" y="969"/>
                  </a:moveTo>
                  <a:lnTo>
                    <a:pt x="3340" y="969"/>
                  </a:lnTo>
                  <a:lnTo>
                    <a:pt x="3352" y="973"/>
                  </a:lnTo>
                  <a:lnTo>
                    <a:pt x="3363" y="979"/>
                  </a:lnTo>
                  <a:lnTo>
                    <a:pt x="3369" y="983"/>
                  </a:lnTo>
                  <a:lnTo>
                    <a:pt x="3375" y="987"/>
                  </a:lnTo>
                  <a:lnTo>
                    <a:pt x="3385" y="995"/>
                  </a:lnTo>
                  <a:lnTo>
                    <a:pt x="3395" y="1007"/>
                  </a:lnTo>
                  <a:lnTo>
                    <a:pt x="3404" y="1019"/>
                  </a:lnTo>
                  <a:lnTo>
                    <a:pt x="3413" y="1033"/>
                  </a:lnTo>
                  <a:lnTo>
                    <a:pt x="3421" y="1049"/>
                  </a:lnTo>
                  <a:lnTo>
                    <a:pt x="3428" y="1067"/>
                  </a:lnTo>
                  <a:lnTo>
                    <a:pt x="3431" y="1075"/>
                  </a:lnTo>
                  <a:lnTo>
                    <a:pt x="3434" y="1085"/>
                  </a:lnTo>
                  <a:lnTo>
                    <a:pt x="3439" y="1105"/>
                  </a:lnTo>
                  <a:lnTo>
                    <a:pt x="3441" y="1115"/>
                  </a:lnTo>
                  <a:lnTo>
                    <a:pt x="3443" y="1125"/>
                  </a:lnTo>
                  <a:lnTo>
                    <a:pt x="3444" y="1135"/>
                  </a:lnTo>
                  <a:lnTo>
                    <a:pt x="3446" y="1147"/>
                  </a:lnTo>
                  <a:lnTo>
                    <a:pt x="3447" y="1157"/>
                  </a:lnTo>
                  <a:lnTo>
                    <a:pt x="3447" y="1169"/>
                  </a:lnTo>
                  <a:lnTo>
                    <a:pt x="3448" y="1179"/>
                  </a:lnTo>
                  <a:lnTo>
                    <a:pt x="3448" y="1191"/>
                  </a:lnTo>
                  <a:lnTo>
                    <a:pt x="3447" y="1213"/>
                  </a:lnTo>
                  <a:lnTo>
                    <a:pt x="3446" y="1235"/>
                  </a:lnTo>
                  <a:lnTo>
                    <a:pt x="3443" y="1257"/>
                  </a:lnTo>
                  <a:lnTo>
                    <a:pt x="3439" y="1277"/>
                  </a:lnTo>
                  <a:lnTo>
                    <a:pt x="3434" y="1297"/>
                  </a:lnTo>
                  <a:lnTo>
                    <a:pt x="3431" y="1307"/>
                  </a:lnTo>
                  <a:lnTo>
                    <a:pt x="3428" y="1315"/>
                  </a:lnTo>
                  <a:lnTo>
                    <a:pt x="3421" y="1333"/>
                  </a:lnTo>
                  <a:lnTo>
                    <a:pt x="3413" y="1349"/>
                  </a:lnTo>
                  <a:lnTo>
                    <a:pt x="3404" y="1362"/>
                  </a:lnTo>
                  <a:lnTo>
                    <a:pt x="3395" y="1374"/>
                  </a:lnTo>
                  <a:lnTo>
                    <a:pt x="3385" y="1386"/>
                  </a:lnTo>
                  <a:lnTo>
                    <a:pt x="3375" y="1394"/>
                  </a:lnTo>
                  <a:lnTo>
                    <a:pt x="3369" y="1398"/>
                  </a:lnTo>
                  <a:lnTo>
                    <a:pt x="3363" y="1402"/>
                  </a:lnTo>
                  <a:lnTo>
                    <a:pt x="3352" y="1408"/>
                  </a:lnTo>
                  <a:lnTo>
                    <a:pt x="3340" y="1412"/>
                  </a:lnTo>
                  <a:lnTo>
                    <a:pt x="3334" y="1412"/>
                  </a:lnTo>
                  <a:lnTo>
                    <a:pt x="3328" y="1412"/>
                  </a:lnTo>
                  <a:lnTo>
                    <a:pt x="3315" y="1412"/>
                  </a:lnTo>
                  <a:lnTo>
                    <a:pt x="3303" y="1408"/>
                  </a:lnTo>
                  <a:lnTo>
                    <a:pt x="3292" y="1402"/>
                  </a:lnTo>
                  <a:lnTo>
                    <a:pt x="3286" y="1398"/>
                  </a:lnTo>
                  <a:lnTo>
                    <a:pt x="3281" y="1394"/>
                  </a:lnTo>
                  <a:lnTo>
                    <a:pt x="3270" y="1386"/>
                  </a:lnTo>
                  <a:lnTo>
                    <a:pt x="3260" y="1374"/>
                  </a:lnTo>
                  <a:lnTo>
                    <a:pt x="3251" y="1362"/>
                  </a:lnTo>
                  <a:lnTo>
                    <a:pt x="3242" y="1349"/>
                  </a:lnTo>
                  <a:lnTo>
                    <a:pt x="3235" y="1333"/>
                  </a:lnTo>
                  <a:lnTo>
                    <a:pt x="3228" y="1315"/>
                  </a:lnTo>
                  <a:lnTo>
                    <a:pt x="3225" y="1307"/>
                  </a:lnTo>
                  <a:lnTo>
                    <a:pt x="3222" y="1297"/>
                  </a:lnTo>
                  <a:lnTo>
                    <a:pt x="3217" y="1277"/>
                  </a:lnTo>
                  <a:lnTo>
                    <a:pt x="3215" y="1267"/>
                  </a:lnTo>
                  <a:lnTo>
                    <a:pt x="3213" y="1257"/>
                  </a:lnTo>
                  <a:lnTo>
                    <a:pt x="3211" y="1247"/>
                  </a:lnTo>
                  <a:lnTo>
                    <a:pt x="3210" y="1235"/>
                  </a:lnTo>
                  <a:lnTo>
                    <a:pt x="3209" y="1225"/>
                  </a:lnTo>
                  <a:lnTo>
                    <a:pt x="3208" y="1213"/>
                  </a:lnTo>
                  <a:lnTo>
                    <a:pt x="3207" y="1203"/>
                  </a:lnTo>
                  <a:lnTo>
                    <a:pt x="3207" y="1191"/>
                  </a:lnTo>
                  <a:lnTo>
                    <a:pt x="3208" y="1169"/>
                  </a:lnTo>
                  <a:lnTo>
                    <a:pt x="3210" y="1147"/>
                  </a:lnTo>
                  <a:lnTo>
                    <a:pt x="3213" y="1125"/>
                  </a:lnTo>
                  <a:lnTo>
                    <a:pt x="3217" y="1105"/>
                  </a:lnTo>
                  <a:lnTo>
                    <a:pt x="3222" y="1085"/>
                  </a:lnTo>
                  <a:lnTo>
                    <a:pt x="3225" y="1075"/>
                  </a:lnTo>
                  <a:lnTo>
                    <a:pt x="3228" y="1067"/>
                  </a:lnTo>
                  <a:lnTo>
                    <a:pt x="3235" y="1049"/>
                  </a:lnTo>
                  <a:lnTo>
                    <a:pt x="3242" y="1033"/>
                  </a:lnTo>
                  <a:lnTo>
                    <a:pt x="3251" y="1019"/>
                  </a:lnTo>
                  <a:lnTo>
                    <a:pt x="3260" y="1007"/>
                  </a:lnTo>
                  <a:lnTo>
                    <a:pt x="3270" y="995"/>
                  </a:lnTo>
                  <a:lnTo>
                    <a:pt x="3281" y="987"/>
                  </a:lnTo>
                  <a:lnTo>
                    <a:pt x="3286" y="983"/>
                  </a:lnTo>
                  <a:lnTo>
                    <a:pt x="3292" y="979"/>
                  </a:lnTo>
                  <a:lnTo>
                    <a:pt x="3303" y="973"/>
                  </a:lnTo>
                  <a:lnTo>
                    <a:pt x="3315" y="969"/>
                  </a:lnTo>
                  <a:lnTo>
                    <a:pt x="3321" y="969"/>
                  </a:lnTo>
                  <a:lnTo>
                    <a:pt x="3328" y="969"/>
                  </a:lnTo>
                  <a:close/>
                  <a:moveTo>
                    <a:pt x="485" y="1812"/>
                  </a:moveTo>
                  <a:lnTo>
                    <a:pt x="502" y="1814"/>
                  </a:lnTo>
                  <a:lnTo>
                    <a:pt x="517" y="1816"/>
                  </a:lnTo>
                  <a:lnTo>
                    <a:pt x="524" y="1818"/>
                  </a:lnTo>
                  <a:lnTo>
                    <a:pt x="530" y="1820"/>
                  </a:lnTo>
                  <a:lnTo>
                    <a:pt x="537" y="1824"/>
                  </a:lnTo>
                  <a:lnTo>
                    <a:pt x="543" y="1826"/>
                  </a:lnTo>
                  <a:lnTo>
                    <a:pt x="555" y="1834"/>
                  </a:lnTo>
                  <a:lnTo>
                    <a:pt x="565" y="1844"/>
                  </a:lnTo>
                  <a:lnTo>
                    <a:pt x="570" y="1850"/>
                  </a:lnTo>
                  <a:lnTo>
                    <a:pt x="575" y="1856"/>
                  </a:lnTo>
                  <a:lnTo>
                    <a:pt x="584" y="1868"/>
                  </a:lnTo>
                  <a:lnTo>
                    <a:pt x="588" y="1876"/>
                  </a:lnTo>
                  <a:lnTo>
                    <a:pt x="591" y="1884"/>
                  </a:lnTo>
                  <a:lnTo>
                    <a:pt x="598" y="1900"/>
                  </a:lnTo>
                  <a:lnTo>
                    <a:pt x="601" y="1908"/>
                  </a:lnTo>
                  <a:lnTo>
                    <a:pt x="603" y="1918"/>
                  </a:lnTo>
                  <a:lnTo>
                    <a:pt x="606" y="1928"/>
                  </a:lnTo>
                  <a:lnTo>
                    <a:pt x="608" y="1938"/>
                  </a:lnTo>
                  <a:lnTo>
                    <a:pt x="612" y="1960"/>
                  </a:lnTo>
                  <a:lnTo>
                    <a:pt x="614" y="1984"/>
                  </a:lnTo>
                  <a:lnTo>
                    <a:pt x="615" y="1996"/>
                  </a:lnTo>
                  <a:lnTo>
                    <a:pt x="616" y="2008"/>
                  </a:lnTo>
                  <a:lnTo>
                    <a:pt x="616" y="2036"/>
                  </a:lnTo>
                  <a:lnTo>
                    <a:pt x="616" y="2062"/>
                  </a:lnTo>
                  <a:lnTo>
                    <a:pt x="615" y="2074"/>
                  </a:lnTo>
                  <a:lnTo>
                    <a:pt x="614" y="2086"/>
                  </a:lnTo>
                  <a:lnTo>
                    <a:pt x="612" y="2108"/>
                  </a:lnTo>
                  <a:lnTo>
                    <a:pt x="608" y="2128"/>
                  </a:lnTo>
                  <a:lnTo>
                    <a:pt x="606" y="2138"/>
                  </a:lnTo>
                  <a:lnTo>
                    <a:pt x="603" y="2148"/>
                  </a:lnTo>
                  <a:lnTo>
                    <a:pt x="598" y="2164"/>
                  </a:lnTo>
                  <a:lnTo>
                    <a:pt x="591" y="2180"/>
                  </a:lnTo>
                  <a:lnTo>
                    <a:pt x="588" y="2188"/>
                  </a:lnTo>
                  <a:lnTo>
                    <a:pt x="584" y="2194"/>
                  </a:lnTo>
                  <a:lnTo>
                    <a:pt x="575" y="2206"/>
                  </a:lnTo>
                  <a:lnTo>
                    <a:pt x="570" y="2212"/>
                  </a:lnTo>
                  <a:lnTo>
                    <a:pt x="565" y="2218"/>
                  </a:lnTo>
                  <a:lnTo>
                    <a:pt x="560" y="2222"/>
                  </a:lnTo>
                  <a:lnTo>
                    <a:pt x="555" y="2226"/>
                  </a:lnTo>
                  <a:lnTo>
                    <a:pt x="543" y="2234"/>
                  </a:lnTo>
                  <a:lnTo>
                    <a:pt x="530" y="2240"/>
                  </a:lnTo>
                  <a:lnTo>
                    <a:pt x="517" y="2244"/>
                  </a:lnTo>
                  <a:lnTo>
                    <a:pt x="502" y="2246"/>
                  </a:lnTo>
                  <a:lnTo>
                    <a:pt x="485" y="2248"/>
                  </a:lnTo>
                  <a:lnTo>
                    <a:pt x="135" y="2248"/>
                  </a:lnTo>
                  <a:lnTo>
                    <a:pt x="118" y="2246"/>
                  </a:lnTo>
                  <a:lnTo>
                    <a:pt x="110" y="2246"/>
                  </a:lnTo>
                  <a:lnTo>
                    <a:pt x="103" y="2244"/>
                  </a:lnTo>
                  <a:lnTo>
                    <a:pt x="89" y="2238"/>
                  </a:lnTo>
                  <a:lnTo>
                    <a:pt x="76" y="2232"/>
                  </a:lnTo>
                  <a:lnTo>
                    <a:pt x="70" y="2228"/>
                  </a:lnTo>
                  <a:lnTo>
                    <a:pt x="64" y="2222"/>
                  </a:lnTo>
                  <a:lnTo>
                    <a:pt x="53" y="2212"/>
                  </a:lnTo>
                  <a:lnTo>
                    <a:pt x="43" y="2198"/>
                  </a:lnTo>
                  <a:lnTo>
                    <a:pt x="38" y="2192"/>
                  </a:lnTo>
                  <a:lnTo>
                    <a:pt x="34" y="2184"/>
                  </a:lnTo>
                  <a:lnTo>
                    <a:pt x="30" y="2176"/>
                  </a:lnTo>
                  <a:lnTo>
                    <a:pt x="26" y="2166"/>
                  </a:lnTo>
                  <a:lnTo>
                    <a:pt x="22" y="2158"/>
                  </a:lnTo>
                  <a:lnTo>
                    <a:pt x="19" y="2148"/>
                  </a:lnTo>
                  <a:lnTo>
                    <a:pt x="13" y="2126"/>
                  </a:lnTo>
                  <a:lnTo>
                    <a:pt x="9" y="2104"/>
                  </a:lnTo>
                  <a:lnTo>
                    <a:pt x="7" y="2092"/>
                  </a:lnTo>
                  <a:lnTo>
                    <a:pt x="5" y="2078"/>
                  </a:lnTo>
                  <a:lnTo>
                    <a:pt x="3" y="2066"/>
                  </a:lnTo>
                  <a:lnTo>
                    <a:pt x="2" y="2052"/>
                  </a:lnTo>
                  <a:lnTo>
                    <a:pt x="1" y="2038"/>
                  </a:lnTo>
                  <a:lnTo>
                    <a:pt x="1" y="2022"/>
                  </a:lnTo>
                  <a:lnTo>
                    <a:pt x="0" y="1992"/>
                  </a:lnTo>
                  <a:lnTo>
                    <a:pt x="0" y="479"/>
                  </a:lnTo>
                  <a:lnTo>
                    <a:pt x="1" y="450"/>
                  </a:lnTo>
                  <a:lnTo>
                    <a:pt x="1" y="436"/>
                  </a:lnTo>
                  <a:lnTo>
                    <a:pt x="2" y="422"/>
                  </a:lnTo>
                  <a:lnTo>
                    <a:pt x="5" y="398"/>
                  </a:lnTo>
                  <a:lnTo>
                    <a:pt x="8" y="374"/>
                  </a:lnTo>
                  <a:lnTo>
                    <a:pt x="10" y="362"/>
                  </a:lnTo>
                  <a:lnTo>
                    <a:pt x="13" y="352"/>
                  </a:lnTo>
                  <a:lnTo>
                    <a:pt x="18" y="332"/>
                  </a:lnTo>
                  <a:lnTo>
                    <a:pt x="25" y="312"/>
                  </a:lnTo>
                  <a:lnTo>
                    <a:pt x="28" y="304"/>
                  </a:lnTo>
                  <a:lnTo>
                    <a:pt x="32" y="296"/>
                  </a:lnTo>
                  <a:lnTo>
                    <a:pt x="36" y="288"/>
                  </a:lnTo>
                  <a:lnTo>
                    <a:pt x="41" y="280"/>
                  </a:lnTo>
                  <a:lnTo>
                    <a:pt x="50" y="268"/>
                  </a:lnTo>
                  <a:lnTo>
                    <a:pt x="60" y="256"/>
                  </a:lnTo>
                  <a:lnTo>
                    <a:pt x="65" y="252"/>
                  </a:lnTo>
                  <a:lnTo>
                    <a:pt x="71" y="248"/>
                  </a:lnTo>
                  <a:lnTo>
                    <a:pt x="83" y="240"/>
                  </a:lnTo>
                  <a:lnTo>
                    <a:pt x="96" y="236"/>
                  </a:lnTo>
                  <a:lnTo>
                    <a:pt x="109" y="232"/>
                  </a:lnTo>
                  <a:lnTo>
                    <a:pt x="124" y="232"/>
                  </a:lnTo>
                  <a:lnTo>
                    <a:pt x="138" y="232"/>
                  </a:lnTo>
                  <a:lnTo>
                    <a:pt x="144" y="234"/>
                  </a:lnTo>
                  <a:lnTo>
                    <a:pt x="151" y="236"/>
                  </a:lnTo>
                  <a:lnTo>
                    <a:pt x="163" y="240"/>
                  </a:lnTo>
                  <a:lnTo>
                    <a:pt x="176" y="248"/>
                  </a:lnTo>
                  <a:lnTo>
                    <a:pt x="181" y="252"/>
                  </a:lnTo>
                  <a:lnTo>
                    <a:pt x="187" y="256"/>
                  </a:lnTo>
                  <a:lnTo>
                    <a:pt x="197" y="268"/>
                  </a:lnTo>
                  <a:lnTo>
                    <a:pt x="206" y="280"/>
                  </a:lnTo>
                  <a:lnTo>
                    <a:pt x="210" y="288"/>
                  </a:lnTo>
                  <a:lnTo>
                    <a:pt x="214" y="296"/>
                  </a:lnTo>
                  <a:lnTo>
                    <a:pt x="218" y="304"/>
                  </a:lnTo>
                  <a:lnTo>
                    <a:pt x="222" y="312"/>
                  </a:lnTo>
                  <a:lnTo>
                    <a:pt x="228" y="332"/>
                  </a:lnTo>
                  <a:lnTo>
                    <a:pt x="234" y="352"/>
                  </a:lnTo>
                  <a:lnTo>
                    <a:pt x="236" y="362"/>
                  </a:lnTo>
                  <a:lnTo>
                    <a:pt x="238" y="374"/>
                  </a:lnTo>
                  <a:lnTo>
                    <a:pt x="242" y="398"/>
                  </a:lnTo>
                  <a:lnTo>
                    <a:pt x="244" y="422"/>
                  </a:lnTo>
                  <a:lnTo>
                    <a:pt x="246" y="450"/>
                  </a:lnTo>
                  <a:lnTo>
                    <a:pt x="246" y="479"/>
                  </a:lnTo>
                  <a:lnTo>
                    <a:pt x="246" y="1812"/>
                  </a:lnTo>
                  <a:lnTo>
                    <a:pt x="485" y="1812"/>
                  </a:lnTo>
                  <a:close/>
                  <a:moveTo>
                    <a:pt x="1526" y="1840"/>
                  </a:moveTo>
                  <a:lnTo>
                    <a:pt x="1532" y="1868"/>
                  </a:lnTo>
                  <a:lnTo>
                    <a:pt x="1537" y="1898"/>
                  </a:lnTo>
                  <a:lnTo>
                    <a:pt x="1542" y="1924"/>
                  </a:lnTo>
                  <a:lnTo>
                    <a:pt x="1546" y="1952"/>
                  </a:lnTo>
                  <a:lnTo>
                    <a:pt x="1549" y="1978"/>
                  </a:lnTo>
                  <a:lnTo>
                    <a:pt x="1552" y="2004"/>
                  </a:lnTo>
                  <a:lnTo>
                    <a:pt x="1554" y="2028"/>
                  </a:lnTo>
                  <a:lnTo>
                    <a:pt x="1555" y="2052"/>
                  </a:lnTo>
                  <a:lnTo>
                    <a:pt x="1555" y="2074"/>
                  </a:lnTo>
                  <a:lnTo>
                    <a:pt x="1554" y="2094"/>
                  </a:lnTo>
                  <a:lnTo>
                    <a:pt x="1552" y="2112"/>
                  </a:lnTo>
                  <a:lnTo>
                    <a:pt x="1549" y="2130"/>
                  </a:lnTo>
                  <a:lnTo>
                    <a:pt x="1547" y="2140"/>
                  </a:lnTo>
                  <a:lnTo>
                    <a:pt x="1545" y="2148"/>
                  </a:lnTo>
                  <a:lnTo>
                    <a:pt x="1539" y="2166"/>
                  </a:lnTo>
                  <a:lnTo>
                    <a:pt x="1532" y="2180"/>
                  </a:lnTo>
                  <a:lnTo>
                    <a:pt x="1525" y="2196"/>
                  </a:lnTo>
                  <a:lnTo>
                    <a:pt x="1516" y="2210"/>
                  </a:lnTo>
                  <a:lnTo>
                    <a:pt x="1507" y="2222"/>
                  </a:lnTo>
                  <a:lnTo>
                    <a:pt x="1496" y="2232"/>
                  </a:lnTo>
                  <a:lnTo>
                    <a:pt x="1486" y="2240"/>
                  </a:lnTo>
                  <a:lnTo>
                    <a:pt x="1476" y="2246"/>
                  </a:lnTo>
                  <a:lnTo>
                    <a:pt x="1470" y="2248"/>
                  </a:lnTo>
                  <a:lnTo>
                    <a:pt x="1465" y="2250"/>
                  </a:lnTo>
                  <a:lnTo>
                    <a:pt x="1453" y="2254"/>
                  </a:lnTo>
                  <a:lnTo>
                    <a:pt x="1441" y="2254"/>
                  </a:lnTo>
                  <a:lnTo>
                    <a:pt x="1428" y="2254"/>
                  </a:lnTo>
                  <a:lnTo>
                    <a:pt x="1417" y="2250"/>
                  </a:lnTo>
                  <a:lnTo>
                    <a:pt x="1405" y="2246"/>
                  </a:lnTo>
                  <a:lnTo>
                    <a:pt x="1395" y="2238"/>
                  </a:lnTo>
                  <a:lnTo>
                    <a:pt x="1390" y="2234"/>
                  </a:lnTo>
                  <a:lnTo>
                    <a:pt x="1385" y="2230"/>
                  </a:lnTo>
                  <a:lnTo>
                    <a:pt x="1376" y="2218"/>
                  </a:lnTo>
                  <a:lnTo>
                    <a:pt x="1372" y="2212"/>
                  </a:lnTo>
                  <a:lnTo>
                    <a:pt x="1368" y="2206"/>
                  </a:lnTo>
                  <a:lnTo>
                    <a:pt x="1364" y="2198"/>
                  </a:lnTo>
                  <a:lnTo>
                    <a:pt x="1360" y="2190"/>
                  </a:lnTo>
                  <a:lnTo>
                    <a:pt x="1353" y="2174"/>
                  </a:lnTo>
                  <a:lnTo>
                    <a:pt x="1346" y="2158"/>
                  </a:lnTo>
                  <a:lnTo>
                    <a:pt x="1340" y="2138"/>
                  </a:lnTo>
                  <a:lnTo>
                    <a:pt x="1338" y="2128"/>
                  </a:lnTo>
                  <a:lnTo>
                    <a:pt x="1335" y="2116"/>
                  </a:lnTo>
                  <a:lnTo>
                    <a:pt x="1323" y="2054"/>
                  </a:lnTo>
                  <a:lnTo>
                    <a:pt x="1307" y="1966"/>
                  </a:lnTo>
                  <a:lnTo>
                    <a:pt x="1297" y="1912"/>
                  </a:lnTo>
                  <a:lnTo>
                    <a:pt x="1284" y="1840"/>
                  </a:lnTo>
                  <a:lnTo>
                    <a:pt x="1281" y="1830"/>
                  </a:lnTo>
                  <a:lnTo>
                    <a:pt x="1279" y="1822"/>
                  </a:lnTo>
                  <a:lnTo>
                    <a:pt x="1276" y="1816"/>
                  </a:lnTo>
                  <a:lnTo>
                    <a:pt x="1273" y="1810"/>
                  </a:lnTo>
                  <a:lnTo>
                    <a:pt x="1270" y="1806"/>
                  </a:lnTo>
                  <a:lnTo>
                    <a:pt x="1267" y="1802"/>
                  </a:lnTo>
                  <a:lnTo>
                    <a:pt x="1261" y="1798"/>
                  </a:lnTo>
                  <a:lnTo>
                    <a:pt x="1255" y="1796"/>
                  </a:lnTo>
                  <a:lnTo>
                    <a:pt x="1251" y="1796"/>
                  </a:lnTo>
                  <a:lnTo>
                    <a:pt x="1247" y="1796"/>
                  </a:lnTo>
                  <a:lnTo>
                    <a:pt x="1246" y="1796"/>
                  </a:lnTo>
                  <a:lnTo>
                    <a:pt x="948" y="1796"/>
                  </a:lnTo>
                  <a:lnTo>
                    <a:pt x="940" y="1796"/>
                  </a:lnTo>
                  <a:lnTo>
                    <a:pt x="933" y="1798"/>
                  </a:lnTo>
                  <a:lnTo>
                    <a:pt x="926" y="1800"/>
                  </a:lnTo>
                  <a:lnTo>
                    <a:pt x="920" y="1802"/>
                  </a:lnTo>
                  <a:lnTo>
                    <a:pt x="915" y="1806"/>
                  </a:lnTo>
                  <a:lnTo>
                    <a:pt x="911" y="1810"/>
                  </a:lnTo>
                  <a:lnTo>
                    <a:pt x="903" y="1818"/>
                  </a:lnTo>
                  <a:lnTo>
                    <a:pt x="898" y="1826"/>
                  </a:lnTo>
                  <a:lnTo>
                    <a:pt x="895" y="1832"/>
                  </a:lnTo>
                  <a:lnTo>
                    <a:pt x="893" y="1838"/>
                  </a:lnTo>
                  <a:lnTo>
                    <a:pt x="893" y="1840"/>
                  </a:lnTo>
                  <a:lnTo>
                    <a:pt x="879" y="1912"/>
                  </a:lnTo>
                  <a:lnTo>
                    <a:pt x="874" y="1940"/>
                  </a:lnTo>
                  <a:lnTo>
                    <a:pt x="870" y="1966"/>
                  </a:lnTo>
                  <a:lnTo>
                    <a:pt x="862" y="2008"/>
                  </a:lnTo>
                  <a:lnTo>
                    <a:pt x="855" y="2046"/>
                  </a:lnTo>
                  <a:lnTo>
                    <a:pt x="841" y="2110"/>
                  </a:lnTo>
                  <a:lnTo>
                    <a:pt x="835" y="2136"/>
                  </a:lnTo>
                  <a:lnTo>
                    <a:pt x="827" y="2160"/>
                  </a:lnTo>
                  <a:lnTo>
                    <a:pt x="824" y="2172"/>
                  </a:lnTo>
                  <a:lnTo>
                    <a:pt x="820" y="2182"/>
                  </a:lnTo>
                  <a:lnTo>
                    <a:pt x="817" y="2190"/>
                  </a:lnTo>
                  <a:lnTo>
                    <a:pt x="813" y="2198"/>
                  </a:lnTo>
                  <a:lnTo>
                    <a:pt x="805" y="2214"/>
                  </a:lnTo>
                  <a:lnTo>
                    <a:pt x="802" y="2220"/>
                  </a:lnTo>
                  <a:lnTo>
                    <a:pt x="797" y="2226"/>
                  </a:lnTo>
                  <a:lnTo>
                    <a:pt x="793" y="2230"/>
                  </a:lnTo>
                  <a:lnTo>
                    <a:pt x="789" y="2236"/>
                  </a:lnTo>
                  <a:lnTo>
                    <a:pt x="785" y="2240"/>
                  </a:lnTo>
                  <a:lnTo>
                    <a:pt x="780" y="2242"/>
                  </a:lnTo>
                  <a:lnTo>
                    <a:pt x="770" y="2248"/>
                  </a:lnTo>
                  <a:lnTo>
                    <a:pt x="760" y="2252"/>
                  </a:lnTo>
                  <a:lnTo>
                    <a:pt x="749" y="2254"/>
                  </a:lnTo>
                  <a:lnTo>
                    <a:pt x="737" y="2254"/>
                  </a:lnTo>
                  <a:lnTo>
                    <a:pt x="726" y="2254"/>
                  </a:lnTo>
                  <a:lnTo>
                    <a:pt x="715" y="2250"/>
                  </a:lnTo>
                  <a:lnTo>
                    <a:pt x="710" y="2248"/>
                  </a:lnTo>
                  <a:lnTo>
                    <a:pt x="705" y="2246"/>
                  </a:lnTo>
                  <a:lnTo>
                    <a:pt x="695" y="2240"/>
                  </a:lnTo>
                  <a:lnTo>
                    <a:pt x="686" y="2232"/>
                  </a:lnTo>
                  <a:lnTo>
                    <a:pt x="681" y="2228"/>
                  </a:lnTo>
                  <a:lnTo>
                    <a:pt x="677" y="2222"/>
                  </a:lnTo>
                  <a:lnTo>
                    <a:pt x="669" y="2210"/>
                  </a:lnTo>
                  <a:lnTo>
                    <a:pt x="661" y="2198"/>
                  </a:lnTo>
                  <a:lnTo>
                    <a:pt x="654" y="2182"/>
                  </a:lnTo>
                  <a:lnTo>
                    <a:pt x="647" y="2168"/>
                  </a:lnTo>
                  <a:lnTo>
                    <a:pt x="642" y="2150"/>
                  </a:lnTo>
                  <a:lnTo>
                    <a:pt x="638" y="2134"/>
                  </a:lnTo>
                  <a:lnTo>
                    <a:pt x="636" y="2124"/>
                  </a:lnTo>
                  <a:lnTo>
                    <a:pt x="634" y="2116"/>
                  </a:lnTo>
                  <a:lnTo>
                    <a:pt x="632" y="2096"/>
                  </a:lnTo>
                  <a:lnTo>
                    <a:pt x="631" y="2076"/>
                  </a:lnTo>
                  <a:lnTo>
                    <a:pt x="630" y="2056"/>
                  </a:lnTo>
                  <a:lnTo>
                    <a:pt x="631" y="2036"/>
                  </a:lnTo>
                  <a:lnTo>
                    <a:pt x="632" y="2014"/>
                  </a:lnTo>
                  <a:lnTo>
                    <a:pt x="634" y="1988"/>
                  </a:lnTo>
                  <a:lnTo>
                    <a:pt x="638" y="1962"/>
                  </a:lnTo>
                  <a:lnTo>
                    <a:pt x="642" y="1934"/>
                  </a:lnTo>
                  <a:lnTo>
                    <a:pt x="647" y="1904"/>
                  </a:lnTo>
                  <a:lnTo>
                    <a:pt x="653" y="1872"/>
                  </a:lnTo>
                  <a:lnTo>
                    <a:pt x="659" y="1840"/>
                  </a:lnTo>
                  <a:lnTo>
                    <a:pt x="668" y="1804"/>
                  </a:lnTo>
                  <a:lnTo>
                    <a:pt x="674" y="1772"/>
                  </a:lnTo>
                  <a:lnTo>
                    <a:pt x="894" y="631"/>
                  </a:lnTo>
                  <a:lnTo>
                    <a:pt x="919" y="503"/>
                  </a:lnTo>
                  <a:lnTo>
                    <a:pt x="929" y="450"/>
                  </a:lnTo>
                  <a:lnTo>
                    <a:pt x="932" y="436"/>
                  </a:lnTo>
                  <a:lnTo>
                    <a:pt x="937" y="418"/>
                  </a:lnTo>
                  <a:lnTo>
                    <a:pt x="944" y="392"/>
                  </a:lnTo>
                  <a:lnTo>
                    <a:pt x="951" y="370"/>
                  </a:lnTo>
                  <a:lnTo>
                    <a:pt x="959" y="350"/>
                  </a:lnTo>
                  <a:lnTo>
                    <a:pt x="966" y="330"/>
                  </a:lnTo>
                  <a:lnTo>
                    <a:pt x="974" y="314"/>
                  </a:lnTo>
                  <a:lnTo>
                    <a:pt x="983" y="298"/>
                  </a:lnTo>
                  <a:lnTo>
                    <a:pt x="991" y="286"/>
                  </a:lnTo>
                  <a:lnTo>
                    <a:pt x="995" y="280"/>
                  </a:lnTo>
                  <a:lnTo>
                    <a:pt x="1000" y="274"/>
                  </a:lnTo>
                  <a:lnTo>
                    <a:pt x="1009" y="264"/>
                  </a:lnTo>
                  <a:lnTo>
                    <a:pt x="1019" y="256"/>
                  </a:lnTo>
                  <a:lnTo>
                    <a:pt x="1029" y="250"/>
                  </a:lnTo>
                  <a:lnTo>
                    <a:pt x="1041" y="244"/>
                  </a:lnTo>
                  <a:lnTo>
                    <a:pt x="1053" y="238"/>
                  </a:lnTo>
                  <a:lnTo>
                    <a:pt x="1065" y="236"/>
                  </a:lnTo>
                  <a:lnTo>
                    <a:pt x="1079" y="234"/>
                  </a:lnTo>
                  <a:lnTo>
                    <a:pt x="1093" y="234"/>
                  </a:lnTo>
                  <a:lnTo>
                    <a:pt x="1112" y="234"/>
                  </a:lnTo>
                  <a:lnTo>
                    <a:pt x="1130" y="238"/>
                  </a:lnTo>
                  <a:lnTo>
                    <a:pt x="1139" y="240"/>
                  </a:lnTo>
                  <a:lnTo>
                    <a:pt x="1147" y="244"/>
                  </a:lnTo>
                  <a:lnTo>
                    <a:pt x="1154" y="248"/>
                  </a:lnTo>
                  <a:lnTo>
                    <a:pt x="1162" y="252"/>
                  </a:lnTo>
                  <a:lnTo>
                    <a:pt x="1170" y="258"/>
                  </a:lnTo>
                  <a:lnTo>
                    <a:pt x="1177" y="262"/>
                  </a:lnTo>
                  <a:lnTo>
                    <a:pt x="1183" y="270"/>
                  </a:lnTo>
                  <a:lnTo>
                    <a:pt x="1189" y="276"/>
                  </a:lnTo>
                  <a:lnTo>
                    <a:pt x="1195" y="284"/>
                  </a:lnTo>
                  <a:lnTo>
                    <a:pt x="1200" y="292"/>
                  </a:lnTo>
                  <a:lnTo>
                    <a:pt x="1205" y="300"/>
                  </a:lnTo>
                  <a:lnTo>
                    <a:pt x="1210" y="310"/>
                  </a:lnTo>
                  <a:lnTo>
                    <a:pt x="1218" y="326"/>
                  </a:lnTo>
                  <a:lnTo>
                    <a:pt x="1226" y="344"/>
                  </a:lnTo>
                  <a:lnTo>
                    <a:pt x="1230" y="354"/>
                  </a:lnTo>
                  <a:lnTo>
                    <a:pt x="1233" y="364"/>
                  </a:lnTo>
                  <a:lnTo>
                    <a:pt x="1240" y="384"/>
                  </a:lnTo>
                  <a:lnTo>
                    <a:pt x="1246" y="406"/>
                  </a:lnTo>
                  <a:lnTo>
                    <a:pt x="1252" y="428"/>
                  </a:lnTo>
                  <a:lnTo>
                    <a:pt x="1257" y="451"/>
                  </a:lnTo>
                  <a:lnTo>
                    <a:pt x="1262" y="475"/>
                  </a:lnTo>
                  <a:lnTo>
                    <a:pt x="1271" y="527"/>
                  </a:lnTo>
                  <a:lnTo>
                    <a:pt x="1282" y="579"/>
                  </a:lnTo>
                  <a:lnTo>
                    <a:pt x="1293" y="631"/>
                  </a:lnTo>
                  <a:lnTo>
                    <a:pt x="1512" y="1772"/>
                  </a:lnTo>
                  <a:lnTo>
                    <a:pt x="1515" y="1786"/>
                  </a:lnTo>
                  <a:lnTo>
                    <a:pt x="1518" y="1800"/>
                  </a:lnTo>
                  <a:lnTo>
                    <a:pt x="1526" y="1840"/>
                  </a:lnTo>
                  <a:close/>
                  <a:moveTo>
                    <a:pt x="966" y="1428"/>
                  </a:moveTo>
                  <a:lnTo>
                    <a:pt x="1213" y="1428"/>
                  </a:lnTo>
                  <a:lnTo>
                    <a:pt x="1091" y="731"/>
                  </a:lnTo>
                  <a:lnTo>
                    <a:pt x="966" y="1428"/>
                  </a:lnTo>
                  <a:close/>
                  <a:moveTo>
                    <a:pt x="2643" y="1191"/>
                  </a:moveTo>
                  <a:lnTo>
                    <a:pt x="2644" y="1247"/>
                  </a:lnTo>
                  <a:lnTo>
                    <a:pt x="2645" y="1275"/>
                  </a:lnTo>
                  <a:lnTo>
                    <a:pt x="2646" y="1303"/>
                  </a:lnTo>
                  <a:lnTo>
                    <a:pt x="2649" y="1358"/>
                  </a:lnTo>
                  <a:lnTo>
                    <a:pt x="2653" y="1414"/>
                  </a:lnTo>
                  <a:lnTo>
                    <a:pt x="2658" y="1468"/>
                  </a:lnTo>
                  <a:lnTo>
                    <a:pt x="2665" y="1520"/>
                  </a:lnTo>
                  <a:lnTo>
                    <a:pt x="2672" y="1572"/>
                  </a:lnTo>
                  <a:lnTo>
                    <a:pt x="2677" y="1598"/>
                  </a:lnTo>
                  <a:lnTo>
                    <a:pt x="2681" y="1624"/>
                  </a:lnTo>
                  <a:lnTo>
                    <a:pt x="2686" y="1650"/>
                  </a:lnTo>
                  <a:lnTo>
                    <a:pt x="2691" y="1674"/>
                  </a:lnTo>
                  <a:lnTo>
                    <a:pt x="2701" y="1724"/>
                  </a:lnTo>
                  <a:lnTo>
                    <a:pt x="2713" y="1772"/>
                  </a:lnTo>
                  <a:lnTo>
                    <a:pt x="2719" y="1796"/>
                  </a:lnTo>
                  <a:lnTo>
                    <a:pt x="2726" y="1820"/>
                  </a:lnTo>
                  <a:lnTo>
                    <a:pt x="2739" y="1866"/>
                  </a:lnTo>
                  <a:lnTo>
                    <a:pt x="2754" y="1912"/>
                  </a:lnTo>
                  <a:lnTo>
                    <a:pt x="2769" y="1956"/>
                  </a:lnTo>
                  <a:lnTo>
                    <a:pt x="2786" y="1998"/>
                  </a:lnTo>
                  <a:lnTo>
                    <a:pt x="2786" y="2014"/>
                  </a:lnTo>
                  <a:lnTo>
                    <a:pt x="2786" y="2026"/>
                  </a:lnTo>
                  <a:lnTo>
                    <a:pt x="2786" y="2052"/>
                  </a:lnTo>
                  <a:lnTo>
                    <a:pt x="2785" y="2064"/>
                  </a:lnTo>
                  <a:lnTo>
                    <a:pt x="2784" y="2076"/>
                  </a:lnTo>
                  <a:lnTo>
                    <a:pt x="2783" y="2088"/>
                  </a:lnTo>
                  <a:lnTo>
                    <a:pt x="2782" y="2100"/>
                  </a:lnTo>
                  <a:lnTo>
                    <a:pt x="2779" y="2122"/>
                  </a:lnTo>
                  <a:lnTo>
                    <a:pt x="2775" y="2142"/>
                  </a:lnTo>
                  <a:lnTo>
                    <a:pt x="2772" y="2150"/>
                  </a:lnTo>
                  <a:lnTo>
                    <a:pt x="2769" y="2160"/>
                  </a:lnTo>
                  <a:lnTo>
                    <a:pt x="2767" y="2168"/>
                  </a:lnTo>
                  <a:lnTo>
                    <a:pt x="2763" y="2176"/>
                  </a:lnTo>
                  <a:lnTo>
                    <a:pt x="2756" y="2192"/>
                  </a:lnTo>
                  <a:lnTo>
                    <a:pt x="2753" y="2198"/>
                  </a:lnTo>
                  <a:lnTo>
                    <a:pt x="2749" y="2206"/>
                  </a:lnTo>
                  <a:lnTo>
                    <a:pt x="2740" y="2218"/>
                  </a:lnTo>
                  <a:lnTo>
                    <a:pt x="2731" y="2228"/>
                  </a:lnTo>
                  <a:lnTo>
                    <a:pt x="2726" y="2232"/>
                  </a:lnTo>
                  <a:lnTo>
                    <a:pt x="2721" y="2236"/>
                  </a:lnTo>
                  <a:lnTo>
                    <a:pt x="2710" y="2242"/>
                  </a:lnTo>
                  <a:lnTo>
                    <a:pt x="2704" y="2244"/>
                  </a:lnTo>
                  <a:lnTo>
                    <a:pt x="2698" y="2246"/>
                  </a:lnTo>
                  <a:lnTo>
                    <a:pt x="2686" y="2250"/>
                  </a:lnTo>
                  <a:lnTo>
                    <a:pt x="2673" y="2250"/>
                  </a:lnTo>
                  <a:lnTo>
                    <a:pt x="2658" y="2250"/>
                  </a:lnTo>
                  <a:lnTo>
                    <a:pt x="2651" y="2248"/>
                  </a:lnTo>
                  <a:lnTo>
                    <a:pt x="2645" y="2246"/>
                  </a:lnTo>
                  <a:lnTo>
                    <a:pt x="2632" y="2242"/>
                  </a:lnTo>
                  <a:lnTo>
                    <a:pt x="2621" y="2234"/>
                  </a:lnTo>
                  <a:lnTo>
                    <a:pt x="2616" y="2230"/>
                  </a:lnTo>
                  <a:lnTo>
                    <a:pt x="2611" y="2224"/>
                  </a:lnTo>
                  <a:lnTo>
                    <a:pt x="2606" y="2218"/>
                  </a:lnTo>
                  <a:lnTo>
                    <a:pt x="2601" y="2212"/>
                  </a:lnTo>
                  <a:lnTo>
                    <a:pt x="2597" y="2204"/>
                  </a:lnTo>
                  <a:lnTo>
                    <a:pt x="2592" y="2196"/>
                  </a:lnTo>
                  <a:lnTo>
                    <a:pt x="2588" y="2188"/>
                  </a:lnTo>
                  <a:lnTo>
                    <a:pt x="2584" y="2178"/>
                  </a:lnTo>
                  <a:lnTo>
                    <a:pt x="2581" y="2168"/>
                  </a:lnTo>
                  <a:lnTo>
                    <a:pt x="2577" y="2158"/>
                  </a:lnTo>
                  <a:lnTo>
                    <a:pt x="2570" y="2132"/>
                  </a:lnTo>
                  <a:lnTo>
                    <a:pt x="2565" y="2104"/>
                  </a:lnTo>
                  <a:lnTo>
                    <a:pt x="2562" y="2090"/>
                  </a:lnTo>
                  <a:lnTo>
                    <a:pt x="2559" y="2074"/>
                  </a:lnTo>
                  <a:lnTo>
                    <a:pt x="2554" y="2038"/>
                  </a:lnTo>
                  <a:lnTo>
                    <a:pt x="2549" y="2000"/>
                  </a:lnTo>
                  <a:lnTo>
                    <a:pt x="2545" y="1956"/>
                  </a:lnTo>
                  <a:lnTo>
                    <a:pt x="2540" y="1908"/>
                  </a:lnTo>
                  <a:lnTo>
                    <a:pt x="2469" y="1063"/>
                  </a:lnTo>
                  <a:lnTo>
                    <a:pt x="2322" y="1978"/>
                  </a:lnTo>
                  <a:lnTo>
                    <a:pt x="2315" y="2020"/>
                  </a:lnTo>
                  <a:lnTo>
                    <a:pt x="2308" y="2056"/>
                  </a:lnTo>
                  <a:lnTo>
                    <a:pt x="2302" y="2088"/>
                  </a:lnTo>
                  <a:lnTo>
                    <a:pt x="2295" y="2116"/>
                  </a:lnTo>
                  <a:lnTo>
                    <a:pt x="2288" y="2140"/>
                  </a:lnTo>
                  <a:lnTo>
                    <a:pt x="2285" y="2152"/>
                  </a:lnTo>
                  <a:lnTo>
                    <a:pt x="2281" y="2164"/>
                  </a:lnTo>
                  <a:lnTo>
                    <a:pt x="2277" y="2174"/>
                  </a:lnTo>
                  <a:lnTo>
                    <a:pt x="2274" y="2182"/>
                  </a:lnTo>
                  <a:lnTo>
                    <a:pt x="2270" y="2192"/>
                  </a:lnTo>
                  <a:lnTo>
                    <a:pt x="2265" y="2200"/>
                  </a:lnTo>
                  <a:lnTo>
                    <a:pt x="2261" y="2206"/>
                  </a:lnTo>
                  <a:lnTo>
                    <a:pt x="2257" y="2214"/>
                  </a:lnTo>
                  <a:lnTo>
                    <a:pt x="2254" y="2216"/>
                  </a:lnTo>
                  <a:lnTo>
                    <a:pt x="2252" y="2220"/>
                  </a:lnTo>
                  <a:lnTo>
                    <a:pt x="2247" y="2226"/>
                  </a:lnTo>
                  <a:lnTo>
                    <a:pt x="2242" y="2230"/>
                  </a:lnTo>
                  <a:lnTo>
                    <a:pt x="2237" y="2234"/>
                  </a:lnTo>
                  <a:lnTo>
                    <a:pt x="2231" y="2238"/>
                  </a:lnTo>
                  <a:lnTo>
                    <a:pt x="2226" y="2242"/>
                  </a:lnTo>
                  <a:lnTo>
                    <a:pt x="2214" y="2248"/>
                  </a:lnTo>
                  <a:lnTo>
                    <a:pt x="2200" y="2252"/>
                  </a:lnTo>
                  <a:lnTo>
                    <a:pt x="2186" y="2254"/>
                  </a:lnTo>
                  <a:lnTo>
                    <a:pt x="2171" y="2254"/>
                  </a:lnTo>
                  <a:lnTo>
                    <a:pt x="2157" y="2254"/>
                  </a:lnTo>
                  <a:lnTo>
                    <a:pt x="2150" y="2252"/>
                  </a:lnTo>
                  <a:lnTo>
                    <a:pt x="2144" y="2250"/>
                  </a:lnTo>
                  <a:lnTo>
                    <a:pt x="2133" y="2246"/>
                  </a:lnTo>
                  <a:lnTo>
                    <a:pt x="2122" y="2240"/>
                  </a:lnTo>
                  <a:lnTo>
                    <a:pt x="2112" y="2230"/>
                  </a:lnTo>
                  <a:lnTo>
                    <a:pt x="2108" y="2226"/>
                  </a:lnTo>
                  <a:lnTo>
                    <a:pt x="2103" y="2220"/>
                  </a:lnTo>
                  <a:lnTo>
                    <a:pt x="2095" y="2208"/>
                  </a:lnTo>
                  <a:lnTo>
                    <a:pt x="2087" y="2194"/>
                  </a:lnTo>
                  <a:lnTo>
                    <a:pt x="2080" y="2178"/>
                  </a:lnTo>
                  <a:lnTo>
                    <a:pt x="2073" y="2158"/>
                  </a:lnTo>
                  <a:lnTo>
                    <a:pt x="2066" y="2136"/>
                  </a:lnTo>
                  <a:lnTo>
                    <a:pt x="2059" y="2110"/>
                  </a:lnTo>
                  <a:lnTo>
                    <a:pt x="2053" y="2082"/>
                  </a:lnTo>
                  <a:lnTo>
                    <a:pt x="2046" y="2050"/>
                  </a:lnTo>
                  <a:lnTo>
                    <a:pt x="2040" y="2016"/>
                  </a:lnTo>
                  <a:lnTo>
                    <a:pt x="2033" y="1978"/>
                  </a:lnTo>
                  <a:lnTo>
                    <a:pt x="1888" y="1063"/>
                  </a:lnTo>
                  <a:lnTo>
                    <a:pt x="1817" y="1908"/>
                  </a:lnTo>
                  <a:lnTo>
                    <a:pt x="1812" y="1956"/>
                  </a:lnTo>
                  <a:lnTo>
                    <a:pt x="1808" y="2000"/>
                  </a:lnTo>
                  <a:lnTo>
                    <a:pt x="1803" y="2038"/>
                  </a:lnTo>
                  <a:lnTo>
                    <a:pt x="1798" y="2074"/>
                  </a:lnTo>
                  <a:lnTo>
                    <a:pt x="1793" y="2104"/>
                  </a:lnTo>
                  <a:lnTo>
                    <a:pt x="1787" y="2132"/>
                  </a:lnTo>
                  <a:lnTo>
                    <a:pt x="1783" y="2146"/>
                  </a:lnTo>
                  <a:lnTo>
                    <a:pt x="1780" y="2158"/>
                  </a:lnTo>
                  <a:lnTo>
                    <a:pt x="1773" y="2178"/>
                  </a:lnTo>
                  <a:lnTo>
                    <a:pt x="1769" y="2188"/>
                  </a:lnTo>
                  <a:lnTo>
                    <a:pt x="1765" y="2196"/>
                  </a:lnTo>
                  <a:lnTo>
                    <a:pt x="1756" y="2212"/>
                  </a:lnTo>
                  <a:lnTo>
                    <a:pt x="1751" y="2218"/>
                  </a:lnTo>
                  <a:lnTo>
                    <a:pt x="1746" y="2224"/>
                  </a:lnTo>
                  <a:lnTo>
                    <a:pt x="1741" y="2230"/>
                  </a:lnTo>
                  <a:lnTo>
                    <a:pt x="1736" y="2234"/>
                  </a:lnTo>
                  <a:lnTo>
                    <a:pt x="1725" y="2242"/>
                  </a:lnTo>
                  <a:lnTo>
                    <a:pt x="1712" y="2246"/>
                  </a:lnTo>
                  <a:lnTo>
                    <a:pt x="1706" y="2248"/>
                  </a:lnTo>
                  <a:lnTo>
                    <a:pt x="1699" y="2250"/>
                  </a:lnTo>
                  <a:lnTo>
                    <a:pt x="1684" y="2250"/>
                  </a:lnTo>
                  <a:lnTo>
                    <a:pt x="1671" y="2250"/>
                  </a:lnTo>
                  <a:lnTo>
                    <a:pt x="1658" y="2246"/>
                  </a:lnTo>
                  <a:lnTo>
                    <a:pt x="1646" y="2242"/>
                  </a:lnTo>
                  <a:lnTo>
                    <a:pt x="1640" y="2238"/>
                  </a:lnTo>
                  <a:lnTo>
                    <a:pt x="1635" y="2234"/>
                  </a:lnTo>
                  <a:lnTo>
                    <a:pt x="1630" y="2230"/>
                  </a:lnTo>
                  <a:lnTo>
                    <a:pt x="1625" y="2226"/>
                  </a:lnTo>
                  <a:lnTo>
                    <a:pt x="1615" y="2216"/>
                  </a:lnTo>
                  <a:lnTo>
                    <a:pt x="1606" y="2202"/>
                  </a:lnTo>
                  <a:lnTo>
                    <a:pt x="1598" y="2188"/>
                  </a:lnTo>
                  <a:lnTo>
                    <a:pt x="1595" y="2180"/>
                  </a:lnTo>
                  <a:lnTo>
                    <a:pt x="1591" y="2172"/>
                  </a:lnTo>
                  <a:lnTo>
                    <a:pt x="1588" y="2162"/>
                  </a:lnTo>
                  <a:lnTo>
                    <a:pt x="1585" y="2154"/>
                  </a:lnTo>
                  <a:lnTo>
                    <a:pt x="1580" y="2134"/>
                  </a:lnTo>
                  <a:lnTo>
                    <a:pt x="1576" y="2114"/>
                  </a:lnTo>
                  <a:lnTo>
                    <a:pt x="1573" y="2092"/>
                  </a:lnTo>
                  <a:lnTo>
                    <a:pt x="1572" y="2082"/>
                  </a:lnTo>
                  <a:lnTo>
                    <a:pt x="1571" y="2070"/>
                  </a:lnTo>
                  <a:lnTo>
                    <a:pt x="1571" y="2058"/>
                  </a:lnTo>
                  <a:lnTo>
                    <a:pt x="1570" y="2046"/>
                  </a:lnTo>
                  <a:lnTo>
                    <a:pt x="1571" y="2020"/>
                  </a:lnTo>
                  <a:lnTo>
                    <a:pt x="1575" y="1940"/>
                  </a:lnTo>
                  <a:lnTo>
                    <a:pt x="1579" y="1888"/>
                  </a:lnTo>
                  <a:lnTo>
                    <a:pt x="1583" y="1830"/>
                  </a:lnTo>
                  <a:lnTo>
                    <a:pt x="1586" y="1786"/>
                  </a:lnTo>
                  <a:lnTo>
                    <a:pt x="1591" y="1742"/>
                  </a:lnTo>
                  <a:lnTo>
                    <a:pt x="1594" y="1702"/>
                  </a:lnTo>
                  <a:lnTo>
                    <a:pt x="1696" y="555"/>
                  </a:lnTo>
                  <a:lnTo>
                    <a:pt x="1700" y="515"/>
                  </a:lnTo>
                  <a:lnTo>
                    <a:pt x="1704" y="479"/>
                  </a:lnTo>
                  <a:lnTo>
                    <a:pt x="1707" y="451"/>
                  </a:lnTo>
                  <a:lnTo>
                    <a:pt x="1709" y="440"/>
                  </a:lnTo>
                  <a:lnTo>
                    <a:pt x="1711" y="430"/>
                  </a:lnTo>
                  <a:lnTo>
                    <a:pt x="1715" y="412"/>
                  </a:lnTo>
                  <a:lnTo>
                    <a:pt x="1719" y="392"/>
                  </a:lnTo>
                  <a:lnTo>
                    <a:pt x="1725" y="374"/>
                  </a:lnTo>
                  <a:lnTo>
                    <a:pt x="1731" y="354"/>
                  </a:lnTo>
                  <a:lnTo>
                    <a:pt x="1737" y="342"/>
                  </a:lnTo>
                  <a:lnTo>
                    <a:pt x="1743" y="328"/>
                  </a:lnTo>
                  <a:lnTo>
                    <a:pt x="1749" y="316"/>
                  </a:lnTo>
                  <a:lnTo>
                    <a:pt x="1755" y="306"/>
                  </a:lnTo>
                  <a:lnTo>
                    <a:pt x="1762" y="296"/>
                  </a:lnTo>
                  <a:lnTo>
                    <a:pt x="1769" y="286"/>
                  </a:lnTo>
                  <a:lnTo>
                    <a:pt x="1777" y="278"/>
                  </a:lnTo>
                  <a:lnTo>
                    <a:pt x="1785" y="270"/>
                  </a:lnTo>
                  <a:lnTo>
                    <a:pt x="1793" y="264"/>
                  </a:lnTo>
                  <a:lnTo>
                    <a:pt x="1801" y="258"/>
                  </a:lnTo>
                  <a:lnTo>
                    <a:pt x="1810" y="252"/>
                  </a:lnTo>
                  <a:lnTo>
                    <a:pt x="1818" y="248"/>
                  </a:lnTo>
                  <a:lnTo>
                    <a:pt x="1827" y="244"/>
                  </a:lnTo>
                  <a:lnTo>
                    <a:pt x="1837" y="242"/>
                  </a:lnTo>
                  <a:lnTo>
                    <a:pt x="1846" y="242"/>
                  </a:lnTo>
                  <a:lnTo>
                    <a:pt x="1855" y="240"/>
                  </a:lnTo>
                  <a:lnTo>
                    <a:pt x="1869" y="242"/>
                  </a:lnTo>
                  <a:lnTo>
                    <a:pt x="1877" y="244"/>
                  </a:lnTo>
                  <a:lnTo>
                    <a:pt x="1884" y="246"/>
                  </a:lnTo>
                  <a:lnTo>
                    <a:pt x="1897" y="250"/>
                  </a:lnTo>
                  <a:lnTo>
                    <a:pt x="1904" y="254"/>
                  </a:lnTo>
                  <a:lnTo>
                    <a:pt x="1910" y="258"/>
                  </a:lnTo>
                  <a:lnTo>
                    <a:pt x="1916" y="262"/>
                  </a:lnTo>
                  <a:lnTo>
                    <a:pt x="1923" y="268"/>
                  </a:lnTo>
                  <a:lnTo>
                    <a:pt x="1928" y="274"/>
                  </a:lnTo>
                  <a:lnTo>
                    <a:pt x="1934" y="280"/>
                  </a:lnTo>
                  <a:lnTo>
                    <a:pt x="1945" y="294"/>
                  </a:lnTo>
                  <a:lnTo>
                    <a:pt x="1956" y="310"/>
                  </a:lnTo>
                  <a:lnTo>
                    <a:pt x="1966" y="328"/>
                  </a:lnTo>
                  <a:lnTo>
                    <a:pt x="1975" y="350"/>
                  </a:lnTo>
                  <a:lnTo>
                    <a:pt x="1984" y="372"/>
                  </a:lnTo>
                  <a:lnTo>
                    <a:pt x="1992" y="396"/>
                  </a:lnTo>
                  <a:lnTo>
                    <a:pt x="1999" y="424"/>
                  </a:lnTo>
                  <a:lnTo>
                    <a:pt x="2006" y="453"/>
                  </a:lnTo>
                  <a:lnTo>
                    <a:pt x="2013" y="483"/>
                  </a:lnTo>
                  <a:lnTo>
                    <a:pt x="2018" y="517"/>
                  </a:lnTo>
                  <a:lnTo>
                    <a:pt x="2180" y="1526"/>
                  </a:lnTo>
                  <a:lnTo>
                    <a:pt x="2339" y="517"/>
                  </a:lnTo>
                  <a:lnTo>
                    <a:pt x="2344" y="483"/>
                  </a:lnTo>
                  <a:lnTo>
                    <a:pt x="2351" y="453"/>
                  </a:lnTo>
                  <a:lnTo>
                    <a:pt x="2358" y="424"/>
                  </a:lnTo>
                  <a:lnTo>
                    <a:pt x="2365" y="396"/>
                  </a:lnTo>
                  <a:lnTo>
                    <a:pt x="2373" y="372"/>
                  </a:lnTo>
                  <a:lnTo>
                    <a:pt x="2382" y="350"/>
                  </a:lnTo>
                  <a:lnTo>
                    <a:pt x="2391" y="328"/>
                  </a:lnTo>
                  <a:lnTo>
                    <a:pt x="2401" y="310"/>
                  </a:lnTo>
                  <a:lnTo>
                    <a:pt x="2412" y="294"/>
                  </a:lnTo>
                  <a:lnTo>
                    <a:pt x="2417" y="286"/>
                  </a:lnTo>
                  <a:lnTo>
                    <a:pt x="2423" y="280"/>
                  </a:lnTo>
                  <a:lnTo>
                    <a:pt x="2429" y="274"/>
                  </a:lnTo>
                  <a:lnTo>
                    <a:pt x="2435" y="268"/>
                  </a:lnTo>
                  <a:lnTo>
                    <a:pt x="2447" y="258"/>
                  </a:lnTo>
                  <a:lnTo>
                    <a:pt x="2453" y="254"/>
                  </a:lnTo>
                  <a:lnTo>
                    <a:pt x="2460" y="250"/>
                  </a:lnTo>
                  <a:lnTo>
                    <a:pt x="2473" y="246"/>
                  </a:lnTo>
                  <a:lnTo>
                    <a:pt x="2488" y="242"/>
                  </a:lnTo>
                  <a:lnTo>
                    <a:pt x="2503" y="240"/>
                  </a:lnTo>
                  <a:lnTo>
                    <a:pt x="2512" y="242"/>
                  </a:lnTo>
                  <a:lnTo>
                    <a:pt x="2521" y="242"/>
                  </a:lnTo>
                  <a:lnTo>
                    <a:pt x="2530" y="244"/>
                  </a:lnTo>
                  <a:lnTo>
                    <a:pt x="2539" y="248"/>
                  </a:lnTo>
                  <a:lnTo>
                    <a:pt x="2547" y="252"/>
                  </a:lnTo>
                  <a:lnTo>
                    <a:pt x="2556" y="258"/>
                  </a:lnTo>
                  <a:lnTo>
                    <a:pt x="2564" y="264"/>
                  </a:lnTo>
                  <a:lnTo>
                    <a:pt x="2572" y="270"/>
                  </a:lnTo>
                  <a:lnTo>
                    <a:pt x="2580" y="278"/>
                  </a:lnTo>
                  <a:lnTo>
                    <a:pt x="2588" y="286"/>
                  </a:lnTo>
                  <a:lnTo>
                    <a:pt x="2595" y="296"/>
                  </a:lnTo>
                  <a:lnTo>
                    <a:pt x="2602" y="306"/>
                  </a:lnTo>
                  <a:lnTo>
                    <a:pt x="2608" y="316"/>
                  </a:lnTo>
                  <a:lnTo>
                    <a:pt x="2614" y="328"/>
                  </a:lnTo>
                  <a:lnTo>
                    <a:pt x="2620" y="342"/>
                  </a:lnTo>
                  <a:lnTo>
                    <a:pt x="2626" y="354"/>
                  </a:lnTo>
                  <a:lnTo>
                    <a:pt x="2632" y="374"/>
                  </a:lnTo>
                  <a:lnTo>
                    <a:pt x="2635" y="384"/>
                  </a:lnTo>
                  <a:lnTo>
                    <a:pt x="2638" y="392"/>
                  </a:lnTo>
                  <a:lnTo>
                    <a:pt x="2642" y="412"/>
                  </a:lnTo>
                  <a:lnTo>
                    <a:pt x="2646" y="430"/>
                  </a:lnTo>
                  <a:lnTo>
                    <a:pt x="2650" y="451"/>
                  </a:lnTo>
                  <a:lnTo>
                    <a:pt x="2652" y="465"/>
                  </a:lnTo>
                  <a:lnTo>
                    <a:pt x="2653" y="479"/>
                  </a:lnTo>
                  <a:lnTo>
                    <a:pt x="2657" y="515"/>
                  </a:lnTo>
                  <a:lnTo>
                    <a:pt x="2661" y="555"/>
                  </a:lnTo>
                  <a:lnTo>
                    <a:pt x="2680" y="765"/>
                  </a:lnTo>
                  <a:lnTo>
                    <a:pt x="2675" y="791"/>
                  </a:lnTo>
                  <a:lnTo>
                    <a:pt x="2671" y="815"/>
                  </a:lnTo>
                  <a:lnTo>
                    <a:pt x="2664" y="867"/>
                  </a:lnTo>
                  <a:lnTo>
                    <a:pt x="2658" y="919"/>
                  </a:lnTo>
                  <a:lnTo>
                    <a:pt x="2655" y="945"/>
                  </a:lnTo>
                  <a:lnTo>
                    <a:pt x="2653" y="973"/>
                  </a:lnTo>
                  <a:lnTo>
                    <a:pt x="2651" y="999"/>
                  </a:lnTo>
                  <a:lnTo>
                    <a:pt x="2649" y="1027"/>
                  </a:lnTo>
                  <a:lnTo>
                    <a:pt x="2647" y="1053"/>
                  </a:lnTo>
                  <a:lnTo>
                    <a:pt x="2646" y="1081"/>
                  </a:lnTo>
                  <a:lnTo>
                    <a:pt x="2645" y="1107"/>
                  </a:lnTo>
                  <a:lnTo>
                    <a:pt x="2644" y="1135"/>
                  </a:lnTo>
                  <a:lnTo>
                    <a:pt x="2643" y="1191"/>
                  </a:lnTo>
                  <a:close/>
                  <a:moveTo>
                    <a:pt x="4662" y="1920"/>
                  </a:moveTo>
                  <a:lnTo>
                    <a:pt x="4666" y="1934"/>
                  </a:lnTo>
                  <a:lnTo>
                    <a:pt x="4669" y="1946"/>
                  </a:lnTo>
                  <a:lnTo>
                    <a:pt x="4671" y="1960"/>
                  </a:lnTo>
                  <a:lnTo>
                    <a:pt x="4673" y="1972"/>
                  </a:lnTo>
                  <a:lnTo>
                    <a:pt x="4675" y="1986"/>
                  </a:lnTo>
                  <a:lnTo>
                    <a:pt x="4676" y="1998"/>
                  </a:lnTo>
                  <a:lnTo>
                    <a:pt x="4677" y="2012"/>
                  </a:lnTo>
                  <a:lnTo>
                    <a:pt x="4677" y="2024"/>
                  </a:lnTo>
                  <a:lnTo>
                    <a:pt x="4676" y="2048"/>
                  </a:lnTo>
                  <a:lnTo>
                    <a:pt x="4676" y="2060"/>
                  </a:lnTo>
                  <a:lnTo>
                    <a:pt x="4675" y="2072"/>
                  </a:lnTo>
                  <a:lnTo>
                    <a:pt x="4672" y="2094"/>
                  </a:lnTo>
                  <a:lnTo>
                    <a:pt x="4668" y="2114"/>
                  </a:lnTo>
                  <a:lnTo>
                    <a:pt x="4664" y="2134"/>
                  </a:lnTo>
                  <a:lnTo>
                    <a:pt x="4658" y="2152"/>
                  </a:lnTo>
                  <a:lnTo>
                    <a:pt x="4655" y="2162"/>
                  </a:lnTo>
                  <a:lnTo>
                    <a:pt x="4651" y="2170"/>
                  </a:lnTo>
                  <a:lnTo>
                    <a:pt x="4643" y="2186"/>
                  </a:lnTo>
                  <a:lnTo>
                    <a:pt x="4639" y="2194"/>
                  </a:lnTo>
                  <a:lnTo>
                    <a:pt x="4635" y="2202"/>
                  </a:lnTo>
                  <a:lnTo>
                    <a:pt x="4625" y="2214"/>
                  </a:lnTo>
                  <a:lnTo>
                    <a:pt x="4616" y="2226"/>
                  </a:lnTo>
                  <a:lnTo>
                    <a:pt x="4605" y="2234"/>
                  </a:lnTo>
                  <a:lnTo>
                    <a:pt x="4594" y="2242"/>
                  </a:lnTo>
                  <a:lnTo>
                    <a:pt x="4582" y="2246"/>
                  </a:lnTo>
                  <a:lnTo>
                    <a:pt x="4576" y="2248"/>
                  </a:lnTo>
                  <a:lnTo>
                    <a:pt x="4570" y="2250"/>
                  </a:lnTo>
                  <a:lnTo>
                    <a:pt x="4557" y="2250"/>
                  </a:lnTo>
                  <a:lnTo>
                    <a:pt x="4549" y="2250"/>
                  </a:lnTo>
                  <a:lnTo>
                    <a:pt x="4542" y="2248"/>
                  </a:lnTo>
                  <a:lnTo>
                    <a:pt x="4534" y="2246"/>
                  </a:lnTo>
                  <a:lnTo>
                    <a:pt x="4527" y="2242"/>
                  </a:lnTo>
                  <a:lnTo>
                    <a:pt x="4520" y="2236"/>
                  </a:lnTo>
                  <a:lnTo>
                    <a:pt x="4513" y="2230"/>
                  </a:lnTo>
                  <a:lnTo>
                    <a:pt x="4506" y="2222"/>
                  </a:lnTo>
                  <a:lnTo>
                    <a:pt x="4498" y="2214"/>
                  </a:lnTo>
                  <a:lnTo>
                    <a:pt x="4492" y="2204"/>
                  </a:lnTo>
                  <a:lnTo>
                    <a:pt x="4484" y="2192"/>
                  </a:lnTo>
                  <a:lnTo>
                    <a:pt x="4468" y="2162"/>
                  </a:lnTo>
                  <a:lnTo>
                    <a:pt x="4459" y="2144"/>
                  </a:lnTo>
                  <a:lnTo>
                    <a:pt x="4450" y="2122"/>
                  </a:lnTo>
                  <a:lnTo>
                    <a:pt x="4430" y="2074"/>
                  </a:lnTo>
                  <a:lnTo>
                    <a:pt x="4165" y="1432"/>
                  </a:lnTo>
                  <a:lnTo>
                    <a:pt x="4165" y="2008"/>
                  </a:lnTo>
                  <a:lnTo>
                    <a:pt x="4164" y="2036"/>
                  </a:lnTo>
                  <a:lnTo>
                    <a:pt x="4164" y="2050"/>
                  </a:lnTo>
                  <a:lnTo>
                    <a:pt x="4163" y="2064"/>
                  </a:lnTo>
                  <a:lnTo>
                    <a:pt x="4160" y="2088"/>
                  </a:lnTo>
                  <a:lnTo>
                    <a:pt x="4157" y="2112"/>
                  </a:lnTo>
                  <a:lnTo>
                    <a:pt x="4155" y="2124"/>
                  </a:lnTo>
                  <a:lnTo>
                    <a:pt x="4152" y="2134"/>
                  </a:lnTo>
                  <a:lnTo>
                    <a:pt x="4147" y="2154"/>
                  </a:lnTo>
                  <a:lnTo>
                    <a:pt x="4140" y="2174"/>
                  </a:lnTo>
                  <a:lnTo>
                    <a:pt x="4137" y="2182"/>
                  </a:lnTo>
                  <a:lnTo>
                    <a:pt x="4133" y="2190"/>
                  </a:lnTo>
                  <a:lnTo>
                    <a:pt x="4129" y="2198"/>
                  </a:lnTo>
                  <a:lnTo>
                    <a:pt x="4125" y="2206"/>
                  </a:lnTo>
                  <a:lnTo>
                    <a:pt x="4115" y="2218"/>
                  </a:lnTo>
                  <a:lnTo>
                    <a:pt x="4105" y="2230"/>
                  </a:lnTo>
                  <a:lnTo>
                    <a:pt x="4100" y="2234"/>
                  </a:lnTo>
                  <a:lnTo>
                    <a:pt x="4095" y="2238"/>
                  </a:lnTo>
                  <a:lnTo>
                    <a:pt x="4083" y="2246"/>
                  </a:lnTo>
                  <a:lnTo>
                    <a:pt x="4071" y="2250"/>
                  </a:lnTo>
                  <a:lnTo>
                    <a:pt x="4064" y="2252"/>
                  </a:lnTo>
                  <a:lnTo>
                    <a:pt x="4057" y="2254"/>
                  </a:lnTo>
                  <a:lnTo>
                    <a:pt x="4043" y="2254"/>
                  </a:lnTo>
                  <a:lnTo>
                    <a:pt x="4029" y="2254"/>
                  </a:lnTo>
                  <a:lnTo>
                    <a:pt x="4022" y="2252"/>
                  </a:lnTo>
                  <a:lnTo>
                    <a:pt x="4015" y="2250"/>
                  </a:lnTo>
                  <a:lnTo>
                    <a:pt x="4003" y="2246"/>
                  </a:lnTo>
                  <a:lnTo>
                    <a:pt x="3991" y="2238"/>
                  </a:lnTo>
                  <a:lnTo>
                    <a:pt x="3985" y="2234"/>
                  </a:lnTo>
                  <a:lnTo>
                    <a:pt x="3980" y="2230"/>
                  </a:lnTo>
                  <a:lnTo>
                    <a:pt x="3970" y="2218"/>
                  </a:lnTo>
                  <a:lnTo>
                    <a:pt x="3960" y="2206"/>
                  </a:lnTo>
                  <a:lnTo>
                    <a:pt x="3956" y="2198"/>
                  </a:lnTo>
                  <a:lnTo>
                    <a:pt x="3952" y="2190"/>
                  </a:lnTo>
                  <a:lnTo>
                    <a:pt x="3948" y="2182"/>
                  </a:lnTo>
                  <a:lnTo>
                    <a:pt x="3944" y="2174"/>
                  </a:lnTo>
                  <a:lnTo>
                    <a:pt x="3938" y="2154"/>
                  </a:lnTo>
                  <a:lnTo>
                    <a:pt x="3933" y="2134"/>
                  </a:lnTo>
                  <a:lnTo>
                    <a:pt x="3930" y="2124"/>
                  </a:lnTo>
                  <a:lnTo>
                    <a:pt x="3928" y="2112"/>
                  </a:lnTo>
                  <a:lnTo>
                    <a:pt x="3925" y="2088"/>
                  </a:lnTo>
                  <a:lnTo>
                    <a:pt x="3922" y="2064"/>
                  </a:lnTo>
                  <a:lnTo>
                    <a:pt x="3921" y="2036"/>
                  </a:lnTo>
                  <a:lnTo>
                    <a:pt x="3920" y="2008"/>
                  </a:lnTo>
                  <a:lnTo>
                    <a:pt x="3920" y="1842"/>
                  </a:lnTo>
                  <a:lnTo>
                    <a:pt x="3930" y="1804"/>
                  </a:lnTo>
                  <a:lnTo>
                    <a:pt x="3940" y="1768"/>
                  </a:lnTo>
                  <a:lnTo>
                    <a:pt x="3945" y="1748"/>
                  </a:lnTo>
                  <a:lnTo>
                    <a:pt x="3949" y="1730"/>
                  </a:lnTo>
                  <a:lnTo>
                    <a:pt x="3958" y="1692"/>
                  </a:lnTo>
                  <a:lnTo>
                    <a:pt x="3965" y="1652"/>
                  </a:lnTo>
                  <a:lnTo>
                    <a:pt x="3973" y="1612"/>
                  </a:lnTo>
                  <a:lnTo>
                    <a:pt x="3979" y="1572"/>
                  </a:lnTo>
                  <a:lnTo>
                    <a:pt x="3985" y="1532"/>
                  </a:lnTo>
                  <a:lnTo>
                    <a:pt x="3991" y="1490"/>
                  </a:lnTo>
                  <a:lnTo>
                    <a:pt x="3995" y="1450"/>
                  </a:lnTo>
                  <a:lnTo>
                    <a:pt x="3999" y="1408"/>
                  </a:lnTo>
                  <a:lnTo>
                    <a:pt x="4003" y="1364"/>
                  </a:lnTo>
                  <a:lnTo>
                    <a:pt x="4005" y="1323"/>
                  </a:lnTo>
                  <a:lnTo>
                    <a:pt x="4007" y="1279"/>
                  </a:lnTo>
                  <a:lnTo>
                    <a:pt x="4008" y="1235"/>
                  </a:lnTo>
                  <a:lnTo>
                    <a:pt x="4009" y="1191"/>
                  </a:lnTo>
                  <a:lnTo>
                    <a:pt x="4008" y="1147"/>
                  </a:lnTo>
                  <a:lnTo>
                    <a:pt x="4007" y="1103"/>
                  </a:lnTo>
                  <a:lnTo>
                    <a:pt x="4005" y="1059"/>
                  </a:lnTo>
                  <a:lnTo>
                    <a:pt x="4003" y="1017"/>
                  </a:lnTo>
                  <a:lnTo>
                    <a:pt x="3999" y="973"/>
                  </a:lnTo>
                  <a:lnTo>
                    <a:pt x="3995" y="931"/>
                  </a:lnTo>
                  <a:lnTo>
                    <a:pt x="3991" y="889"/>
                  </a:lnTo>
                  <a:lnTo>
                    <a:pt x="3985" y="849"/>
                  </a:lnTo>
                  <a:lnTo>
                    <a:pt x="3979" y="809"/>
                  </a:lnTo>
                  <a:lnTo>
                    <a:pt x="3976" y="787"/>
                  </a:lnTo>
                  <a:lnTo>
                    <a:pt x="3973" y="767"/>
                  </a:lnTo>
                  <a:lnTo>
                    <a:pt x="3965" y="729"/>
                  </a:lnTo>
                  <a:lnTo>
                    <a:pt x="3958" y="689"/>
                  </a:lnTo>
                  <a:lnTo>
                    <a:pt x="3949" y="651"/>
                  </a:lnTo>
                  <a:lnTo>
                    <a:pt x="3940" y="613"/>
                  </a:lnTo>
                  <a:lnTo>
                    <a:pt x="3935" y="595"/>
                  </a:lnTo>
                  <a:lnTo>
                    <a:pt x="3930" y="577"/>
                  </a:lnTo>
                  <a:lnTo>
                    <a:pt x="3920" y="539"/>
                  </a:lnTo>
                  <a:lnTo>
                    <a:pt x="3920" y="499"/>
                  </a:lnTo>
                  <a:lnTo>
                    <a:pt x="3921" y="467"/>
                  </a:lnTo>
                  <a:lnTo>
                    <a:pt x="3921" y="453"/>
                  </a:lnTo>
                  <a:lnTo>
                    <a:pt x="3922" y="440"/>
                  </a:lnTo>
                  <a:lnTo>
                    <a:pt x="3925" y="412"/>
                  </a:lnTo>
                  <a:lnTo>
                    <a:pt x="3926" y="400"/>
                  </a:lnTo>
                  <a:lnTo>
                    <a:pt x="3928" y="388"/>
                  </a:lnTo>
                  <a:lnTo>
                    <a:pt x="3933" y="364"/>
                  </a:lnTo>
                  <a:lnTo>
                    <a:pt x="3939" y="344"/>
                  </a:lnTo>
                  <a:lnTo>
                    <a:pt x="3942" y="334"/>
                  </a:lnTo>
                  <a:lnTo>
                    <a:pt x="3946" y="324"/>
                  </a:lnTo>
                  <a:lnTo>
                    <a:pt x="3953" y="308"/>
                  </a:lnTo>
                  <a:lnTo>
                    <a:pt x="3958" y="300"/>
                  </a:lnTo>
                  <a:lnTo>
                    <a:pt x="3962" y="292"/>
                  </a:lnTo>
                  <a:lnTo>
                    <a:pt x="3972" y="280"/>
                  </a:lnTo>
                  <a:lnTo>
                    <a:pt x="3983" y="268"/>
                  </a:lnTo>
                  <a:lnTo>
                    <a:pt x="3989" y="264"/>
                  </a:lnTo>
                  <a:lnTo>
                    <a:pt x="3995" y="260"/>
                  </a:lnTo>
                  <a:lnTo>
                    <a:pt x="4008" y="254"/>
                  </a:lnTo>
                  <a:lnTo>
                    <a:pt x="4023" y="248"/>
                  </a:lnTo>
                  <a:lnTo>
                    <a:pt x="4030" y="246"/>
                  </a:lnTo>
                  <a:lnTo>
                    <a:pt x="4038" y="246"/>
                  </a:lnTo>
                  <a:lnTo>
                    <a:pt x="4054" y="244"/>
                  </a:lnTo>
                  <a:lnTo>
                    <a:pt x="4257" y="244"/>
                  </a:lnTo>
                  <a:lnTo>
                    <a:pt x="4280" y="244"/>
                  </a:lnTo>
                  <a:lnTo>
                    <a:pt x="4302" y="246"/>
                  </a:lnTo>
                  <a:lnTo>
                    <a:pt x="4323" y="246"/>
                  </a:lnTo>
                  <a:lnTo>
                    <a:pt x="4342" y="250"/>
                  </a:lnTo>
                  <a:lnTo>
                    <a:pt x="4361" y="252"/>
                  </a:lnTo>
                  <a:lnTo>
                    <a:pt x="4379" y="256"/>
                  </a:lnTo>
                  <a:lnTo>
                    <a:pt x="4395" y="260"/>
                  </a:lnTo>
                  <a:lnTo>
                    <a:pt x="4411" y="264"/>
                  </a:lnTo>
                  <a:lnTo>
                    <a:pt x="4425" y="270"/>
                  </a:lnTo>
                  <a:lnTo>
                    <a:pt x="4440" y="278"/>
                  </a:lnTo>
                  <a:lnTo>
                    <a:pt x="4453" y="284"/>
                  </a:lnTo>
                  <a:lnTo>
                    <a:pt x="4466" y="294"/>
                  </a:lnTo>
                  <a:lnTo>
                    <a:pt x="4479" y="302"/>
                  </a:lnTo>
                  <a:lnTo>
                    <a:pt x="4491" y="312"/>
                  </a:lnTo>
                  <a:lnTo>
                    <a:pt x="4504" y="324"/>
                  </a:lnTo>
                  <a:lnTo>
                    <a:pt x="4515" y="336"/>
                  </a:lnTo>
                  <a:lnTo>
                    <a:pt x="4524" y="346"/>
                  </a:lnTo>
                  <a:lnTo>
                    <a:pt x="4533" y="358"/>
                  </a:lnTo>
                  <a:lnTo>
                    <a:pt x="4549" y="380"/>
                  </a:lnTo>
                  <a:lnTo>
                    <a:pt x="4564" y="404"/>
                  </a:lnTo>
                  <a:lnTo>
                    <a:pt x="4579" y="430"/>
                  </a:lnTo>
                  <a:lnTo>
                    <a:pt x="4586" y="444"/>
                  </a:lnTo>
                  <a:lnTo>
                    <a:pt x="4592" y="457"/>
                  </a:lnTo>
                  <a:lnTo>
                    <a:pt x="4605" y="487"/>
                  </a:lnTo>
                  <a:lnTo>
                    <a:pt x="4610" y="503"/>
                  </a:lnTo>
                  <a:lnTo>
                    <a:pt x="4616" y="519"/>
                  </a:lnTo>
                  <a:lnTo>
                    <a:pt x="4621" y="535"/>
                  </a:lnTo>
                  <a:lnTo>
                    <a:pt x="4626" y="551"/>
                  </a:lnTo>
                  <a:lnTo>
                    <a:pt x="4631" y="569"/>
                  </a:lnTo>
                  <a:lnTo>
                    <a:pt x="4636" y="585"/>
                  </a:lnTo>
                  <a:lnTo>
                    <a:pt x="4640" y="603"/>
                  </a:lnTo>
                  <a:lnTo>
                    <a:pt x="4644" y="621"/>
                  </a:lnTo>
                  <a:lnTo>
                    <a:pt x="4647" y="639"/>
                  </a:lnTo>
                  <a:lnTo>
                    <a:pt x="4651" y="657"/>
                  </a:lnTo>
                  <a:lnTo>
                    <a:pt x="4654" y="675"/>
                  </a:lnTo>
                  <a:lnTo>
                    <a:pt x="4656" y="695"/>
                  </a:lnTo>
                  <a:lnTo>
                    <a:pt x="4659" y="713"/>
                  </a:lnTo>
                  <a:lnTo>
                    <a:pt x="4661" y="733"/>
                  </a:lnTo>
                  <a:lnTo>
                    <a:pt x="4664" y="771"/>
                  </a:lnTo>
                  <a:lnTo>
                    <a:pt x="4665" y="791"/>
                  </a:lnTo>
                  <a:lnTo>
                    <a:pt x="4666" y="813"/>
                  </a:lnTo>
                  <a:lnTo>
                    <a:pt x="4666" y="833"/>
                  </a:lnTo>
                  <a:lnTo>
                    <a:pt x="4666" y="853"/>
                  </a:lnTo>
                  <a:lnTo>
                    <a:pt x="4666" y="881"/>
                  </a:lnTo>
                  <a:lnTo>
                    <a:pt x="4665" y="909"/>
                  </a:lnTo>
                  <a:lnTo>
                    <a:pt x="4664" y="935"/>
                  </a:lnTo>
                  <a:lnTo>
                    <a:pt x="4663" y="961"/>
                  </a:lnTo>
                  <a:lnTo>
                    <a:pt x="4661" y="987"/>
                  </a:lnTo>
                  <a:lnTo>
                    <a:pt x="4658" y="1011"/>
                  </a:lnTo>
                  <a:lnTo>
                    <a:pt x="4655" y="1035"/>
                  </a:lnTo>
                  <a:lnTo>
                    <a:pt x="4652" y="1059"/>
                  </a:lnTo>
                  <a:lnTo>
                    <a:pt x="4648" y="1081"/>
                  </a:lnTo>
                  <a:lnTo>
                    <a:pt x="4644" y="1101"/>
                  </a:lnTo>
                  <a:lnTo>
                    <a:pt x="4640" y="1123"/>
                  </a:lnTo>
                  <a:lnTo>
                    <a:pt x="4635" y="1143"/>
                  </a:lnTo>
                  <a:lnTo>
                    <a:pt x="4629" y="1161"/>
                  </a:lnTo>
                  <a:lnTo>
                    <a:pt x="4623" y="1181"/>
                  </a:lnTo>
                  <a:lnTo>
                    <a:pt x="4617" y="1197"/>
                  </a:lnTo>
                  <a:lnTo>
                    <a:pt x="4610" y="1215"/>
                  </a:lnTo>
                  <a:lnTo>
                    <a:pt x="4603" y="1231"/>
                  </a:lnTo>
                  <a:lnTo>
                    <a:pt x="4595" y="1247"/>
                  </a:lnTo>
                  <a:lnTo>
                    <a:pt x="4587" y="1261"/>
                  </a:lnTo>
                  <a:lnTo>
                    <a:pt x="4578" y="1275"/>
                  </a:lnTo>
                  <a:lnTo>
                    <a:pt x="4569" y="1289"/>
                  </a:lnTo>
                  <a:lnTo>
                    <a:pt x="4560" y="1303"/>
                  </a:lnTo>
                  <a:lnTo>
                    <a:pt x="4549" y="1315"/>
                  </a:lnTo>
                  <a:lnTo>
                    <a:pt x="4539" y="1327"/>
                  </a:lnTo>
                  <a:lnTo>
                    <a:pt x="4528" y="1337"/>
                  </a:lnTo>
                  <a:lnTo>
                    <a:pt x="4516" y="1349"/>
                  </a:lnTo>
                  <a:lnTo>
                    <a:pt x="4504" y="1358"/>
                  </a:lnTo>
                  <a:lnTo>
                    <a:pt x="4491" y="1366"/>
                  </a:lnTo>
                  <a:lnTo>
                    <a:pt x="4478" y="1374"/>
                  </a:lnTo>
                  <a:lnTo>
                    <a:pt x="4465" y="1382"/>
                  </a:lnTo>
                  <a:lnTo>
                    <a:pt x="4436" y="1396"/>
                  </a:lnTo>
                  <a:lnTo>
                    <a:pt x="4571" y="1700"/>
                  </a:lnTo>
                  <a:lnTo>
                    <a:pt x="4579" y="1722"/>
                  </a:lnTo>
                  <a:lnTo>
                    <a:pt x="4589" y="1744"/>
                  </a:lnTo>
                  <a:lnTo>
                    <a:pt x="4612" y="1792"/>
                  </a:lnTo>
                  <a:lnTo>
                    <a:pt x="4628" y="1828"/>
                  </a:lnTo>
                  <a:lnTo>
                    <a:pt x="4642" y="1862"/>
                  </a:lnTo>
                  <a:lnTo>
                    <a:pt x="4648" y="1878"/>
                  </a:lnTo>
                  <a:lnTo>
                    <a:pt x="4653" y="1892"/>
                  </a:lnTo>
                  <a:lnTo>
                    <a:pt x="4662" y="1920"/>
                  </a:lnTo>
                  <a:close/>
                  <a:moveTo>
                    <a:pt x="4276" y="1091"/>
                  </a:moveTo>
                  <a:lnTo>
                    <a:pt x="4294" y="1089"/>
                  </a:lnTo>
                  <a:lnTo>
                    <a:pt x="4311" y="1087"/>
                  </a:lnTo>
                  <a:lnTo>
                    <a:pt x="4320" y="1085"/>
                  </a:lnTo>
                  <a:lnTo>
                    <a:pt x="4327" y="1081"/>
                  </a:lnTo>
                  <a:lnTo>
                    <a:pt x="4342" y="1075"/>
                  </a:lnTo>
                  <a:lnTo>
                    <a:pt x="4356" y="1067"/>
                  </a:lnTo>
                  <a:lnTo>
                    <a:pt x="4368" y="1057"/>
                  </a:lnTo>
                  <a:lnTo>
                    <a:pt x="4374" y="1051"/>
                  </a:lnTo>
                  <a:lnTo>
                    <a:pt x="4379" y="1045"/>
                  </a:lnTo>
                  <a:lnTo>
                    <a:pt x="4384" y="1039"/>
                  </a:lnTo>
                  <a:lnTo>
                    <a:pt x="4389" y="1033"/>
                  </a:lnTo>
                  <a:lnTo>
                    <a:pt x="4394" y="1025"/>
                  </a:lnTo>
                  <a:lnTo>
                    <a:pt x="4398" y="1017"/>
                  </a:lnTo>
                  <a:lnTo>
                    <a:pt x="4406" y="999"/>
                  </a:lnTo>
                  <a:lnTo>
                    <a:pt x="4412" y="981"/>
                  </a:lnTo>
                  <a:lnTo>
                    <a:pt x="4415" y="971"/>
                  </a:lnTo>
                  <a:lnTo>
                    <a:pt x="4417" y="959"/>
                  </a:lnTo>
                  <a:lnTo>
                    <a:pt x="4420" y="949"/>
                  </a:lnTo>
                  <a:lnTo>
                    <a:pt x="4421" y="937"/>
                  </a:lnTo>
                  <a:lnTo>
                    <a:pt x="4423" y="925"/>
                  </a:lnTo>
                  <a:lnTo>
                    <a:pt x="4424" y="913"/>
                  </a:lnTo>
                  <a:lnTo>
                    <a:pt x="4426" y="887"/>
                  </a:lnTo>
                  <a:lnTo>
                    <a:pt x="4427" y="873"/>
                  </a:lnTo>
                  <a:lnTo>
                    <a:pt x="4427" y="859"/>
                  </a:lnTo>
                  <a:lnTo>
                    <a:pt x="4426" y="835"/>
                  </a:lnTo>
                  <a:lnTo>
                    <a:pt x="4424" y="813"/>
                  </a:lnTo>
                  <a:lnTo>
                    <a:pt x="4422" y="791"/>
                  </a:lnTo>
                  <a:lnTo>
                    <a:pt x="4418" y="773"/>
                  </a:lnTo>
                  <a:lnTo>
                    <a:pt x="4413" y="755"/>
                  </a:lnTo>
                  <a:lnTo>
                    <a:pt x="4406" y="739"/>
                  </a:lnTo>
                  <a:lnTo>
                    <a:pt x="4399" y="723"/>
                  </a:lnTo>
                  <a:lnTo>
                    <a:pt x="4391" y="711"/>
                  </a:lnTo>
                  <a:lnTo>
                    <a:pt x="4381" y="699"/>
                  </a:lnTo>
                  <a:lnTo>
                    <a:pt x="4370" y="689"/>
                  </a:lnTo>
                  <a:lnTo>
                    <a:pt x="4358" y="681"/>
                  </a:lnTo>
                  <a:lnTo>
                    <a:pt x="4346" y="673"/>
                  </a:lnTo>
                  <a:lnTo>
                    <a:pt x="4331" y="669"/>
                  </a:lnTo>
                  <a:lnTo>
                    <a:pt x="4316" y="665"/>
                  </a:lnTo>
                  <a:lnTo>
                    <a:pt x="4300" y="663"/>
                  </a:lnTo>
                  <a:lnTo>
                    <a:pt x="4282" y="661"/>
                  </a:lnTo>
                  <a:lnTo>
                    <a:pt x="4165" y="661"/>
                  </a:lnTo>
                  <a:lnTo>
                    <a:pt x="4165" y="1091"/>
                  </a:lnTo>
                  <a:lnTo>
                    <a:pt x="4276" y="10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300"/>
            </a:p>
          </p:txBody>
        </p:sp>
      </p:grpSp>
    </p:spTree>
    <p:extLst>
      <p:ext uri="{BB962C8B-B14F-4D97-AF65-F5344CB8AC3E}">
        <p14:creationId xmlns:p14="http://schemas.microsoft.com/office/powerpoint/2010/main" val="1702857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>
            <a:spLocks noGrp="1"/>
          </p:cNvSpPr>
          <p:nvPr>
            <p:ph type="title"/>
          </p:nvPr>
        </p:nvSpPr>
        <p:spPr>
          <a:xfrm>
            <a:off x="305992" y="548680"/>
            <a:ext cx="8532019" cy="100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body" idx="1"/>
          </p:nvPr>
        </p:nvSpPr>
        <p:spPr>
          <a:xfrm>
            <a:off x="305992" y="1844824"/>
            <a:ext cx="8532019" cy="4176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42900" lvl="0" indent="-171450" algn="l">
              <a:lnSpc>
                <a:spcPct val="120000"/>
              </a:lnSpc>
              <a:spcBef>
                <a:spcPts val="366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685800" lvl="1" indent="-257175" algn="l">
              <a:lnSpc>
                <a:spcPct val="120000"/>
              </a:lnSpc>
              <a:spcBef>
                <a:spcPts val="366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20000"/>
              </a:lnSpc>
              <a:spcBef>
                <a:spcPts val="366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20000"/>
              </a:lnSpc>
              <a:spcBef>
                <a:spcPts val="366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20000"/>
              </a:lnSpc>
              <a:spcBef>
                <a:spcPts val="366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120000"/>
              </a:lnSpc>
              <a:spcBef>
                <a:spcPts val="366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120000"/>
              </a:lnSpc>
              <a:spcBef>
                <a:spcPts val="366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120000"/>
              </a:lnSpc>
              <a:spcBef>
                <a:spcPts val="366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120000"/>
              </a:lnSpc>
              <a:spcBef>
                <a:spcPts val="366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dt" idx="10"/>
          </p:nvPr>
        </p:nvSpPr>
        <p:spPr>
          <a:xfrm>
            <a:off x="683568" y="6381328"/>
            <a:ext cx="918103" cy="14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2104B36-8B41-4FC9-B0B4-B29F732B981B}" type="datetime1">
              <a:rPr lang="en-US" smtClean="0"/>
              <a:t>9/9/2026</a:t>
            </a:fld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ftr" idx="11"/>
          </p:nvPr>
        </p:nvSpPr>
        <p:spPr>
          <a:xfrm>
            <a:off x="1709683" y="6381328"/>
            <a:ext cx="5724636" cy="144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>
            <a:spLocks noGrp="1"/>
          </p:cNvSpPr>
          <p:nvPr>
            <p:ph type="sldNum" idx="12"/>
          </p:nvPr>
        </p:nvSpPr>
        <p:spPr>
          <a:xfrm flipH="1">
            <a:off x="305991" y="6381328"/>
            <a:ext cx="269565" cy="143296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28559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Products" preserve="1">
  <p:cSld name="1_Two Products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5"/>
          <p:cNvSpPr>
            <a:spLocks noGrp="1"/>
          </p:cNvSpPr>
          <p:nvPr>
            <p:ph type="pic" idx="2"/>
          </p:nvPr>
        </p:nvSpPr>
        <p:spPr>
          <a:xfrm>
            <a:off x="305992" y="3717035"/>
            <a:ext cx="4157997" cy="230435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66" name="Google Shape;366;p65"/>
          <p:cNvSpPr>
            <a:spLocks noGrp="1"/>
          </p:cNvSpPr>
          <p:nvPr>
            <p:ph type="pic" idx="3"/>
          </p:nvPr>
        </p:nvSpPr>
        <p:spPr>
          <a:xfrm>
            <a:off x="4680012" y="3717035"/>
            <a:ext cx="4157998" cy="230435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67" name="Google Shape;367;p65"/>
          <p:cNvSpPr txBox="1">
            <a:spLocks noGrp="1"/>
          </p:cNvSpPr>
          <p:nvPr>
            <p:ph type="title"/>
          </p:nvPr>
        </p:nvSpPr>
        <p:spPr>
          <a:xfrm>
            <a:off x="305992" y="548680"/>
            <a:ext cx="8532018" cy="100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8" name="Google Shape;368;p65"/>
          <p:cNvSpPr txBox="1">
            <a:spLocks noGrp="1"/>
          </p:cNvSpPr>
          <p:nvPr>
            <p:ph type="body" idx="1"/>
          </p:nvPr>
        </p:nvSpPr>
        <p:spPr>
          <a:xfrm>
            <a:off x="305992" y="2420888"/>
            <a:ext cx="4157997" cy="115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42900" lvl="0" indent="-171450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685800" lvl="1" indent="-257175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9" name="Google Shape;369;p65"/>
          <p:cNvSpPr txBox="1">
            <a:spLocks noGrp="1"/>
          </p:cNvSpPr>
          <p:nvPr>
            <p:ph type="body" idx="4"/>
          </p:nvPr>
        </p:nvSpPr>
        <p:spPr>
          <a:xfrm>
            <a:off x="4680366" y="2420888"/>
            <a:ext cx="4157644" cy="115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42900" lvl="0" indent="-171450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685800" lvl="1" indent="-257175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0" name="Google Shape;370;p65"/>
          <p:cNvSpPr txBox="1">
            <a:spLocks noGrp="1"/>
          </p:cNvSpPr>
          <p:nvPr>
            <p:ph type="body" idx="5"/>
          </p:nvPr>
        </p:nvSpPr>
        <p:spPr>
          <a:xfrm>
            <a:off x="305983" y="1844678"/>
            <a:ext cx="4157237" cy="576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42900" lvl="0" indent="-171450" algn="l">
              <a:lnSpc>
                <a:spcPct val="10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Arial"/>
              <a:buNone/>
              <a:defRPr sz="1013" b="1">
                <a:solidFill>
                  <a:schemeClr val="accent2"/>
                </a:solidFill>
              </a:defRPr>
            </a:lvl1pPr>
            <a:lvl2pPr marL="685800" lvl="1" indent="-171450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sz="1125" b="1"/>
            </a:lvl2pPr>
            <a:lvl3pPr marL="1028700" lvl="2" indent="-171450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350"/>
              <a:buNone/>
              <a:defRPr sz="1013" b="1"/>
            </a:lvl3pPr>
            <a:lvl4pPr marL="1371600" lvl="3" indent="-171450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900" b="1"/>
            </a:lvl4pPr>
            <a:lvl5pPr marL="1714500" lvl="4" indent="-171450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900" b="1"/>
            </a:lvl5pPr>
            <a:lvl6pPr marL="2057400" lvl="5" indent="-171450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900" b="1"/>
            </a:lvl6pPr>
            <a:lvl7pPr marL="2400300" lvl="6" indent="-171450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900" b="1"/>
            </a:lvl7pPr>
            <a:lvl8pPr marL="2743200" lvl="7" indent="-171450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900" b="1"/>
            </a:lvl8pPr>
            <a:lvl9pPr marL="3086100" lvl="8" indent="-171450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900" b="1"/>
            </a:lvl9pPr>
          </a:lstStyle>
          <a:p>
            <a:endParaRPr/>
          </a:p>
        </p:txBody>
      </p:sp>
      <p:sp>
        <p:nvSpPr>
          <p:cNvPr id="371" name="Google Shape;371;p65"/>
          <p:cNvSpPr txBox="1">
            <a:spLocks noGrp="1"/>
          </p:cNvSpPr>
          <p:nvPr>
            <p:ph type="body" idx="6"/>
          </p:nvPr>
        </p:nvSpPr>
        <p:spPr>
          <a:xfrm>
            <a:off x="4680366" y="1844678"/>
            <a:ext cx="4157646" cy="576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42900" lvl="0" indent="-171450" algn="l">
              <a:lnSpc>
                <a:spcPct val="10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Arial"/>
              <a:buNone/>
              <a:defRPr sz="1013" b="1">
                <a:solidFill>
                  <a:schemeClr val="accent2"/>
                </a:solidFill>
              </a:defRPr>
            </a:lvl1pPr>
            <a:lvl2pPr marL="685800" lvl="1" indent="-171450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sz="1125" b="1"/>
            </a:lvl2pPr>
            <a:lvl3pPr marL="1028700" lvl="2" indent="-171450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350"/>
              <a:buNone/>
              <a:defRPr sz="1013" b="1"/>
            </a:lvl3pPr>
            <a:lvl4pPr marL="1371600" lvl="3" indent="-171450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900" b="1"/>
            </a:lvl4pPr>
            <a:lvl5pPr marL="1714500" lvl="4" indent="-171450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900" b="1"/>
            </a:lvl5pPr>
            <a:lvl6pPr marL="2057400" lvl="5" indent="-171450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900" b="1"/>
            </a:lvl6pPr>
            <a:lvl7pPr marL="2400300" lvl="6" indent="-171450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900" b="1"/>
            </a:lvl7pPr>
            <a:lvl8pPr marL="2743200" lvl="7" indent="-171450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900" b="1"/>
            </a:lvl8pPr>
            <a:lvl9pPr marL="3086100" lvl="8" indent="-171450" algn="l">
              <a:lnSpc>
                <a:spcPct val="120000"/>
              </a:lnSpc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900" b="1"/>
            </a:lvl9pPr>
          </a:lstStyle>
          <a:p>
            <a:endParaRPr/>
          </a:p>
        </p:txBody>
      </p:sp>
      <p:sp>
        <p:nvSpPr>
          <p:cNvPr id="372" name="Google Shape;372;p65"/>
          <p:cNvSpPr txBox="1">
            <a:spLocks noGrp="1"/>
          </p:cNvSpPr>
          <p:nvPr>
            <p:ph type="dt" idx="10"/>
          </p:nvPr>
        </p:nvSpPr>
        <p:spPr>
          <a:xfrm>
            <a:off x="683568" y="6381328"/>
            <a:ext cx="918102" cy="14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A28036C0-81FB-49DA-9E27-3F0A510EA38A}" type="datetime1">
              <a:rPr lang="en-US" smtClean="0"/>
              <a:t>9/9/2026</a:t>
            </a:fld>
            <a:endParaRPr/>
          </a:p>
        </p:txBody>
      </p:sp>
      <p:sp>
        <p:nvSpPr>
          <p:cNvPr id="373" name="Google Shape;373;p65"/>
          <p:cNvSpPr txBox="1">
            <a:spLocks noGrp="1"/>
          </p:cNvSpPr>
          <p:nvPr>
            <p:ph type="ftr" idx="11"/>
          </p:nvPr>
        </p:nvSpPr>
        <p:spPr>
          <a:xfrm>
            <a:off x="1709682" y="6381328"/>
            <a:ext cx="5724636" cy="144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65"/>
          <p:cNvSpPr>
            <a:spLocks noGrp="1"/>
          </p:cNvSpPr>
          <p:nvPr>
            <p:ph type="sldNum" idx="12"/>
          </p:nvPr>
        </p:nvSpPr>
        <p:spPr>
          <a:xfrm flipH="1">
            <a:off x="305992" y="6381328"/>
            <a:ext cx="269565" cy="143296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540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002F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3169E-34E5-45AC-BA47-089CFE97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992" y="548681"/>
            <a:ext cx="8532018" cy="369332"/>
          </a:xfrm>
        </p:spPr>
        <p:txBody>
          <a:bodyPr>
            <a:sp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EA4ACD-CE0E-4D48-97F2-86E9FFF549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EDBD1-E1FB-4D0B-8706-2E986E042BD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A1D6D34-4FA5-412F-AAAF-D931CC814118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C083B-283E-4A6F-B8DA-6E1138CD92C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A8D4E39-313C-4B47-94C4-EAF101600B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79866" y="6236625"/>
            <a:ext cx="847800" cy="288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Google Shape;365;p65">
            <a:extLst>
              <a:ext uri="{FF2B5EF4-FFF2-40B4-BE49-F238E27FC236}">
                <a16:creationId xmlns:a16="http://schemas.microsoft.com/office/drawing/2014/main" id="{8B4568BA-6FCA-4EF5-BCC5-9A09D8E4C522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305992" y="1916833"/>
            <a:ext cx="4157997" cy="34564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  <a:ln w="38100">
            <a:solidFill>
              <a:schemeClr val="bg1"/>
            </a:solidFill>
          </a:ln>
        </p:spPr>
      </p:sp>
      <p:sp>
        <p:nvSpPr>
          <p:cNvPr id="8" name="Google Shape;366;p65">
            <a:extLst>
              <a:ext uri="{FF2B5EF4-FFF2-40B4-BE49-F238E27FC236}">
                <a16:creationId xmlns:a16="http://schemas.microsoft.com/office/drawing/2014/main" id="{FD3631DF-2F97-4CCC-A058-9A4044584EF2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4680012" y="1916833"/>
            <a:ext cx="4157998" cy="34564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  <a:ln w="38100">
            <a:solidFill>
              <a:schemeClr val="bg1"/>
            </a:solidFill>
          </a:ln>
        </p:spPr>
      </p:sp>
    </p:spTree>
    <p:extLst>
      <p:ext uri="{BB962C8B-B14F-4D97-AF65-F5344CB8AC3E}">
        <p14:creationId xmlns:p14="http://schemas.microsoft.com/office/powerpoint/2010/main" val="2385276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slide">
    <p:bg>
      <p:bgPr>
        <a:solidFill>
          <a:srgbClr val="002F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3169E-34E5-45AC-BA47-089CFE97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992" y="548681"/>
            <a:ext cx="8532018" cy="369332"/>
          </a:xfrm>
        </p:spPr>
        <p:txBody>
          <a:bodyPr>
            <a:sp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EA4ACD-CE0E-4D48-97F2-86E9FFF549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EDBD1-E1FB-4D0B-8706-2E986E042BD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920DAF-9701-4932-AE2F-940E6E7E076F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C083B-283E-4A6F-B8DA-6E1138CD92C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A8D4E39-313C-4B47-94C4-EAF101600B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79866" y="6236625"/>
            <a:ext cx="847800" cy="288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Google Shape;365;p65">
            <a:extLst>
              <a:ext uri="{FF2B5EF4-FFF2-40B4-BE49-F238E27FC236}">
                <a16:creationId xmlns:a16="http://schemas.microsoft.com/office/drawing/2014/main" id="{8B4568BA-6FCA-4EF5-BCC5-9A09D8E4C522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305992" y="1371600"/>
            <a:ext cx="8521674" cy="44323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  <a:ln w="38100">
            <a:solidFill>
              <a:schemeClr val="bg1"/>
            </a:solidFill>
          </a:ln>
        </p:spPr>
      </p:sp>
    </p:spTree>
    <p:extLst>
      <p:ext uri="{BB962C8B-B14F-4D97-AF65-F5344CB8AC3E}">
        <p14:creationId xmlns:p14="http://schemas.microsoft.com/office/powerpoint/2010/main" val="1190877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rgbClr val="002F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6432DB7-04BE-4E5D-9C55-28CD0CAD4759}"/>
              </a:ext>
            </a:extLst>
          </p:cNvPr>
          <p:cNvSpPr/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30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4C7E393-3338-43B5-9D4A-1A6401CB36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911" y="764705"/>
            <a:ext cx="8046179" cy="5112221"/>
          </a:xfrm>
          <a:pattFill prst="pct5">
            <a:fgClr>
              <a:schemeClr val="tx1"/>
            </a:fgClr>
            <a:bgClr>
              <a:schemeClr val="bg1"/>
            </a:bgClr>
          </a:pattFill>
          <a:ln w="63500">
            <a:solidFill>
              <a:schemeClr val="bg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41C28AA5-26AD-43A3-BF2B-57566C0B08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 flipH="1">
            <a:off x="305991" y="6381328"/>
            <a:ext cx="269565" cy="143296"/>
          </a:xfrm>
        </p:spPr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021EAB5-900F-47E7-BA7B-2D0AB7BBFD7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83568" y="6381328"/>
            <a:ext cx="918102" cy="14329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A5AEEC-28DC-415E-9494-658310A90A50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3A4130F-2609-465C-BF3C-C83BDDD4B8C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709682" y="6381328"/>
            <a:ext cx="5724636" cy="144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4A3E373-86DD-4B2F-A570-CBF1DCA4127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79866" y="6236625"/>
            <a:ext cx="847800" cy="288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958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7"/>
          <p:cNvSpPr txBox="1">
            <a:spLocks noGrp="1"/>
          </p:cNvSpPr>
          <p:nvPr>
            <p:ph type="title"/>
          </p:nvPr>
        </p:nvSpPr>
        <p:spPr>
          <a:xfrm>
            <a:off x="623349" y="1709166"/>
            <a:ext cx="7888000" cy="2852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861"/>
              <a:buFont typeface="Arial"/>
              <a:buNone/>
              <a:defRPr sz="4396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7"/>
          <p:cNvSpPr txBox="1">
            <a:spLocks noGrp="1"/>
          </p:cNvSpPr>
          <p:nvPr>
            <p:ph type="body" idx="1"/>
          </p:nvPr>
        </p:nvSpPr>
        <p:spPr>
          <a:xfrm>
            <a:off x="623349" y="4588605"/>
            <a:ext cx="7888000" cy="1501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42900" lvl="0" indent="-171450" algn="l">
              <a:lnSpc>
                <a:spcPct val="120000"/>
              </a:lnSpc>
              <a:spcBef>
                <a:spcPts val="366"/>
              </a:spcBef>
              <a:spcAft>
                <a:spcPts val="0"/>
              </a:spcAft>
              <a:buClr>
                <a:srgbClr val="888888"/>
              </a:buClr>
              <a:buSzPts val="2345"/>
              <a:buFont typeface="Arial"/>
              <a:buNone/>
              <a:defRPr sz="1759">
                <a:solidFill>
                  <a:srgbClr val="888888"/>
                </a:solidFill>
              </a:defRPr>
            </a:lvl1pPr>
            <a:lvl2pPr marL="685800" lvl="1" indent="-171450" algn="l">
              <a:lnSpc>
                <a:spcPct val="120000"/>
              </a:lnSpc>
              <a:spcBef>
                <a:spcPts val="366"/>
              </a:spcBef>
              <a:spcAft>
                <a:spcPts val="0"/>
              </a:spcAft>
              <a:buClr>
                <a:srgbClr val="888888"/>
              </a:buClr>
              <a:buSzPts val="1954"/>
              <a:buNone/>
              <a:defRPr sz="1466">
                <a:solidFill>
                  <a:srgbClr val="888888"/>
                </a:solidFill>
              </a:defRPr>
            </a:lvl2pPr>
            <a:lvl3pPr marL="1028700" lvl="2" indent="-171450" algn="l">
              <a:lnSpc>
                <a:spcPct val="120000"/>
              </a:lnSpc>
              <a:spcBef>
                <a:spcPts val="366"/>
              </a:spcBef>
              <a:spcAft>
                <a:spcPts val="0"/>
              </a:spcAft>
              <a:buClr>
                <a:srgbClr val="888888"/>
              </a:buClr>
              <a:buSzPts val="1759"/>
              <a:buNone/>
              <a:defRPr sz="1319">
                <a:solidFill>
                  <a:srgbClr val="888888"/>
                </a:solidFill>
              </a:defRPr>
            </a:lvl3pPr>
            <a:lvl4pPr marL="1371600" lvl="3" indent="-171450" algn="l">
              <a:lnSpc>
                <a:spcPct val="120000"/>
              </a:lnSpc>
              <a:spcBef>
                <a:spcPts val="366"/>
              </a:spcBef>
              <a:spcAft>
                <a:spcPts val="0"/>
              </a:spcAft>
              <a:buClr>
                <a:srgbClr val="888888"/>
              </a:buClr>
              <a:buSzPts val="1562"/>
              <a:buNone/>
              <a:defRPr sz="1172">
                <a:solidFill>
                  <a:srgbClr val="888888"/>
                </a:solidFill>
              </a:defRPr>
            </a:lvl4pPr>
            <a:lvl5pPr marL="1714500" lvl="4" indent="-171450" algn="l">
              <a:lnSpc>
                <a:spcPct val="120000"/>
              </a:lnSpc>
              <a:spcBef>
                <a:spcPts val="366"/>
              </a:spcBef>
              <a:spcAft>
                <a:spcPts val="0"/>
              </a:spcAft>
              <a:buClr>
                <a:srgbClr val="888888"/>
              </a:buClr>
              <a:buSzPts val="1562"/>
              <a:buNone/>
              <a:defRPr sz="1172">
                <a:solidFill>
                  <a:srgbClr val="888888"/>
                </a:solidFill>
              </a:defRPr>
            </a:lvl5pPr>
            <a:lvl6pPr marL="2057400" lvl="5" indent="-171450" algn="l">
              <a:lnSpc>
                <a:spcPct val="120000"/>
              </a:lnSpc>
              <a:spcBef>
                <a:spcPts val="366"/>
              </a:spcBef>
              <a:spcAft>
                <a:spcPts val="0"/>
              </a:spcAft>
              <a:buClr>
                <a:srgbClr val="888888"/>
              </a:buClr>
              <a:buSzPts val="1562"/>
              <a:buNone/>
              <a:defRPr sz="1172">
                <a:solidFill>
                  <a:srgbClr val="888888"/>
                </a:solidFill>
              </a:defRPr>
            </a:lvl6pPr>
            <a:lvl7pPr marL="2400300" lvl="6" indent="-171450" algn="l">
              <a:lnSpc>
                <a:spcPct val="120000"/>
              </a:lnSpc>
              <a:spcBef>
                <a:spcPts val="366"/>
              </a:spcBef>
              <a:spcAft>
                <a:spcPts val="0"/>
              </a:spcAft>
              <a:buClr>
                <a:srgbClr val="888888"/>
              </a:buClr>
              <a:buSzPts val="1562"/>
              <a:buNone/>
              <a:defRPr sz="1172">
                <a:solidFill>
                  <a:srgbClr val="888888"/>
                </a:solidFill>
              </a:defRPr>
            </a:lvl7pPr>
            <a:lvl8pPr marL="2743200" lvl="7" indent="-171450" algn="l">
              <a:lnSpc>
                <a:spcPct val="120000"/>
              </a:lnSpc>
              <a:spcBef>
                <a:spcPts val="366"/>
              </a:spcBef>
              <a:spcAft>
                <a:spcPts val="0"/>
              </a:spcAft>
              <a:buClr>
                <a:srgbClr val="888888"/>
              </a:buClr>
              <a:buSzPts val="1562"/>
              <a:buNone/>
              <a:defRPr sz="1172">
                <a:solidFill>
                  <a:srgbClr val="888888"/>
                </a:solidFill>
              </a:defRPr>
            </a:lvl8pPr>
            <a:lvl9pPr marL="3086100" lvl="8" indent="-171450" algn="l">
              <a:lnSpc>
                <a:spcPct val="120000"/>
              </a:lnSpc>
              <a:spcBef>
                <a:spcPts val="366"/>
              </a:spcBef>
              <a:spcAft>
                <a:spcPts val="0"/>
              </a:spcAft>
              <a:buClr>
                <a:srgbClr val="888888"/>
              </a:buClr>
              <a:buSzPts val="1562"/>
              <a:buNone/>
              <a:defRPr sz="1172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7"/>
          <p:cNvSpPr txBox="1">
            <a:spLocks noGrp="1"/>
          </p:cNvSpPr>
          <p:nvPr>
            <p:ph type="dt" idx="10"/>
          </p:nvPr>
        </p:nvSpPr>
        <p:spPr>
          <a:xfrm>
            <a:off x="683568" y="6381328"/>
            <a:ext cx="918103" cy="14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33A243B-D520-47CA-B939-D42F43F0A613}" type="datetime1">
              <a:rPr lang="en-US" smtClean="0"/>
              <a:t>9/9/2026</a:t>
            </a:fld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ftr" idx="11"/>
          </p:nvPr>
        </p:nvSpPr>
        <p:spPr>
          <a:xfrm>
            <a:off x="1709683" y="6381328"/>
            <a:ext cx="5724636" cy="144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7"/>
          <p:cNvSpPr>
            <a:spLocks noGrp="1"/>
          </p:cNvSpPr>
          <p:nvPr>
            <p:ph type="sldNum" idx="12"/>
          </p:nvPr>
        </p:nvSpPr>
        <p:spPr>
          <a:xfrm flipH="1">
            <a:off x="305991" y="6381328"/>
            <a:ext cx="269565" cy="143296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34069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AA3D7C-D0FF-40E2-8181-F39385849D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11F69-8435-4795-ADAF-BB22852B68B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EADAD31-3D75-4CB3-B2E8-32B210BB45E1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ED268-0DD8-42A5-A012-F22CED99030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9453B23A-938C-4A89-9118-56893D6A66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9592" y="609916"/>
            <a:ext cx="3085924" cy="5396642"/>
          </a:xfrm>
          <a:pattFill prst="pct5">
            <a:fgClr>
              <a:srgbClr val="002F5F"/>
            </a:fgClr>
            <a:bgClr>
              <a:schemeClr val="bg1"/>
            </a:bgClr>
          </a:pattFill>
          <a:ln w="50800">
            <a:solidFill>
              <a:schemeClr val="bg1"/>
            </a:solidFill>
          </a:ln>
          <a:effectLst>
            <a:outerShdw blurRad="127000" dist="25400" algn="ctr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A1E14393-135A-4E12-94D4-5EEE99497E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68089" y="609916"/>
            <a:ext cx="3085924" cy="5396642"/>
          </a:xfrm>
          <a:pattFill prst="pct5">
            <a:fgClr>
              <a:srgbClr val="002F5F"/>
            </a:fgClr>
            <a:bgClr>
              <a:schemeClr val="bg1"/>
            </a:bgClr>
          </a:pattFill>
          <a:ln w="50800">
            <a:solidFill>
              <a:schemeClr val="bg1"/>
            </a:solidFill>
          </a:ln>
          <a:effectLst>
            <a:outerShdw blurRad="127000" dist="25400" algn="ctr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86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6"/>
          <p:cNvSpPr txBox="1">
            <a:spLocks noGrp="1"/>
          </p:cNvSpPr>
          <p:nvPr>
            <p:ph type="title"/>
          </p:nvPr>
        </p:nvSpPr>
        <p:spPr>
          <a:xfrm>
            <a:off x="305992" y="548680"/>
            <a:ext cx="8532019" cy="100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dt" idx="10"/>
          </p:nvPr>
        </p:nvSpPr>
        <p:spPr>
          <a:xfrm>
            <a:off x="683568" y="6381328"/>
            <a:ext cx="918103" cy="14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1D72852-8436-4F51-A658-4483A3550C9F}" type="datetime1">
              <a:rPr lang="en-US" smtClean="0"/>
              <a:t>9/9/2026</a:t>
            </a:fld>
            <a:endParaRPr/>
          </a:p>
        </p:txBody>
      </p:sp>
      <p:sp>
        <p:nvSpPr>
          <p:cNvPr id="50" name="Google Shape;50;p26"/>
          <p:cNvSpPr txBox="1">
            <a:spLocks noGrp="1"/>
          </p:cNvSpPr>
          <p:nvPr>
            <p:ph type="ftr" idx="11"/>
          </p:nvPr>
        </p:nvSpPr>
        <p:spPr>
          <a:xfrm>
            <a:off x="1709683" y="6381328"/>
            <a:ext cx="5724636" cy="144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>
            <a:spLocks noGrp="1"/>
          </p:cNvSpPr>
          <p:nvPr>
            <p:ph type="sldNum" idx="12"/>
          </p:nvPr>
        </p:nvSpPr>
        <p:spPr>
          <a:xfrm flipH="1">
            <a:off x="305991" y="6381328"/>
            <a:ext cx="269565" cy="143296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00352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1_Title and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 txBox="1">
            <a:spLocks noGrp="1"/>
          </p:cNvSpPr>
          <p:nvPr>
            <p:ph type="dt" idx="10"/>
          </p:nvPr>
        </p:nvSpPr>
        <p:spPr>
          <a:xfrm>
            <a:off x="683568" y="6381328"/>
            <a:ext cx="918103" cy="14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BFE6980-EA9F-482C-86E6-3E7AF25F305A}" type="datetime1">
              <a:rPr lang="en-US" smtClean="0"/>
              <a:t>9/9/2026</a:t>
            </a:fld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ftr" idx="11"/>
          </p:nvPr>
        </p:nvSpPr>
        <p:spPr>
          <a:xfrm>
            <a:off x="1709683" y="6381328"/>
            <a:ext cx="5724636" cy="144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>
            <a:spLocks noGrp="1"/>
          </p:cNvSpPr>
          <p:nvPr>
            <p:ph type="sldNum" idx="12"/>
          </p:nvPr>
        </p:nvSpPr>
        <p:spPr>
          <a:xfrm flipH="1">
            <a:off x="305991" y="6381328"/>
            <a:ext cx="269565" cy="143296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19078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BC11B0-AEF2-4865-9610-95E18A7EFD7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7089317"/>
      </p:ext>
    </p:extLst>
  </p:cSld>
  <p:clrMapOvr>
    <a:masterClrMapping/>
  </p:clrMapOvr>
  <p:transition advTm="36000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19A750-BBD6-495A-A5D9-9813DFAD91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8850941"/>
      </p:ext>
    </p:extLst>
  </p:cSld>
  <p:clrMapOvr>
    <a:masterClrMapping/>
  </p:clrMapOvr>
  <p:transition advTm="36000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E7DD57-91CE-4C0D-A80E-C60B1C3F97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5156058"/>
      </p:ext>
    </p:extLst>
  </p:cSld>
  <p:clrMapOvr>
    <a:masterClrMapping/>
  </p:clrMapOvr>
  <p:transition advTm="36000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B8D1A0-EA0F-4CE3-B4F4-000903EF25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3448370"/>
      </p:ext>
    </p:extLst>
  </p:cSld>
  <p:clrMapOvr>
    <a:masterClrMapping/>
  </p:clrMapOvr>
  <p:transition advTm="36000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3539B9-0676-4CF5-8E0E-1723D01E48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5907037"/>
      </p:ext>
    </p:extLst>
  </p:cSld>
  <p:clrMapOvr>
    <a:masterClrMapping/>
  </p:clrMapOvr>
  <p:transition advTm="360000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2EA464-7DEF-4FAA-98B6-0BDA53B27A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9552852"/>
      </p:ext>
    </p:extLst>
  </p:cSld>
  <p:clrMapOvr>
    <a:masterClrMapping/>
  </p:clrMapOvr>
  <p:transition advTm="360000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BBA403-EEB2-4421-9D97-44965E82C30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9017195"/>
      </p:ext>
    </p:extLst>
  </p:cSld>
  <p:clrMapOvr>
    <a:masterClrMapping/>
  </p:clrMapOvr>
  <p:transition advTm="360000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221129-7DC7-4E43-B637-D4EC1445DB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062011"/>
      </p:ext>
    </p:extLst>
  </p:cSld>
  <p:clrMapOvr>
    <a:masterClrMapping/>
  </p:clrMapOvr>
  <p:transition advTm="360000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BAE7D8-F712-48DD-8646-369B55B9F95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5759551"/>
      </p:ext>
    </p:extLst>
  </p:cSld>
  <p:clrMapOvr>
    <a:masterClrMapping/>
  </p:clrMapOvr>
  <p:transition advTm="360000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657E3-4207-45F8-9E75-8C83C71389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928961"/>
      </p:ext>
    </p:extLst>
  </p:cSld>
  <p:clrMapOvr>
    <a:masterClrMapping/>
  </p:clrMapOvr>
  <p:transition advTm="360000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109571-6FAC-4662-81F8-945EDEC2F91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6200"/>
      </p:ext>
    </p:extLst>
  </p:cSld>
  <p:clrMapOvr>
    <a:masterClrMapping/>
  </p:clrMapOvr>
  <p:transition advTm="36000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Relationship Id="rId63" Type="http://schemas.openxmlformats.org/officeDocument/2006/relationships/slideLayout" Target="../slideLayouts/slideLayout74.xml"/><Relationship Id="rId68" Type="http://schemas.openxmlformats.org/officeDocument/2006/relationships/image" Target="../media/image2.png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8" Type="http://schemas.openxmlformats.org/officeDocument/2006/relationships/slideLayout" Target="../slideLayouts/slideLayout69.xml"/><Relationship Id="rId66" Type="http://schemas.openxmlformats.org/officeDocument/2006/relationships/slideLayout" Target="../slideLayouts/slideLayout77.xml"/><Relationship Id="rId5" Type="http://schemas.openxmlformats.org/officeDocument/2006/relationships/slideLayout" Target="../slideLayouts/slideLayout16.xml"/><Relationship Id="rId61" Type="http://schemas.openxmlformats.org/officeDocument/2006/relationships/slideLayout" Target="../slideLayouts/slideLayout72.xml"/><Relationship Id="rId1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56" Type="http://schemas.openxmlformats.org/officeDocument/2006/relationships/slideLayout" Target="../slideLayouts/slideLayout67.xml"/><Relationship Id="rId64" Type="http://schemas.openxmlformats.org/officeDocument/2006/relationships/slideLayout" Target="../slideLayouts/slideLayout75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59" Type="http://schemas.openxmlformats.org/officeDocument/2006/relationships/slideLayout" Target="../slideLayouts/slideLayout70.xml"/><Relationship Id="rId67" Type="http://schemas.openxmlformats.org/officeDocument/2006/relationships/theme" Target="../theme/theme2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6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Relationship Id="rId60" Type="http://schemas.openxmlformats.org/officeDocument/2006/relationships/slideLayout" Target="../slideLayouts/slideLayout71.xml"/><Relationship Id="rId65" Type="http://schemas.openxmlformats.org/officeDocument/2006/relationships/slideLayout" Target="../slideLayouts/slideLayout76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9" Type="http://schemas.openxmlformats.org/officeDocument/2006/relationships/slideLayout" Target="../slideLayouts/slideLayout5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9F50B9F-1718-7857-1E6B-3D0B90685546}"/>
              </a:ext>
            </a:extLst>
          </p:cNvPr>
          <p:cNvSpPr/>
          <p:nvPr userDrawn="1"/>
        </p:nvSpPr>
        <p:spPr>
          <a:xfrm>
            <a:off x="-1" y="-1"/>
            <a:ext cx="9144001" cy="6858001"/>
          </a:xfrm>
          <a:prstGeom prst="rect">
            <a:avLst/>
          </a:prstGeom>
          <a:solidFill>
            <a:srgbClr val="05254C"/>
          </a:solidFill>
          <a:ln>
            <a:solidFill>
              <a:srgbClr val="0525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map of the south and the south&#10;&#10;Description automatically generated with medium confidence">
            <a:extLst>
              <a:ext uri="{FF2B5EF4-FFF2-40B4-BE49-F238E27FC236}">
                <a16:creationId xmlns:a16="http://schemas.microsoft.com/office/drawing/2014/main" id="{23297EE1-D16C-D0F2-C950-66D31BDFF3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9" t="2072"/>
          <a:stretch/>
        </p:blipFill>
        <p:spPr>
          <a:xfrm>
            <a:off x="-2" y="1123122"/>
            <a:ext cx="9144001" cy="4581939"/>
          </a:xfrm>
          <a:prstGeom prst="rect">
            <a:avLst/>
          </a:prstGeom>
        </p:spPr>
      </p:pic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9574B4C9-FB81-556B-7D14-DA5B905A90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DE974C-B015-4960-9DAB-14E5D9F97D84}" type="datetime3">
              <a:rPr lang="en-US" smtClean="0"/>
              <a:pPr/>
              <a:t>9 September 2026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15E4336-2253-FAF1-55F3-D9B62FB749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C8F951F2-7C65-AFB9-2B9C-CD9C597A7E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7DA91C0C-E03F-BB68-2FE7-E5184A973910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984876" y="6236625"/>
            <a:ext cx="1006724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3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9A69DA8-AF9A-0A5A-F22F-6A06490A1615}"/>
              </a:ext>
            </a:extLst>
          </p:cNvPr>
          <p:cNvCxnSpPr>
            <a:cxnSpLocks/>
          </p:cNvCxnSpPr>
          <p:nvPr userDrawn="1"/>
        </p:nvCxnSpPr>
        <p:spPr>
          <a:xfrm flipH="1">
            <a:off x="7106356" y="3429000"/>
            <a:ext cx="1089377" cy="227606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ransition advTm="36000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 noChangeAspect="1"/>
          </p:cNvSpPr>
          <p:nvPr>
            <p:ph type="sldNum" sz="quarter" idx="4"/>
          </p:nvPr>
        </p:nvSpPr>
        <p:spPr>
          <a:xfrm flipH="1">
            <a:off x="305991" y="6381328"/>
            <a:ext cx="269565" cy="143296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vert="horz" wrap="none" lIns="0" tIns="0" rIns="0" bIns="0" rtlCol="0" anchor="ctr" anchorCtr="0"/>
          <a:lstStyle>
            <a:lvl1pPr algn="ctr">
              <a:defRPr sz="450" b="0" cap="all" spc="75" baseline="0"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5992" y="548680"/>
            <a:ext cx="8532018" cy="100811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5991" y="1844823"/>
            <a:ext cx="8532019" cy="417656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568" y="6381328"/>
            <a:ext cx="918102" cy="143296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 algn="l">
              <a:defRPr sz="450" b="0" cap="all" spc="150" baseline="0">
                <a:solidFill>
                  <a:schemeClr val="accent2"/>
                </a:solidFill>
              </a:defRPr>
            </a:lvl1pPr>
          </a:lstStyle>
          <a:p>
            <a:fld id="{1981F3B1-2685-412E-B1F7-37C985B43395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9682" y="6381328"/>
            <a:ext cx="5724636" cy="14401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defRPr sz="450" b="0" cap="all" spc="150" baseline="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(c)" hidden="1"/>
          <p:cNvSpPr txBox="1"/>
          <p:nvPr/>
        </p:nvSpPr>
        <p:spPr>
          <a:xfrm>
            <a:off x="8994698" y="6891796"/>
            <a:ext cx="144270" cy="230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fi-FI" sz="150" dirty="0">
                <a:solidFill>
                  <a:schemeClr val="bg1"/>
                </a:solidFill>
                <a:latin typeface="+mn-lt"/>
              </a:rPr>
              <a:t>©grow. for</a:t>
            </a:r>
            <a:r>
              <a:rPr lang="fi-FI" sz="150" baseline="0" dirty="0">
                <a:solidFill>
                  <a:schemeClr val="bg1"/>
                </a:solidFill>
                <a:latin typeface="+mn-lt"/>
              </a:rPr>
              <a:t> </a:t>
            </a:r>
            <a:r>
              <a:rPr lang="fi-FI" sz="150" baseline="0" dirty="0" err="1">
                <a:solidFill>
                  <a:schemeClr val="bg1"/>
                </a:solidFill>
                <a:latin typeface="+mn-lt"/>
              </a:rPr>
              <a:t>lamor</a:t>
            </a:r>
            <a:endParaRPr lang="en-GB" sz="150" dirty="0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5" name="(logo)" descr="Z:\GRW (grow)\logot\copyright_grow.png" hidden="1"/>
          <p:cNvPicPr>
            <a:picLocks noChangeAspect="1" noChangeArrowheads="1"/>
          </p:cNvPicPr>
          <p:nvPr/>
        </p:nvPicPr>
        <p:blipFill>
          <a:blip r:embed="rId6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6000"/>
            <a:ext cx="45196" cy="1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Freeform 6">
            <a:extLst>
              <a:ext uri="{FF2B5EF4-FFF2-40B4-BE49-F238E27FC236}">
                <a16:creationId xmlns:a16="http://schemas.microsoft.com/office/drawing/2014/main" id="{E86E414C-BDA4-6235-036B-2F3BB126709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984876" y="6236625"/>
            <a:ext cx="84822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300"/>
          </a:p>
        </p:txBody>
      </p:sp>
    </p:spTree>
    <p:extLst>
      <p:ext uri="{BB962C8B-B14F-4D97-AF65-F5344CB8AC3E}">
        <p14:creationId xmlns:p14="http://schemas.microsoft.com/office/powerpoint/2010/main" val="1273766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2" r:id="rId28"/>
    <p:sldLayoutId id="2147483703" r:id="rId29"/>
    <p:sldLayoutId id="2147483704" r:id="rId30"/>
    <p:sldLayoutId id="2147483705" r:id="rId31"/>
    <p:sldLayoutId id="2147483706" r:id="rId32"/>
    <p:sldLayoutId id="2147483707" r:id="rId33"/>
    <p:sldLayoutId id="2147483708" r:id="rId34"/>
    <p:sldLayoutId id="2147483709" r:id="rId35"/>
    <p:sldLayoutId id="2147483710" r:id="rId36"/>
    <p:sldLayoutId id="2147483711" r:id="rId37"/>
    <p:sldLayoutId id="2147483712" r:id="rId38"/>
    <p:sldLayoutId id="2147483713" r:id="rId39"/>
    <p:sldLayoutId id="2147483714" r:id="rId40"/>
    <p:sldLayoutId id="2147483715" r:id="rId41"/>
    <p:sldLayoutId id="2147483716" r:id="rId42"/>
    <p:sldLayoutId id="2147483717" r:id="rId43"/>
    <p:sldLayoutId id="2147483718" r:id="rId44"/>
    <p:sldLayoutId id="2147483719" r:id="rId45"/>
    <p:sldLayoutId id="2147483720" r:id="rId46"/>
    <p:sldLayoutId id="2147483721" r:id="rId47"/>
    <p:sldLayoutId id="2147483722" r:id="rId48"/>
    <p:sldLayoutId id="2147483723" r:id="rId49"/>
    <p:sldLayoutId id="2147483724" r:id="rId50"/>
    <p:sldLayoutId id="2147483725" r:id="rId51"/>
    <p:sldLayoutId id="2147483726" r:id="rId52"/>
    <p:sldLayoutId id="2147483727" r:id="rId53"/>
    <p:sldLayoutId id="2147483728" r:id="rId54"/>
    <p:sldLayoutId id="2147483729" r:id="rId55"/>
    <p:sldLayoutId id="2147483730" r:id="rId56"/>
    <p:sldLayoutId id="2147483731" r:id="rId57"/>
    <p:sldLayoutId id="2147483732" r:id="rId58"/>
    <p:sldLayoutId id="2147483733" r:id="rId59"/>
    <p:sldLayoutId id="2147483734" r:id="rId60"/>
    <p:sldLayoutId id="2147483735" r:id="rId61"/>
    <p:sldLayoutId id="2147483736" r:id="rId62"/>
    <p:sldLayoutId id="2147483737" r:id="rId63"/>
    <p:sldLayoutId id="2147483738" r:id="rId64"/>
    <p:sldLayoutId id="2147483739" r:id="rId65"/>
    <p:sldLayoutId id="2147483740" r:id="rId66"/>
  </p:sldLayoutIdLst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hf hdr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20000"/>
        </a:lnSpc>
        <a:spcBef>
          <a:spcPts val="450"/>
        </a:spcBef>
        <a:buFontTx/>
        <a:buNone/>
        <a:defRPr sz="1350" kern="1200">
          <a:solidFill>
            <a:schemeClr val="accent2"/>
          </a:solidFill>
          <a:latin typeface="+mn-lt"/>
          <a:ea typeface="+mn-ea"/>
          <a:cs typeface="+mn-cs"/>
        </a:defRPr>
      </a:lvl1pPr>
      <a:lvl2pPr marL="200025" indent="-200025" algn="l" defTabSz="685800" rtl="0" eaLnBrk="1" latinLnBrk="0" hangingPunct="1">
        <a:lnSpc>
          <a:spcPct val="120000"/>
        </a:lnSpc>
        <a:spcBef>
          <a:spcPts val="450"/>
        </a:spcBef>
        <a:buFont typeface="Arial" panose="020B0604020202020204" pitchFamily="34" charset="0"/>
        <a:buChar char="•"/>
        <a:defRPr sz="1350" kern="1200">
          <a:solidFill>
            <a:schemeClr val="accent2"/>
          </a:solidFill>
          <a:latin typeface="+mn-lt"/>
          <a:ea typeface="+mn-ea"/>
          <a:cs typeface="+mn-cs"/>
        </a:defRPr>
      </a:lvl2pPr>
      <a:lvl3pPr marL="407194" indent="-207169" algn="l" defTabSz="685800" rtl="0" eaLnBrk="1" latinLnBrk="0" hangingPunct="1">
        <a:lnSpc>
          <a:spcPct val="120000"/>
        </a:lnSpc>
        <a:spcBef>
          <a:spcPts val="450"/>
        </a:spcBef>
        <a:buFont typeface="Arial" panose="020B0604020202020204" pitchFamily="34" charset="0"/>
        <a:buChar char="•"/>
        <a:defRPr sz="12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607219" indent="-200025" algn="l" defTabSz="685800" rtl="0" eaLnBrk="1" latinLnBrk="0" hangingPunct="1">
        <a:lnSpc>
          <a:spcPct val="120000"/>
        </a:lnSpc>
        <a:spcBef>
          <a:spcPts val="450"/>
        </a:spcBef>
        <a:buFont typeface="Arial" panose="020B0604020202020204" pitchFamily="34" charset="0"/>
        <a:buChar char="•"/>
        <a:defRPr sz="12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807244" indent="-200025" algn="l" defTabSz="685800" rtl="0" eaLnBrk="1" latinLnBrk="0" hangingPunct="1">
        <a:lnSpc>
          <a:spcPct val="120000"/>
        </a:lnSpc>
        <a:spcBef>
          <a:spcPts val="450"/>
        </a:spcBef>
        <a:buFont typeface="Arial" panose="020B0604020202020204" pitchFamily="34" charset="0"/>
        <a:buChar char="•"/>
        <a:defRPr sz="1050" kern="1200">
          <a:solidFill>
            <a:schemeClr val="accent2"/>
          </a:solidFill>
          <a:latin typeface="+mn-lt"/>
          <a:ea typeface="+mn-ea"/>
          <a:cs typeface="+mn-cs"/>
        </a:defRPr>
      </a:lvl5pPr>
      <a:lvl6pPr marL="1007269" indent="-200025" algn="l" defTabSz="685800" rtl="0" eaLnBrk="1" latinLnBrk="0" hangingPunct="1">
        <a:lnSpc>
          <a:spcPct val="120000"/>
        </a:lnSpc>
        <a:spcBef>
          <a:spcPts val="450"/>
        </a:spcBef>
        <a:buFont typeface="Arial" panose="020B0604020202020204" pitchFamily="34" charset="0"/>
        <a:buChar char="•"/>
        <a:defRPr sz="1050" kern="1200">
          <a:solidFill>
            <a:schemeClr val="accent2"/>
          </a:solidFill>
          <a:latin typeface="+mn-lt"/>
          <a:ea typeface="+mn-ea"/>
          <a:cs typeface="+mn-cs"/>
        </a:defRPr>
      </a:lvl6pPr>
      <a:lvl7pPr marL="1214438" indent="-207169" algn="l" defTabSz="685800" rtl="0" eaLnBrk="1" latinLnBrk="0" hangingPunct="1">
        <a:lnSpc>
          <a:spcPct val="120000"/>
        </a:lnSpc>
        <a:spcBef>
          <a:spcPts val="450"/>
        </a:spcBef>
        <a:buFont typeface="Arial" panose="020B0604020202020204" pitchFamily="34" charset="0"/>
        <a:buChar char="•"/>
        <a:defRPr sz="1050" kern="1200">
          <a:solidFill>
            <a:schemeClr val="accent2"/>
          </a:solidFill>
          <a:latin typeface="+mn-lt"/>
          <a:ea typeface="+mn-ea"/>
          <a:cs typeface="+mn-cs"/>
        </a:defRPr>
      </a:lvl7pPr>
      <a:lvl8pPr marL="1414463" indent="-200025" algn="l" defTabSz="685800" rtl="0" eaLnBrk="1" latinLnBrk="0" hangingPunct="1">
        <a:lnSpc>
          <a:spcPct val="120000"/>
        </a:lnSpc>
        <a:spcBef>
          <a:spcPts val="450"/>
        </a:spcBef>
        <a:buFont typeface="Arial" panose="020B0604020202020204" pitchFamily="34" charset="0"/>
        <a:buChar char="•"/>
        <a:defRPr sz="1050" kern="1200">
          <a:solidFill>
            <a:schemeClr val="accent2"/>
          </a:solidFill>
          <a:latin typeface="+mn-lt"/>
          <a:ea typeface="+mn-ea"/>
          <a:cs typeface="+mn-cs"/>
        </a:defRPr>
      </a:lvl8pPr>
      <a:lvl9pPr marL="1614488" indent="-200025" algn="l" defTabSz="685800" rtl="0" eaLnBrk="1" latinLnBrk="0" hangingPunct="1">
        <a:lnSpc>
          <a:spcPct val="120000"/>
        </a:lnSpc>
        <a:spcBef>
          <a:spcPts val="450"/>
        </a:spcBef>
        <a:buFont typeface="Arial" panose="020B0604020202020204" pitchFamily="34" charset="0"/>
        <a:buChar char="•"/>
        <a:defRPr sz="1050" kern="1200">
          <a:solidFill>
            <a:schemeClr val="accent2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6" orient="horz" pos="346">
          <p15:clr>
            <a:srgbClr val="F26B43"/>
          </p15:clr>
        </p15:guide>
        <p15:guide id="8" orient="horz" pos="1162">
          <p15:clr>
            <a:srgbClr val="F26B43"/>
          </p15:clr>
        </p15:guide>
        <p15:guide id="10" pos="257">
          <p15:clr>
            <a:srgbClr val="F26B43"/>
          </p15:clr>
        </p15:guide>
        <p15:guide id="12" orient="horz" pos="3793">
          <p15:clr>
            <a:srgbClr val="F26B43"/>
          </p15:clr>
        </p15:guide>
        <p15:guide id="13" pos="7423">
          <p15:clr>
            <a:srgbClr val="F26B43"/>
          </p15:clr>
        </p15:guide>
        <p15:guide id="15" orient="horz" pos="2160">
          <p15:clr>
            <a:srgbClr val="F26B43"/>
          </p15:clr>
        </p15:guide>
        <p15:guide id="16" orient="horz" pos="98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9F50B9F-1718-7857-1E6B-3D0B90685546}"/>
              </a:ext>
            </a:extLst>
          </p:cNvPr>
          <p:cNvSpPr/>
          <p:nvPr userDrawn="1"/>
        </p:nvSpPr>
        <p:spPr>
          <a:xfrm>
            <a:off x="-1" y="-1"/>
            <a:ext cx="9144001" cy="6858001"/>
          </a:xfrm>
          <a:prstGeom prst="rect">
            <a:avLst/>
          </a:prstGeom>
          <a:solidFill>
            <a:srgbClr val="05254C"/>
          </a:solidFill>
          <a:ln>
            <a:solidFill>
              <a:srgbClr val="0525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map of the south and the south&#10;&#10;Description automatically generated with medium confidence">
            <a:extLst>
              <a:ext uri="{FF2B5EF4-FFF2-40B4-BE49-F238E27FC236}">
                <a16:creationId xmlns:a16="http://schemas.microsoft.com/office/drawing/2014/main" id="{23297EE1-D16C-D0F2-C950-66D31BDFF3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2" t="2072"/>
          <a:stretch/>
        </p:blipFill>
        <p:spPr>
          <a:xfrm>
            <a:off x="-1143000" y="151779"/>
            <a:ext cx="10287000" cy="4581939"/>
          </a:xfrm>
          <a:prstGeom prst="rect">
            <a:avLst/>
          </a:prstGeom>
        </p:spPr>
      </p:pic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9574B4C9-FB81-556B-7D14-DA5B905A90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DE974C-B015-4960-9DAB-14E5D9F97D84}" type="datetime3">
              <a:rPr lang="en-US" smtClean="0"/>
              <a:pPr/>
              <a:t>9 September 2026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15E4336-2253-FAF1-55F3-D9B62FB749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C8F951F2-7C65-AFB9-2B9C-CD9C597A7E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7DA91C0C-E03F-BB68-2FE7-E5184A973910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984876" y="6236625"/>
            <a:ext cx="1006724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300"/>
          </a:p>
        </p:txBody>
      </p:sp>
    </p:spTree>
    <p:extLst>
      <p:ext uri="{BB962C8B-B14F-4D97-AF65-F5344CB8AC3E}">
        <p14:creationId xmlns:p14="http://schemas.microsoft.com/office/powerpoint/2010/main" val="2538046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advTm="36000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ext Box 3"/>
          <p:cNvSpPr txBox="1">
            <a:spLocks noChangeArrowheads="1"/>
          </p:cNvSpPr>
          <p:nvPr/>
        </p:nvSpPr>
        <p:spPr bwMode="auto">
          <a:xfrm>
            <a:off x="1066800" y="2327275"/>
            <a:ext cx="7105650" cy="1754326"/>
          </a:xfrm>
          <a:prstGeom prst="rect">
            <a:avLst/>
          </a:prstGeom>
          <a:solidFill>
            <a:schemeClr val="bg1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3600" b="1" dirty="0">
                <a:solidFill>
                  <a:schemeClr val="accent6"/>
                </a:solidFill>
                <a:latin typeface="Tahoma" pitchFamily="34" charset="0"/>
              </a:rPr>
              <a:t>The purpose of this exercise is to test your knowledge of responding to an oil spill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81EFF75F-F921-EADD-8741-ED8B9D863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89469"/>
            <a:ext cx="9144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3600" b="1" dirty="0">
                <a:solidFill>
                  <a:schemeClr val="bg1"/>
                </a:solidFill>
                <a:latin typeface="Tahoma" pitchFamily="34" charset="0"/>
              </a:rPr>
              <a:t>Exercise 1: Identify the Sensitivities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F9B84A-8563-A3E6-06D5-9B118CDA8452}"/>
              </a:ext>
            </a:extLst>
          </p:cNvPr>
          <p:cNvSpPr txBox="1"/>
          <p:nvPr/>
        </p:nvSpPr>
        <p:spPr>
          <a:xfrm>
            <a:off x="1858192" y="6090603"/>
            <a:ext cx="51532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1800" b="1" dirty="0">
                <a:solidFill>
                  <a:schemeClr val="bg1"/>
                </a:solidFill>
                <a:latin typeface="Tahoma" pitchFamily="34" charset="0"/>
              </a:rPr>
              <a:t>Location: Isle of Portland, UK</a:t>
            </a:r>
          </a:p>
        </p:txBody>
      </p:sp>
    </p:spTree>
  </p:cSld>
  <p:clrMapOvr>
    <a:masterClrMapping/>
  </p:clrMapOvr>
  <p:transition advTm="600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81EFF75F-F921-EADD-8741-ED8B9D863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89469"/>
            <a:ext cx="9144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3600" b="1" dirty="0">
                <a:solidFill>
                  <a:srgbClr val="002060"/>
                </a:solidFill>
                <a:latin typeface="Tahoma" pitchFamily="34" charset="0"/>
              </a:rPr>
              <a:t>Isle of Purbeck Sensitivities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A7CD5B7-C742-349B-F494-423C30F8AC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190249"/>
              </p:ext>
            </p:extLst>
          </p:nvPr>
        </p:nvGraphicFramePr>
        <p:xfrm>
          <a:off x="2333623" y="4833255"/>
          <a:ext cx="4476753" cy="1737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92251">
                  <a:extLst>
                    <a:ext uri="{9D8B030D-6E8A-4147-A177-3AD203B41FA5}">
                      <a16:colId xmlns:a16="http://schemas.microsoft.com/office/drawing/2014/main" val="242652741"/>
                    </a:ext>
                  </a:extLst>
                </a:gridCol>
                <a:gridCol w="1492251">
                  <a:extLst>
                    <a:ext uri="{9D8B030D-6E8A-4147-A177-3AD203B41FA5}">
                      <a16:colId xmlns:a16="http://schemas.microsoft.com/office/drawing/2014/main" val="2101793612"/>
                    </a:ext>
                  </a:extLst>
                </a:gridCol>
                <a:gridCol w="1492251">
                  <a:extLst>
                    <a:ext uri="{9D8B030D-6E8A-4147-A177-3AD203B41FA5}">
                      <a16:colId xmlns:a16="http://schemas.microsoft.com/office/drawing/2014/main" val="2535239503"/>
                    </a:ext>
                  </a:extLst>
                </a:gridCol>
              </a:tblGrid>
              <a:tr h="21118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Environmental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Economic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Sociological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8995982"/>
                  </a:ext>
                </a:extLst>
              </a:tr>
              <a:tr h="21118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Marine mammals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Commercial </a:t>
                      </a:r>
                      <a:r>
                        <a:rPr lang="en-US" sz="1400" dirty="0" err="1"/>
                        <a:t>Harbour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Recreational Sailing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6060033"/>
                  </a:ext>
                </a:extLst>
              </a:tr>
              <a:tr h="21118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Shoreline birds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Tourism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Watersports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851446"/>
                  </a:ext>
                </a:extLst>
              </a:tr>
              <a:tr h="21118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SSI’s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Stone Quarrying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Hiking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14928"/>
                  </a:ext>
                </a:extLst>
              </a:tr>
              <a:tr h="21118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UNESCO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Fishing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6283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8820310"/>
      </p:ext>
    </p:extLst>
  </p:cSld>
  <p:clrMapOvr>
    <a:masterClrMapping/>
  </p:clrMapOvr>
  <p:transition advTm="60000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ext Box 6"/>
          <p:cNvSpPr txBox="1">
            <a:spLocks noChangeArrowheads="1"/>
          </p:cNvSpPr>
          <p:nvPr/>
        </p:nvSpPr>
        <p:spPr bwMode="auto">
          <a:xfrm>
            <a:off x="1189202" y="1305341"/>
            <a:ext cx="7105650" cy="3600986"/>
          </a:xfrm>
          <a:prstGeom prst="rect">
            <a:avLst/>
          </a:prstGeom>
          <a:solidFill>
            <a:schemeClr val="bg1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400" b="1" dirty="0">
                <a:solidFill>
                  <a:schemeClr val="accent6"/>
                </a:solidFill>
                <a:latin typeface="Tahoma" pitchFamily="34" charset="0"/>
              </a:rPr>
              <a:t>From the scenarios given, decide on the appropriate response strategy in each case.</a:t>
            </a:r>
          </a:p>
          <a:p>
            <a:pPr marL="342900" indent="-342900">
              <a:spcBef>
                <a:spcPct val="50000"/>
              </a:spcBef>
              <a:buFontTx/>
              <a:buChar char="-"/>
            </a:pPr>
            <a:r>
              <a:rPr lang="en-GB" sz="2400" b="1" dirty="0">
                <a:solidFill>
                  <a:schemeClr val="accent6"/>
                </a:solidFill>
                <a:latin typeface="Tahoma" pitchFamily="34" charset="0"/>
              </a:rPr>
              <a:t>Monitor and evaluate</a:t>
            </a:r>
          </a:p>
          <a:p>
            <a:pPr marL="342900" indent="-342900">
              <a:spcBef>
                <a:spcPct val="50000"/>
              </a:spcBef>
              <a:buFontTx/>
              <a:buChar char="-"/>
            </a:pPr>
            <a:r>
              <a:rPr lang="en-GB" sz="2400" b="1" dirty="0">
                <a:solidFill>
                  <a:schemeClr val="accent6"/>
                </a:solidFill>
                <a:latin typeface="Tahoma" pitchFamily="34" charset="0"/>
              </a:rPr>
              <a:t>Dispersants</a:t>
            </a:r>
          </a:p>
          <a:p>
            <a:pPr marL="342900" indent="-342900">
              <a:spcBef>
                <a:spcPct val="50000"/>
              </a:spcBef>
              <a:buFontTx/>
              <a:buChar char="-"/>
            </a:pPr>
            <a:r>
              <a:rPr lang="en-GB" sz="2400" b="1" dirty="0">
                <a:solidFill>
                  <a:schemeClr val="accent6"/>
                </a:solidFill>
                <a:latin typeface="Tahoma" pitchFamily="34" charset="0"/>
              </a:rPr>
              <a:t>Containment and Recovery</a:t>
            </a:r>
          </a:p>
          <a:p>
            <a:pPr marL="342900" indent="-342900">
              <a:spcBef>
                <a:spcPct val="50000"/>
              </a:spcBef>
              <a:buFontTx/>
              <a:buChar char="-"/>
            </a:pPr>
            <a:r>
              <a:rPr lang="en-GB" sz="2400" b="1" dirty="0">
                <a:solidFill>
                  <a:schemeClr val="accent6"/>
                </a:solidFill>
                <a:latin typeface="Tahoma" pitchFamily="34" charset="0"/>
              </a:rPr>
              <a:t>Protection</a:t>
            </a:r>
          </a:p>
          <a:p>
            <a:pPr marL="342900" indent="-342900">
              <a:spcBef>
                <a:spcPct val="50000"/>
              </a:spcBef>
              <a:buFontTx/>
              <a:buChar char="-"/>
            </a:pPr>
            <a:r>
              <a:rPr lang="en-GB" sz="2400" b="1" dirty="0">
                <a:solidFill>
                  <a:schemeClr val="accent6"/>
                </a:solidFill>
                <a:latin typeface="Tahoma" pitchFamily="34" charset="0"/>
              </a:rPr>
              <a:t>Shoreline clean-up (or others)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" name="AutoShape 9"/>
          <p:cNvSpPr>
            <a:spLocks noChangeArrowheads="1"/>
          </p:cNvSpPr>
          <p:nvPr/>
        </p:nvSpPr>
        <p:spPr bwMode="auto">
          <a:xfrm>
            <a:off x="5133703" y="294821"/>
            <a:ext cx="3726134" cy="2971617"/>
          </a:xfrm>
          <a:prstGeom prst="roundRect">
            <a:avLst>
              <a:gd name="adj" fmla="val 11866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610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80104"/>
              </p:ext>
            </p:extLst>
          </p:nvPr>
        </p:nvGraphicFramePr>
        <p:xfrm>
          <a:off x="5416927" y="383722"/>
          <a:ext cx="3307972" cy="2882717"/>
        </p:xfrm>
        <a:graphic>
          <a:graphicData uri="http://schemas.openxmlformats.org/drawingml/2006/table">
            <a:tbl>
              <a:tblPr/>
              <a:tblGrid>
                <a:gridCol w="1699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8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28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Wind Speed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 knots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12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Wave Height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 </a:t>
                      </a:r>
                      <a:r>
                        <a:rPr kumimoji="0" lang="en-GB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mtr</a:t>
                      </a:r>
                      <a:endParaRPr kumimoji="0" lang="en-GB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8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Visibility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Good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28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Oil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HFO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28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Quantity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 tonnes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269" name="Text Box 34"/>
          <p:cNvSpPr txBox="1">
            <a:spLocks noChangeArrowheads="1"/>
          </p:cNvSpPr>
          <p:nvPr/>
        </p:nvSpPr>
        <p:spPr bwMode="auto">
          <a:xfrm>
            <a:off x="411162" y="5546725"/>
            <a:ext cx="753745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8000" b="1" dirty="0">
                <a:solidFill>
                  <a:schemeClr val="bg1"/>
                </a:solidFill>
                <a:latin typeface="Tahoma" pitchFamily="34" charset="0"/>
              </a:rPr>
              <a:t>Scenario 1</a:t>
            </a:r>
          </a:p>
        </p:txBody>
      </p:sp>
      <p:sp>
        <p:nvSpPr>
          <p:cNvPr id="3" name="Line 34">
            <a:extLst>
              <a:ext uri="{FF2B5EF4-FFF2-40B4-BE49-F238E27FC236}">
                <a16:creationId xmlns:a16="http://schemas.microsoft.com/office/drawing/2014/main" id="{DDC2B0A9-F0D2-2073-A50B-475D7545F24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30136" y="2429691"/>
            <a:ext cx="1293223" cy="1998617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 type="oval" w="lg" len="lg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35">
            <a:extLst>
              <a:ext uri="{FF2B5EF4-FFF2-40B4-BE49-F238E27FC236}">
                <a16:creationId xmlns:a16="http://schemas.microsoft.com/office/drawing/2014/main" id="{955FF2A1-E193-0B6F-92F7-991B1C948C0F}"/>
              </a:ext>
            </a:extLst>
          </p:cNvPr>
          <p:cNvSpPr>
            <a:spLocks/>
          </p:cNvSpPr>
          <p:nvPr/>
        </p:nvSpPr>
        <p:spPr bwMode="auto">
          <a:xfrm>
            <a:off x="4572000" y="4428308"/>
            <a:ext cx="850900" cy="334962"/>
          </a:xfrm>
          <a:prstGeom prst="accentBorderCallout1">
            <a:avLst>
              <a:gd name="adj1" fmla="val 34125"/>
              <a:gd name="adj2" fmla="val -8954"/>
              <a:gd name="adj3" fmla="val -8532"/>
              <a:gd name="adj4" fmla="val -62875"/>
            </a:avLst>
          </a:prstGeom>
          <a:solidFill>
            <a:schemeClr val="bg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GB" sz="1400" b="1" dirty="0">
                <a:latin typeface="Tahoma" pitchFamily="34" charset="0"/>
              </a:rPr>
              <a:t>10:00</a:t>
            </a:r>
          </a:p>
        </p:txBody>
      </p:sp>
      <p:sp>
        <p:nvSpPr>
          <p:cNvPr id="5" name="AutoShape 36">
            <a:extLst>
              <a:ext uri="{FF2B5EF4-FFF2-40B4-BE49-F238E27FC236}">
                <a16:creationId xmlns:a16="http://schemas.microsoft.com/office/drawing/2014/main" id="{C21C1A46-8231-3778-4566-E48933B91903}"/>
              </a:ext>
            </a:extLst>
          </p:cNvPr>
          <p:cNvSpPr>
            <a:spLocks/>
          </p:cNvSpPr>
          <p:nvPr/>
        </p:nvSpPr>
        <p:spPr bwMode="auto">
          <a:xfrm>
            <a:off x="3066687" y="2132829"/>
            <a:ext cx="901700" cy="334962"/>
          </a:xfrm>
          <a:prstGeom prst="accentBorderCallout1">
            <a:avLst>
              <a:gd name="adj1" fmla="val 34125"/>
              <a:gd name="adj2" fmla="val -8449"/>
              <a:gd name="adj3" fmla="val 81042"/>
              <a:gd name="adj4" fmla="val -34509"/>
            </a:avLst>
          </a:prstGeom>
          <a:solidFill>
            <a:schemeClr val="bg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GB" sz="1400" b="1">
                <a:latin typeface="Tahoma" pitchFamily="34" charset="0"/>
              </a:rPr>
              <a:t>16:00</a:t>
            </a:r>
          </a:p>
        </p:txBody>
      </p:sp>
    </p:spTree>
  </p:cSld>
  <p:clrMapOvr>
    <a:masterClrMapping/>
  </p:clrMapOvr>
  <p:transition advTm="30000">
    <p:sndAc>
      <p:stSnd>
        <p:snd r:embed="rId3" name="chimes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AutoShape 9"/>
          <p:cNvSpPr>
            <a:spLocks noChangeArrowheads="1"/>
          </p:cNvSpPr>
          <p:nvPr/>
        </p:nvSpPr>
        <p:spPr bwMode="auto">
          <a:xfrm>
            <a:off x="219212" y="386262"/>
            <a:ext cx="1922462" cy="1408113"/>
          </a:xfrm>
          <a:prstGeom prst="roundRect">
            <a:avLst>
              <a:gd name="adj" fmla="val 11866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922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020018"/>
              </p:ext>
            </p:extLst>
          </p:nvPr>
        </p:nvGraphicFramePr>
        <p:xfrm>
          <a:off x="274774" y="475162"/>
          <a:ext cx="1776413" cy="1219200"/>
        </p:xfrm>
        <a:graphic>
          <a:graphicData uri="http://schemas.openxmlformats.org/drawingml/2006/table">
            <a:tbl>
              <a:tblPr/>
              <a:tblGrid>
                <a:gridCol w="912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Wind Speed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 knots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Wave Height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 mtr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7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Visibility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Good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Oil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HFO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Quantity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 tonnes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5314" name="Line 34"/>
          <p:cNvSpPr>
            <a:spLocks noChangeShapeType="1"/>
          </p:cNvSpPr>
          <p:nvPr/>
        </p:nvSpPr>
        <p:spPr bwMode="auto">
          <a:xfrm flipH="1" flipV="1">
            <a:off x="2730136" y="2429691"/>
            <a:ext cx="1293223" cy="1998617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 type="oval" w="lg" len="lg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5315" name="AutoShape 35"/>
          <p:cNvSpPr>
            <a:spLocks/>
          </p:cNvSpPr>
          <p:nvPr/>
        </p:nvSpPr>
        <p:spPr bwMode="auto">
          <a:xfrm>
            <a:off x="4572000" y="4428308"/>
            <a:ext cx="850900" cy="334962"/>
          </a:xfrm>
          <a:prstGeom prst="accentBorderCallout1">
            <a:avLst>
              <a:gd name="adj1" fmla="val 34125"/>
              <a:gd name="adj2" fmla="val -8954"/>
              <a:gd name="adj3" fmla="val -8532"/>
              <a:gd name="adj4" fmla="val -62875"/>
            </a:avLst>
          </a:prstGeom>
          <a:solidFill>
            <a:schemeClr val="bg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GB" sz="1400" b="1" dirty="0">
                <a:latin typeface="Tahoma" pitchFamily="34" charset="0"/>
              </a:rPr>
              <a:t>10:00</a:t>
            </a:r>
          </a:p>
        </p:txBody>
      </p:sp>
      <p:sp>
        <p:nvSpPr>
          <p:cNvPr id="55316" name="AutoShape 36"/>
          <p:cNvSpPr>
            <a:spLocks/>
          </p:cNvSpPr>
          <p:nvPr/>
        </p:nvSpPr>
        <p:spPr bwMode="auto">
          <a:xfrm>
            <a:off x="3066687" y="2132829"/>
            <a:ext cx="901700" cy="334962"/>
          </a:xfrm>
          <a:prstGeom prst="accentBorderCallout1">
            <a:avLst>
              <a:gd name="adj1" fmla="val 34125"/>
              <a:gd name="adj2" fmla="val -8449"/>
              <a:gd name="adj3" fmla="val 81042"/>
              <a:gd name="adj4" fmla="val -34509"/>
            </a:avLst>
          </a:prstGeom>
          <a:solidFill>
            <a:schemeClr val="bg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GB" sz="1400" b="1">
                <a:latin typeface="Tahoma" pitchFamily="34" charset="0"/>
              </a:rPr>
              <a:t>16:00</a:t>
            </a:r>
          </a:p>
        </p:txBody>
      </p:sp>
      <p:sp>
        <p:nvSpPr>
          <p:cNvPr id="2" name="Text Box 34">
            <a:extLst>
              <a:ext uri="{FF2B5EF4-FFF2-40B4-BE49-F238E27FC236}">
                <a16:creationId xmlns:a16="http://schemas.microsoft.com/office/drawing/2014/main" id="{BD1F8745-57FF-D2F1-B4C8-DD6886616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2" y="5546725"/>
            <a:ext cx="753745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8000" b="1" dirty="0">
                <a:solidFill>
                  <a:schemeClr val="bg1"/>
                </a:solidFill>
                <a:latin typeface="Tahoma" pitchFamily="34" charset="0"/>
              </a:rPr>
              <a:t>Scenario 1</a:t>
            </a:r>
          </a:p>
        </p:txBody>
      </p:sp>
    </p:spTree>
  </p:cSld>
  <p:clrMapOvr>
    <a:masterClrMapping/>
  </p:clrMapOvr>
  <p:transition advTm="3000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8" name="AutoShape 28"/>
          <p:cNvSpPr>
            <a:spLocks noChangeArrowheads="1"/>
          </p:cNvSpPr>
          <p:nvPr/>
        </p:nvSpPr>
        <p:spPr bwMode="auto">
          <a:xfrm>
            <a:off x="4906963" y="425450"/>
            <a:ext cx="4024312" cy="3144838"/>
          </a:xfrm>
          <a:prstGeom prst="roundRect">
            <a:avLst>
              <a:gd name="adj" fmla="val 11866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125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734950"/>
              </p:ext>
            </p:extLst>
          </p:nvPr>
        </p:nvGraphicFramePr>
        <p:xfrm>
          <a:off x="5000625" y="514350"/>
          <a:ext cx="3827463" cy="2963864"/>
        </p:xfrm>
        <a:graphic>
          <a:graphicData uri="http://schemas.openxmlformats.org/drawingml/2006/table">
            <a:tbl>
              <a:tblPr/>
              <a:tblGrid>
                <a:gridCol w="1966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2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Wind Speed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 knots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Wave Height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0.2 mtr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Visibility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Good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Oil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Quantity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 tonnes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 Box 34">
            <a:extLst>
              <a:ext uri="{FF2B5EF4-FFF2-40B4-BE49-F238E27FC236}">
                <a16:creationId xmlns:a16="http://schemas.microsoft.com/office/drawing/2014/main" id="{A19E61C4-4D41-7775-47BA-7DAD29716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288" y="5546725"/>
            <a:ext cx="753745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8000" b="1" dirty="0">
                <a:solidFill>
                  <a:schemeClr val="bg1"/>
                </a:solidFill>
                <a:latin typeface="Tahoma" pitchFamily="34" charset="0"/>
              </a:rPr>
              <a:t>Scenario 2</a:t>
            </a:r>
          </a:p>
        </p:txBody>
      </p:sp>
      <p:sp>
        <p:nvSpPr>
          <p:cNvPr id="3" name="Line 34">
            <a:extLst>
              <a:ext uri="{FF2B5EF4-FFF2-40B4-BE49-F238E27FC236}">
                <a16:creationId xmlns:a16="http://schemas.microsoft.com/office/drawing/2014/main" id="{9B693C70-278B-B50D-BD10-B872AD2273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8194" y="2384425"/>
            <a:ext cx="964565" cy="2534874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 type="oval" w="lg" len="lg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35">
            <a:extLst>
              <a:ext uri="{FF2B5EF4-FFF2-40B4-BE49-F238E27FC236}">
                <a16:creationId xmlns:a16="http://schemas.microsoft.com/office/drawing/2014/main" id="{886E22E5-CEAA-C3E8-D1C3-3029033D461A}"/>
              </a:ext>
            </a:extLst>
          </p:cNvPr>
          <p:cNvSpPr>
            <a:spLocks/>
          </p:cNvSpPr>
          <p:nvPr/>
        </p:nvSpPr>
        <p:spPr bwMode="auto">
          <a:xfrm>
            <a:off x="846047" y="4705350"/>
            <a:ext cx="876300" cy="334963"/>
          </a:xfrm>
          <a:prstGeom prst="accentBorderCallout1">
            <a:avLst>
              <a:gd name="adj1" fmla="val 34125"/>
              <a:gd name="adj2" fmla="val -8694"/>
              <a:gd name="adj3" fmla="val 88625"/>
              <a:gd name="adj4" fmla="val -61051"/>
            </a:avLst>
          </a:prstGeom>
          <a:solidFill>
            <a:schemeClr val="bg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GB" sz="1400" b="1" dirty="0">
                <a:latin typeface="Tahoma" pitchFamily="34" charset="0"/>
              </a:rPr>
              <a:t>04:00</a:t>
            </a:r>
          </a:p>
        </p:txBody>
      </p:sp>
      <p:sp>
        <p:nvSpPr>
          <p:cNvPr id="5" name="AutoShape 36">
            <a:extLst>
              <a:ext uri="{FF2B5EF4-FFF2-40B4-BE49-F238E27FC236}">
                <a16:creationId xmlns:a16="http://schemas.microsoft.com/office/drawing/2014/main" id="{0B8C2B32-3F4A-DB16-9FA4-6E4CCE70A834}"/>
              </a:ext>
            </a:extLst>
          </p:cNvPr>
          <p:cNvSpPr>
            <a:spLocks/>
          </p:cNvSpPr>
          <p:nvPr/>
        </p:nvSpPr>
        <p:spPr bwMode="auto">
          <a:xfrm>
            <a:off x="1722347" y="1733550"/>
            <a:ext cx="874712" cy="334962"/>
          </a:xfrm>
          <a:prstGeom prst="accentBorderCallout1">
            <a:avLst>
              <a:gd name="adj1" fmla="val 34125"/>
              <a:gd name="adj2" fmla="val -8713"/>
              <a:gd name="adj3" fmla="val 163981"/>
              <a:gd name="adj4" fmla="val -49185"/>
            </a:avLst>
          </a:prstGeom>
          <a:solidFill>
            <a:schemeClr val="bg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GB" sz="1400" b="1">
                <a:latin typeface="Tahoma" pitchFamily="34" charset="0"/>
              </a:rPr>
              <a:t>12:00</a:t>
            </a:r>
          </a:p>
        </p:txBody>
      </p:sp>
    </p:spTree>
  </p:cSld>
  <p:clrMapOvr>
    <a:masterClrMapping/>
  </p:clrMapOvr>
  <p:transition advTm="30000">
    <p:sndAc>
      <p:stSnd>
        <p:snd r:embed="rId3" name="chimes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AutoShape 9"/>
          <p:cNvSpPr>
            <a:spLocks noChangeArrowheads="1"/>
          </p:cNvSpPr>
          <p:nvPr/>
        </p:nvSpPr>
        <p:spPr bwMode="auto">
          <a:xfrm>
            <a:off x="4271963" y="425450"/>
            <a:ext cx="1922462" cy="1408113"/>
          </a:xfrm>
          <a:prstGeom prst="roundRect">
            <a:avLst>
              <a:gd name="adj" fmla="val 11866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8618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852291"/>
              </p:ext>
            </p:extLst>
          </p:nvPr>
        </p:nvGraphicFramePr>
        <p:xfrm>
          <a:off x="4327525" y="514350"/>
          <a:ext cx="1776413" cy="1219200"/>
        </p:xfrm>
        <a:graphic>
          <a:graphicData uri="http://schemas.openxmlformats.org/drawingml/2006/table">
            <a:tbl>
              <a:tblPr/>
              <a:tblGrid>
                <a:gridCol w="912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Wind Speed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 knots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Wave Height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0.2 mtr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Visibility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Good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Oil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Quantity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 tonnes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0130" name="Line 34"/>
          <p:cNvSpPr>
            <a:spLocks noChangeShapeType="1"/>
          </p:cNvSpPr>
          <p:nvPr/>
        </p:nvSpPr>
        <p:spPr bwMode="auto">
          <a:xfrm flipV="1">
            <a:off x="248194" y="2384425"/>
            <a:ext cx="964565" cy="2534874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 type="oval" w="lg" len="lg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0131" name="AutoShape 35"/>
          <p:cNvSpPr>
            <a:spLocks/>
          </p:cNvSpPr>
          <p:nvPr/>
        </p:nvSpPr>
        <p:spPr bwMode="auto">
          <a:xfrm>
            <a:off x="846047" y="4705350"/>
            <a:ext cx="876300" cy="334963"/>
          </a:xfrm>
          <a:prstGeom prst="accentBorderCallout1">
            <a:avLst>
              <a:gd name="adj1" fmla="val 34125"/>
              <a:gd name="adj2" fmla="val -8694"/>
              <a:gd name="adj3" fmla="val 88625"/>
              <a:gd name="adj4" fmla="val -61051"/>
            </a:avLst>
          </a:prstGeom>
          <a:solidFill>
            <a:schemeClr val="bg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GB" sz="1400" b="1" dirty="0">
                <a:latin typeface="Tahoma" pitchFamily="34" charset="0"/>
              </a:rPr>
              <a:t>04:00</a:t>
            </a:r>
          </a:p>
        </p:txBody>
      </p:sp>
      <p:sp>
        <p:nvSpPr>
          <p:cNvPr id="90132" name="AutoShape 36"/>
          <p:cNvSpPr>
            <a:spLocks/>
          </p:cNvSpPr>
          <p:nvPr/>
        </p:nvSpPr>
        <p:spPr bwMode="auto">
          <a:xfrm>
            <a:off x="1722347" y="1733550"/>
            <a:ext cx="874712" cy="334962"/>
          </a:xfrm>
          <a:prstGeom prst="accentBorderCallout1">
            <a:avLst>
              <a:gd name="adj1" fmla="val 34125"/>
              <a:gd name="adj2" fmla="val -8713"/>
              <a:gd name="adj3" fmla="val 163981"/>
              <a:gd name="adj4" fmla="val -49185"/>
            </a:avLst>
          </a:prstGeom>
          <a:solidFill>
            <a:schemeClr val="bg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GB" sz="1400" b="1">
                <a:latin typeface="Tahoma" pitchFamily="34" charset="0"/>
              </a:rPr>
              <a:t>12:00</a:t>
            </a:r>
          </a:p>
        </p:txBody>
      </p:sp>
      <p:sp>
        <p:nvSpPr>
          <p:cNvPr id="2" name="Text Box 34">
            <a:extLst>
              <a:ext uri="{FF2B5EF4-FFF2-40B4-BE49-F238E27FC236}">
                <a16:creationId xmlns:a16="http://schemas.microsoft.com/office/drawing/2014/main" id="{86F8BF0E-8C48-B808-B1AB-283E0E825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2" y="5546725"/>
            <a:ext cx="753745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8000" b="1" dirty="0">
                <a:solidFill>
                  <a:schemeClr val="bg1"/>
                </a:solidFill>
                <a:latin typeface="Tahoma" pitchFamily="34" charset="0"/>
              </a:rPr>
              <a:t>Scenario 2</a:t>
            </a:r>
          </a:p>
        </p:txBody>
      </p:sp>
    </p:spTree>
  </p:cSld>
  <p:clrMapOvr>
    <a:masterClrMapping/>
  </p:clrMapOvr>
  <p:transition advTm="30000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AutoShape 9"/>
          <p:cNvSpPr>
            <a:spLocks noChangeArrowheads="1"/>
          </p:cNvSpPr>
          <p:nvPr/>
        </p:nvSpPr>
        <p:spPr bwMode="auto">
          <a:xfrm>
            <a:off x="234950" y="175078"/>
            <a:ext cx="4718050" cy="2792413"/>
          </a:xfrm>
          <a:prstGeom prst="roundRect">
            <a:avLst>
              <a:gd name="adj" fmla="val 11866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655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374360"/>
              </p:ext>
            </p:extLst>
          </p:nvPr>
        </p:nvGraphicFramePr>
        <p:xfrm>
          <a:off x="290512" y="263978"/>
          <a:ext cx="4532313" cy="2590800"/>
        </p:xfrm>
        <a:graphic>
          <a:graphicData uri="http://schemas.openxmlformats.org/drawingml/2006/table">
            <a:tbl>
              <a:tblPr/>
              <a:tblGrid>
                <a:gridCol w="2468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Wind Speed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 knots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Wave Height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0.5 mtr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Visibility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Good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Oil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Condensate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Quantity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500 tonnes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2899" name="Line 36"/>
          <p:cNvSpPr>
            <a:spLocks noChangeShapeType="1"/>
          </p:cNvSpPr>
          <p:nvPr/>
        </p:nvSpPr>
        <p:spPr bwMode="auto">
          <a:xfrm flipH="1">
            <a:off x="2709544" y="3761286"/>
            <a:ext cx="4203223" cy="876029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 type="oval" w="lg" len="lg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2900" name="AutoShape 37"/>
          <p:cNvSpPr>
            <a:spLocks/>
          </p:cNvSpPr>
          <p:nvPr/>
        </p:nvSpPr>
        <p:spPr bwMode="auto">
          <a:xfrm>
            <a:off x="7590631" y="3254874"/>
            <a:ext cx="927100" cy="334962"/>
          </a:xfrm>
          <a:prstGeom prst="accentBorderCallout1">
            <a:avLst>
              <a:gd name="adj1" fmla="val 34125"/>
              <a:gd name="adj2" fmla="val -8218"/>
              <a:gd name="adj3" fmla="val 131755"/>
              <a:gd name="adj4" fmla="val -60444"/>
            </a:avLst>
          </a:prstGeom>
          <a:solidFill>
            <a:schemeClr val="bg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GB" sz="1400" b="1" dirty="0">
                <a:latin typeface="Tahoma" pitchFamily="34" charset="0"/>
              </a:rPr>
              <a:t>08:00</a:t>
            </a:r>
          </a:p>
        </p:txBody>
      </p:sp>
      <p:sp>
        <p:nvSpPr>
          <p:cNvPr id="122901" name="AutoShape 38"/>
          <p:cNvSpPr>
            <a:spLocks/>
          </p:cNvSpPr>
          <p:nvPr/>
        </p:nvSpPr>
        <p:spPr bwMode="auto">
          <a:xfrm>
            <a:off x="3579812" y="4712654"/>
            <a:ext cx="992188" cy="296181"/>
          </a:xfrm>
          <a:prstGeom prst="accentBorderCallout1">
            <a:avLst>
              <a:gd name="adj1" fmla="val 34125"/>
              <a:gd name="adj2" fmla="val -7681"/>
              <a:gd name="adj3" fmla="val -9806"/>
              <a:gd name="adj4" fmla="val -82997"/>
            </a:avLst>
          </a:prstGeom>
          <a:solidFill>
            <a:schemeClr val="bg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GB" sz="1400" b="1">
                <a:latin typeface="Tahoma" pitchFamily="34" charset="0"/>
              </a:rPr>
              <a:t>18:00</a:t>
            </a:r>
          </a:p>
        </p:txBody>
      </p:sp>
      <p:sp>
        <p:nvSpPr>
          <p:cNvPr id="2" name="Text Box 34">
            <a:extLst>
              <a:ext uri="{FF2B5EF4-FFF2-40B4-BE49-F238E27FC236}">
                <a16:creationId xmlns:a16="http://schemas.microsoft.com/office/drawing/2014/main" id="{EAE47170-4630-3E53-2798-0D4F19B2F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2" y="5546725"/>
            <a:ext cx="753745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8000" b="1" dirty="0">
                <a:solidFill>
                  <a:schemeClr val="bg1"/>
                </a:solidFill>
                <a:latin typeface="Tahoma" pitchFamily="34" charset="0"/>
              </a:rPr>
              <a:t>Scenario 3</a:t>
            </a:r>
          </a:p>
        </p:txBody>
      </p:sp>
    </p:spTree>
  </p:cSld>
  <p:clrMapOvr>
    <a:masterClrMapping/>
  </p:clrMapOvr>
  <p:transition advTm="3000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AutoShape 9"/>
          <p:cNvSpPr>
            <a:spLocks noChangeArrowheads="1"/>
          </p:cNvSpPr>
          <p:nvPr/>
        </p:nvSpPr>
        <p:spPr bwMode="auto">
          <a:xfrm>
            <a:off x="232274" y="216445"/>
            <a:ext cx="1922462" cy="1408113"/>
          </a:xfrm>
          <a:prstGeom prst="roundRect">
            <a:avLst>
              <a:gd name="adj" fmla="val 11866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7578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591744"/>
              </p:ext>
            </p:extLst>
          </p:nvPr>
        </p:nvGraphicFramePr>
        <p:xfrm>
          <a:off x="287836" y="305345"/>
          <a:ext cx="1776413" cy="1219200"/>
        </p:xfrm>
        <a:graphic>
          <a:graphicData uri="http://schemas.openxmlformats.org/drawingml/2006/table">
            <a:tbl>
              <a:tblPr/>
              <a:tblGrid>
                <a:gridCol w="912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Wind Speed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 knots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Wave Height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0.5 mtr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Visibility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Good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Oil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Condensate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Quantity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500 tonnes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Line 36">
            <a:extLst>
              <a:ext uri="{FF2B5EF4-FFF2-40B4-BE49-F238E27FC236}">
                <a16:creationId xmlns:a16="http://schemas.microsoft.com/office/drawing/2014/main" id="{DF0D47DF-573D-A60F-986B-4E67711245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09544" y="3761286"/>
            <a:ext cx="4203223" cy="876029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 type="oval" w="lg" len="lg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7">
            <a:extLst>
              <a:ext uri="{FF2B5EF4-FFF2-40B4-BE49-F238E27FC236}">
                <a16:creationId xmlns:a16="http://schemas.microsoft.com/office/drawing/2014/main" id="{6FF0B0F4-58C7-B656-8906-A84C77E9E99B}"/>
              </a:ext>
            </a:extLst>
          </p:cNvPr>
          <p:cNvSpPr>
            <a:spLocks/>
          </p:cNvSpPr>
          <p:nvPr/>
        </p:nvSpPr>
        <p:spPr bwMode="auto">
          <a:xfrm>
            <a:off x="7590631" y="3254874"/>
            <a:ext cx="927100" cy="334962"/>
          </a:xfrm>
          <a:prstGeom prst="accentBorderCallout1">
            <a:avLst>
              <a:gd name="adj1" fmla="val 34125"/>
              <a:gd name="adj2" fmla="val -8218"/>
              <a:gd name="adj3" fmla="val 131755"/>
              <a:gd name="adj4" fmla="val -60444"/>
            </a:avLst>
          </a:prstGeom>
          <a:solidFill>
            <a:schemeClr val="bg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GB" sz="1400" b="1" dirty="0">
                <a:latin typeface="Tahoma" pitchFamily="34" charset="0"/>
              </a:rPr>
              <a:t>08:00</a:t>
            </a:r>
          </a:p>
        </p:txBody>
      </p:sp>
      <p:sp>
        <p:nvSpPr>
          <p:cNvPr id="4" name="AutoShape 38">
            <a:extLst>
              <a:ext uri="{FF2B5EF4-FFF2-40B4-BE49-F238E27FC236}">
                <a16:creationId xmlns:a16="http://schemas.microsoft.com/office/drawing/2014/main" id="{4B37FAAD-E965-5F46-F304-46102FA8A05A}"/>
              </a:ext>
            </a:extLst>
          </p:cNvPr>
          <p:cNvSpPr>
            <a:spLocks/>
          </p:cNvSpPr>
          <p:nvPr/>
        </p:nvSpPr>
        <p:spPr bwMode="auto">
          <a:xfrm>
            <a:off x="3579812" y="4712654"/>
            <a:ext cx="992188" cy="296181"/>
          </a:xfrm>
          <a:prstGeom prst="accentBorderCallout1">
            <a:avLst>
              <a:gd name="adj1" fmla="val 34125"/>
              <a:gd name="adj2" fmla="val -7681"/>
              <a:gd name="adj3" fmla="val -9806"/>
              <a:gd name="adj4" fmla="val -82997"/>
            </a:avLst>
          </a:prstGeom>
          <a:solidFill>
            <a:schemeClr val="bg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GB" sz="1400" b="1">
                <a:latin typeface="Tahoma" pitchFamily="34" charset="0"/>
              </a:rPr>
              <a:t>18:00</a:t>
            </a:r>
          </a:p>
        </p:txBody>
      </p:sp>
      <p:sp>
        <p:nvSpPr>
          <p:cNvPr id="5" name="Text Box 34">
            <a:extLst>
              <a:ext uri="{FF2B5EF4-FFF2-40B4-BE49-F238E27FC236}">
                <a16:creationId xmlns:a16="http://schemas.microsoft.com/office/drawing/2014/main" id="{183D0EBB-2B70-6990-DD43-3095DF80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2" y="5546725"/>
            <a:ext cx="753745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8000" b="1" dirty="0">
                <a:solidFill>
                  <a:schemeClr val="bg1"/>
                </a:solidFill>
                <a:latin typeface="Tahoma" pitchFamily="34" charset="0"/>
              </a:rPr>
              <a:t>Scenario 3</a:t>
            </a:r>
          </a:p>
        </p:txBody>
      </p:sp>
    </p:spTree>
  </p:cSld>
  <p:clrMapOvr>
    <a:masterClrMapping/>
  </p:clrMapOvr>
  <p:transition advTm="30000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02" name="AutoShape 30"/>
          <p:cNvSpPr>
            <a:spLocks noChangeArrowheads="1"/>
          </p:cNvSpPr>
          <p:nvPr/>
        </p:nvSpPr>
        <p:spPr bwMode="auto">
          <a:xfrm>
            <a:off x="5300662" y="34925"/>
            <a:ext cx="3843338" cy="3394075"/>
          </a:xfrm>
          <a:prstGeom prst="roundRect">
            <a:avLst>
              <a:gd name="adj" fmla="val 11866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225" name="Group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207576"/>
              </p:ext>
            </p:extLst>
          </p:nvPr>
        </p:nvGraphicFramePr>
        <p:xfrm>
          <a:off x="5446712" y="161925"/>
          <a:ext cx="3552825" cy="3108326"/>
        </p:xfrm>
        <a:graphic>
          <a:graphicData uri="http://schemas.openxmlformats.org/drawingml/2006/table">
            <a:tbl>
              <a:tblPr/>
              <a:tblGrid>
                <a:gridCol w="1998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Wind Speed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 knots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Wave Height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0.5 mtr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Visibility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Good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Oil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Gas Oil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Quantity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 tonnes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 Box 34">
            <a:extLst>
              <a:ext uri="{FF2B5EF4-FFF2-40B4-BE49-F238E27FC236}">
                <a16:creationId xmlns:a16="http://schemas.microsoft.com/office/drawing/2014/main" id="{D320BAF5-5E93-93AC-9C93-FF163C8B4B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2" y="5546725"/>
            <a:ext cx="753745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8000" b="1" dirty="0">
                <a:solidFill>
                  <a:schemeClr val="bg1"/>
                </a:solidFill>
                <a:latin typeface="Tahoma" pitchFamily="34" charset="0"/>
              </a:rPr>
              <a:t>Scenario 4</a:t>
            </a:r>
          </a:p>
        </p:txBody>
      </p:sp>
      <p:sp>
        <p:nvSpPr>
          <p:cNvPr id="13" name="Line 36">
            <a:extLst>
              <a:ext uri="{FF2B5EF4-FFF2-40B4-BE49-F238E27FC236}">
                <a16:creationId xmlns:a16="http://schemas.microsoft.com/office/drawing/2014/main" id="{E0E341C4-ED2E-5917-EDB0-6F51AF6CD5C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8788" y="3931445"/>
            <a:ext cx="2266678" cy="150036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" name="Line 37">
            <a:extLst>
              <a:ext uri="{FF2B5EF4-FFF2-40B4-BE49-F238E27FC236}">
                <a16:creationId xmlns:a16="http://schemas.microsoft.com/office/drawing/2014/main" id="{64FCCED9-AC09-AAF6-652A-1B4998FFA63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14663" y="3067844"/>
            <a:ext cx="1254125" cy="8620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oval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38">
            <a:extLst>
              <a:ext uri="{FF2B5EF4-FFF2-40B4-BE49-F238E27FC236}">
                <a16:creationId xmlns:a16="http://schemas.microsoft.com/office/drawing/2014/main" id="{D369DAF7-8A2B-1F4E-E823-D38C5A0E2C55}"/>
              </a:ext>
            </a:extLst>
          </p:cNvPr>
          <p:cNvSpPr>
            <a:spLocks/>
          </p:cNvSpPr>
          <p:nvPr/>
        </p:nvSpPr>
        <p:spPr bwMode="auto">
          <a:xfrm>
            <a:off x="3810000" y="2743994"/>
            <a:ext cx="836613" cy="334962"/>
          </a:xfrm>
          <a:prstGeom prst="accentBorderCallout1">
            <a:avLst>
              <a:gd name="adj1" fmla="val 34125"/>
              <a:gd name="adj2" fmla="val -9106"/>
              <a:gd name="adj3" fmla="val 81042"/>
              <a:gd name="adj4" fmla="val -82542"/>
            </a:avLst>
          </a:prstGeom>
          <a:solidFill>
            <a:schemeClr val="bg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GB" sz="1400" b="1">
                <a:latin typeface="Tahoma" pitchFamily="34" charset="0"/>
              </a:rPr>
              <a:t>09:00</a:t>
            </a:r>
          </a:p>
        </p:txBody>
      </p:sp>
      <p:sp>
        <p:nvSpPr>
          <p:cNvPr id="16" name="AutoShape 39">
            <a:extLst>
              <a:ext uri="{FF2B5EF4-FFF2-40B4-BE49-F238E27FC236}">
                <a16:creationId xmlns:a16="http://schemas.microsoft.com/office/drawing/2014/main" id="{C17F0357-E55B-4845-1D44-CF25982425FD}"/>
              </a:ext>
            </a:extLst>
          </p:cNvPr>
          <p:cNvSpPr>
            <a:spLocks/>
          </p:cNvSpPr>
          <p:nvPr/>
        </p:nvSpPr>
        <p:spPr bwMode="auto">
          <a:xfrm>
            <a:off x="4764088" y="3632994"/>
            <a:ext cx="836612" cy="334962"/>
          </a:xfrm>
          <a:prstGeom prst="accentBorderCallout1">
            <a:avLst>
              <a:gd name="adj1" fmla="val 34125"/>
              <a:gd name="adj2" fmla="val -9106"/>
              <a:gd name="adj3" fmla="val 84833"/>
              <a:gd name="adj4" fmla="val -51611"/>
            </a:avLst>
          </a:prstGeom>
          <a:solidFill>
            <a:schemeClr val="bg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GB" sz="1400" b="1">
                <a:latin typeface="Tahoma" pitchFamily="34" charset="0"/>
              </a:rPr>
              <a:t>12:00</a:t>
            </a:r>
          </a:p>
        </p:txBody>
      </p:sp>
      <p:sp>
        <p:nvSpPr>
          <p:cNvPr id="17" name="AutoShape 40">
            <a:extLst>
              <a:ext uri="{FF2B5EF4-FFF2-40B4-BE49-F238E27FC236}">
                <a16:creationId xmlns:a16="http://schemas.microsoft.com/office/drawing/2014/main" id="{9E1678C2-CEF0-639C-B9D7-AD971880932C}"/>
              </a:ext>
            </a:extLst>
          </p:cNvPr>
          <p:cNvSpPr>
            <a:spLocks/>
          </p:cNvSpPr>
          <p:nvPr/>
        </p:nvSpPr>
        <p:spPr bwMode="auto">
          <a:xfrm>
            <a:off x="6886212" y="4681629"/>
            <a:ext cx="887413" cy="334962"/>
          </a:xfrm>
          <a:prstGeom prst="accentBorderCallout1">
            <a:avLst>
              <a:gd name="adj1" fmla="val 34125"/>
              <a:gd name="adj2" fmla="val -8588"/>
              <a:gd name="adj3" fmla="val 181638"/>
              <a:gd name="adj4" fmla="val -39738"/>
            </a:avLst>
          </a:prstGeom>
          <a:solidFill>
            <a:schemeClr val="bg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GB" sz="1400" b="1">
                <a:latin typeface="Tahoma" pitchFamily="34" charset="0"/>
              </a:rPr>
              <a:t>18:00</a:t>
            </a:r>
          </a:p>
        </p:txBody>
      </p:sp>
    </p:spTree>
  </p:cSld>
  <p:clrMapOvr>
    <a:masterClrMapping/>
  </p:clrMapOvr>
  <p:transition advTm="3000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5" name="AutoShape 11"/>
          <p:cNvSpPr>
            <a:spLocks noChangeArrowheads="1"/>
          </p:cNvSpPr>
          <p:nvPr/>
        </p:nvSpPr>
        <p:spPr bwMode="auto">
          <a:xfrm>
            <a:off x="3014663" y="425450"/>
            <a:ext cx="1922462" cy="1408113"/>
          </a:xfrm>
          <a:prstGeom prst="roundRect">
            <a:avLst>
              <a:gd name="adj" fmla="val 11866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4764" name="Group 12"/>
          <p:cNvGraphicFramePr>
            <a:graphicFrameLocks noGrp="1"/>
          </p:cNvGraphicFramePr>
          <p:nvPr/>
        </p:nvGraphicFramePr>
        <p:xfrm>
          <a:off x="3070225" y="514350"/>
          <a:ext cx="1776413" cy="1219200"/>
        </p:xfrm>
        <a:graphic>
          <a:graphicData uri="http://schemas.openxmlformats.org/drawingml/2006/table">
            <a:tbl>
              <a:tblPr/>
              <a:tblGrid>
                <a:gridCol w="912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Wind Speed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 knots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Wave Height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0.5 mtr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Visibility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Good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Oil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Gas Oil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Quantity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 tonnes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9762" name="Line 36"/>
          <p:cNvSpPr>
            <a:spLocks noChangeShapeType="1"/>
          </p:cNvSpPr>
          <p:nvPr/>
        </p:nvSpPr>
        <p:spPr bwMode="auto">
          <a:xfrm>
            <a:off x="4268788" y="3931445"/>
            <a:ext cx="2266678" cy="150036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9763" name="Line 37"/>
          <p:cNvSpPr>
            <a:spLocks noChangeShapeType="1"/>
          </p:cNvSpPr>
          <p:nvPr/>
        </p:nvSpPr>
        <p:spPr bwMode="auto">
          <a:xfrm>
            <a:off x="3014663" y="3067844"/>
            <a:ext cx="1254125" cy="8620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oval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9764" name="AutoShape 38"/>
          <p:cNvSpPr>
            <a:spLocks/>
          </p:cNvSpPr>
          <p:nvPr/>
        </p:nvSpPr>
        <p:spPr bwMode="auto">
          <a:xfrm>
            <a:off x="3810000" y="2743994"/>
            <a:ext cx="836613" cy="334962"/>
          </a:xfrm>
          <a:prstGeom prst="accentBorderCallout1">
            <a:avLst>
              <a:gd name="adj1" fmla="val 34125"/>
              <a:gd name="adj2" fmla="val -9106"/>
              <a:gd name="adj3" fmla="val 81042"/>
              <a:gd name="adj4" fmla="val -82542"/>
            </a:avLst>
          </a:prstGeom>
          <a:solidFill>
            <a:schemeClr val="bg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GB" sz="1400" b="1">
                <a:latin typeface="Tahoma" pitchFamily="34" charset="0"/>
              </a:rPr>
              <a:t>09:00</a:t>
            </a:r>
          </a:p>
        </p:txBody>
      </p:sp>
      <p:sp>
        <p:nvSpPr>
          <p:cNvPr id="159765" name="AutoShape 39"/>
          <p:cNvSpPr>
            <a:spLocks/>
          </p:cNvSpPr>
          <p:nvPr/>
        </p:nvSpPr>
        <p:spPr bwMode="auto">
          <a:xfrm>
            <a:off x="4764088" y="3632994"/>
            <a:ext cx="836612" cy="334962"/>
          </a:xfrm>
          <a:prstGeom prst="accentBorderCallout1">
            <a:avLst>
              <a:gd name="adj1" fmla="val 34125"/>
              <a:gd name="adj2" fmla="val -9106"/>
              <a:gd name="adj3" fmla="val 84833"/>
              <a:gd name="adj4" fmla="val -51611"/>
            </a:avLst>
          </a:prstGeom>
          <a:solidFill>
            <a:schemeClr val="bg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GB" sz="1400" b="1">
                <a:latin typeface="Tahoma" pitchFamily="34" charset="0"/>
              </a:rPr>
              <a:t>12:00</a:t>
            </a:r>
          </a:p>
        </p:txBody>
      </p:sp>
      <p:sp>
        <p:nvSpPr>
          <p:cNvPr id="159766" name="AutoShape 40"/>
          <p:cNvSpPr>
            <a:spLocks/>
          </p:cNvSpPr>
          <p:nvPr/>
        </p:nvSpPr>
        <p:spPr bwMode="auto">
          <a:xfrm>
            <a:off x="6886212" y="4681629"/>
            <a:ext cx="887413" cy="334962"/>
          </a:xfrm>
          <a:prstGeom prst="accentBorderCallout1">
            <a:avLst>
              <a:gd name="adj1" fmla="val 34125"/>
              <a:gd name="adj2" fmla="val -8588"/>
              <a:gd name="adj3" fmla="val 181638"/>
              <a:gd name="adj4" fmla="val -39738"/>
            </a:avLst>
          </a:prstGeom>
          <a:solidFill>
            <a:schemeClr val="bg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GB" sz="1400" b="1">
                <a:latin typeface="Tahoma" pitchFamily="34" charset="0"/>
              </a:rPr>
              <a:t>18:00</a:t>
            </a:r>
          </a:p>
        </p:txBody>
      </p:sp>
      <p:sp>
        <p:nvSpPr>
          <p:cNvPr id="2" name="Text Box 34">
            <a:extLst>
              <a:ext uri="{FF2B5EF4-FFF2-40B4-BE49-F238E27FC236}">
                <a16:creationId xmlns:a16="http://schemas.microsoft.com/office/drawing/2014/main" id="{7D82C8B5-4B52-7B0D-5F5B-6B38BA2FF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2" y="5546725"/>
            <a:ext cx="753745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8000" b="1" dirty="0">
                <a:solidFill>
                  <a:schemeClr val="bg1"/>
                </a:solidFill>
                <a:latin typeface="Tahoma" pitchFamily="34" charset="0"/>
              </a:rPr>
              <a:t>Scenario 4</a:t>
            </a:r>
          </a:p>
        </p:txBody>
      </p:sp>
    </p:spTree>
  </p:cSld>
  <p:clrMapOvr>
    <a:masterClrMapping/>
  </p:clrMapOvr>
  <p:transition advTm="30000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3" name="Line 3"/>
          <p:cNvSpPr>
            <a:spLocks noChangeShapeType="1"/>
          </p:cNvSpPr>
          <p:nvPr/>
        </p:nvSpPr>
        <p:spPr bwMode="auto">
          <a:xfrm flipV="1">
            <a:off x="5333456" y="3735977"/>
            <a:ext cx="3588475" cy="1209086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 type="oval" w="lg" len="lg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2514" name="AutoShape 7"/>
          <p:cNvSpPr>
            <a:spLocks/>
          </p:cNvSpPr>
          <p:nvPr/>
        </p:nvSpPr>
        <p:spPr bwMode="auto">
          <a:xfrm>
            <a:off x="5733506" y="5211763"/>
            <a:ext cx="941388" cy="334962"/>
          </a:xfrm>
          <a:prstGeom prst="accentBorderCallout1">
            <a:avLst>
              <a:gd name="adj1" fmla="val 34125"/>
              <a:gd name="adj2" fmla="val -8093"/>
              <a:gd name="adj3" fmla="val -48343"/>
              <a:gd name="adj4" fmla="val -35921"/>
            </a:avLst>
          </a:prstGeom>
          <a:solidFill>
            <a:schemeClr val="bg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GB" sz="1400" b="1">
                <a:latin typeface="Tahoma" pitchFamily="34" charset="0"/>
              </a:rPr>
              <a:t>12:00</a:t>
            </a:r>
          </a:p>
        </p:txBody>
      </p:sp>
      <p:sp>
        <p:nvSpPr>
          <p:cNvPr id="192515" name="AutoShape 8"/>
          <p:cNvSpPr>
            <a:spLocks/>
          </p:cNvSpPr>
          <p:nvPr/>
        </p:nvSpPr>
        <p:spPr bwMode="auto">
          <a:xfrm>
            <a:off x="7884432" y="2787061"/>
            <a:ext cx="874713" cy="334962"/>
          </a:xfrm>
          <a:prstGeom prst="accentBorderCallout1">
            <a:avLst>
              <a:gd name="adj1" fmla="val 34125"/>
              <a:gd name="adj2" fmla="val 108713"/>
              <a:gd name="adj3" fmla="val 236412"/>
              <a:gd name="adj4" fmla="val 110229"/>
            </a:avLst>
          </a:prstGeom>
          <a:solidFill>
            <a:schemeClr val="bg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GB" sz="1400" b="1">
                <a:latin typeface="Tahoma" pitchFamily="34" charset="0"/>
              </a:rPr>
              <a:t>21:00</a:t>
            </a:r>
          </a:p>
        </p:txBody>
      </p:sp>
      <p:sp>
        <p:nvSpPr>
          <p:cNvPr id="192516" name="AutoShape 28"/>
          <p:cNvSpPr>
            <a:spLocks noChangeArrowheads="1"/>
          </p:cNvSpPr>
          <p:nvPr/>
        </p:nvSpPr>
        <p:spPr bwMode="auto">
          <a:xfrm>
            <a:off x="99831" y="73819"/>
            <a:ext cx="4208462" cy="3641725"/>
          </a:xfrm>
          <a:prstGeom prst="roundRect">
            <a:avLst>
              <a:gd name="adj" fmla="val 11866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822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462567"/>
              </p:ext>
            </p:extLst>
          </p:nvPr>
        </p:nvGraphicFramePr>
        <p:xfrm>
          <a:off x="180793" y="162719"/>
          <a:ext cx="3984625" cy="3395663"/>
        </p:xfrm>
        <a:graphic>
          <a:graphicData uri="http://schemas.openxmlformats.org/drawingml/2006/table">
            <a:tbl>
              <a:tblPr/>
              <a:tblGrid>
                <a:gridCol w="204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9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Wind Speed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 knots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Wave Height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0.4 mtr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Visibility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Good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Oil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Emulsified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Quantity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 tonnes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 Box 34">
            <a:extLst>
              <a:ext uri="{FF2B5EF4-FFF2-40B4-BE49-F238E27FC236}">
                <a16:creationId xmlns:a16="http://schemas.microsoft.com/office/drawing/2014/main" id="{4B8D84CF-38F9-47F4-FB67-D80088B8C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2" y="5546725"/>
            <a:ext cx="753745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8000" b="1" dirty="0">
                <a:solidFill>
                  <a:schemeClr val="bg1"/>
                </a:solidFill>
                <a:latin typeface="Tahoma" pitchFamily="34" charset="0"/>
              </a:rPr>
              <a:t>Scenario 5</a:t>
            </a:r>
          </a:p>
        </p:txBody>
      </p:sp>
    </p:spTree>
  </p:cSld>
  <p:clrMapOvr>
    <a:masterClrMapping/>
  </p:clrMapOvr>
  <p:transition advTm="30000">
    <p:sndAc>
      <p:stSnd>
        <p:snd r:embed="rId3" name="chimes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1" name="AutoShape 9"/>
          <p:cNvSpPr>
            <a:spLocks noChangeArrowheads="1"/>
          </p:cNvSpPr>
          <p:nvPr/>
        </p:nvSpPr>
        <p:spPr bwMode="auto">
          <a:xfrm>
            <a:off x="3014663" y="425450"/>
            <a:ext cx="1922462" cy="1408113"/>
          </a:xfrm>
          <a:prstGeom prst="roundRect">
            <a:avLst>
              <a:gd name="adj" fmla="val 11866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5786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666594"/>
              </p:ext>
            </p:extLst>
          </p:nvPr>
        </p:nvGraphicFramePr>
        <p:xfrm>
          <a:off x="3070225" y="514350"/>
          <a:ext cx="1776413" cy="1219200"/>
        </p:xfrm>
        <a:graphic>
          <a:graphicData uri="http://schemas.openxmlformats.org/drawingml/2006/table">
            <a:tbl>
              <a:tblPr/>
              <a:tblGrid>
                <a:gridCol w="912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Wind Speed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 knots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Wave Height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0.4 mtr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Visibility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Good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Oil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Emulsified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Quantity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 tonnes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Line 3">
            <a:extLst>
              <a:ext uri="{FF2B5EF4-FFF2-40B4-BE49-F238E27FC236}">
                <a16:creationId xmlns:a16="http://schemas.microsoft.com/office/drawing/2014/main" id="{FF5D454A-B5E3-69B2-0FD4-14DEE8F101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3456" y="3735977"/>
            <a:ext cx="3588475" cy="1209086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 type="oval" w="lg" len="lg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7">
            <a:extLst>
              <a:ext uri="{FF2B5EF4-FFF2-40B4-BE49-F238E27FC236}">
                <a16:creationId xmlns:a16="http://schemas.microsoft.com/office/drawing/2014/main" id="{2E32FA07-E04B-566E-60B8-5223F39E9B40}"/>
              </a:ext>
            </a:extLst>
          </p:cNvPr>
          <p:cNvSpPr>
            <a:spLocks/>
          </p:cNvSpPr>
          <p:nvPr/>
        </p:nvSpPr>
        <p:spPr bwMode="auto">
          <a:xfrm>
            <a:off x="5733506" y="5211763"/>
            <a:ext cx="941388" cy="334962"/>
          </a:xfrm>
          <a:prstGeom prst="accentBorderCallout1">
            <a:avLst>
              <a:gd name="adj1" fmla="val 34125"/>
              <a:gd name="adj2" fmla="val -8093"/>
              <a:gd name="adj3" fmla="val -48343"/>
              <a:gd name="adj4" fmla="val -35921"/>
            </a:avLst>
          </a:prstGeom>
          <a:solidFill>
            <a:schemeClr val="bg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GB" sz="1400" b="1">
                <a:latin typeface="Tahoma" pitchFamily="34" charset="0"/>
              </a:rPr>
              <a:t>12:00</a:t>
            </a:r>
          </a:p>
        </p:txBody>
      </p:sp>
      <p:sp>
        <p:nvSpPr>
          <p:cNvPr id="4" name="AutoShape 8">
            <a:extLst>
              <a:ext uri="{FF2B5EF4-FFF2-40B4-BE49-F238E27FC236}">
                <a16:creationId xmlns:a16="http://schemas.microsoft.com/office/drawing/2014/main" id="{C442C87A-46C3-2C05-D775-FA7CD52E9319}"/>
              </a:ext>
            </a:extLst>
          </p:cNvPr>
          <p:cNvSpPr>
            <a:spLocks/>
          </p:cNvSpPr>
          <p:nvPr/>
        </p:nvSpPr>
        <p:spPr bwMode="auto">
          <a:xfrm>
            <a:off x="7884432" y="2787061"/>
            <a:ext cx="874713" cy="334962"/>
          </a:xfrm>
          <a:prstGeom prst="accentBorderCallout1">
            <a:avLst>
              <a:gd name="adj1" fmla="val 34125"/>
              <a:gd name="adj2" fmla="val 108713"/>
              <a:gd name="adj3" fmla="val 236412"/>
              <a:gd name="adj4" fmla="val 110229"/>
            </a:avLst>
          </a:prstGeom>
          <a:solidFill>
            <a:schemeClr val="bg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GB" sz="1400" b="1">
                <a:latin typeface="Tahoma" pitchFamily="34" charset="0"/>
              </a:rPr>
              <a:t>21:00</a:t>
            </a:r>
          </a:p>
        </p:txBody>
      </p:sp>
      <p:sp>
        <p:nvSpPr>
          <p:cNvPr id="5" name="Text Box 34">
            <a:extLst>
              <a:ext uri="{FF2B5EF4-FFF2-40B4-BE49-F238E27FC236}">
                <a16:creationId xmlns:a16="http://schemas.microsoft.com/office/drawing/2014/main" id="{09CE2370-41E3-50F2-C99A-F0CF56709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2" y="5546725"/>
            <a:ext cx="753745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8000" b="1" dirty="0">
                <a:solidFill>
                  <a:schemeClr val="bg1"/>
                </a:solidFill>
                <a:latin typeface="Tahoma" pitchFamily="34" charset="0"/>
              </a:rPr>
              <a:t>Scenario 5</a:t>
            </a:r>
          </a:p>
        </p:txBody>
      </p:sp>
    </p:spTree>
  </p:cSld>
  <p:clrMapOvr>
    <a:masterClrMapping/>
  </p:clrMapOvr>
  <p:transition advTm="30000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2" name="AutoShape 9"/>
          <p:cNvSpPr>
            <a:spLocks noChangeArrowheads="1"/>
          </p:cNvSpPr>
          <p:nvPr/>
        </p:nvSpPr>
        <p:spPr bwMode="auto">
          <a:xfrm>
            <a:off x="4419600" y="0"/>
            <a:ext cx="4600575" cy="3719513"/>
          </a:xfrm>
          <a:prstGeom prst="roundRect">
            <a:avLst>
              <a:gd name="adj" fmla="val 11866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89802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847221"/>
              </p:ext>
            </p:extLst>
          </p:nvPr>
        </p:nvGraphicFramePr>
        <p:xfrm>
          <a:off x="4572000" y="53975"/>
          <a:ext cx="4362450" cy="3497264"/>
        </p:xfrm>
        <a:graphic>
          <a:graphicData uri="http://schemas.openxmlformats.org/drawingml/2006/table">
            <a:tbl>
              <a:tblPr/>
              <a:tblGrid>
                <a:gridCol w="228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9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Wind Speed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 knots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Wave Height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 </a:t>
                      </a:r>
                      <a:r>
                        <a:rPr kumimoji="0" lang="en-GB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mtr</a:t>
                      </a:r>
                      <a:endParaRPr kumimoji="0" lang="en-GB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Visibility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Good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Oil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Brent Blend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Quantity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 tonnes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Box 34">
            <a:extLst>
              <a:ext uri="{FF2B5EF4-FFF2-40B4-BE49-F238E27FC236}">
                <a16:creationId xmlns:a16="http://schemas.microsoft.com/office/drawing/2014/main" id="{7543128A-9A36-EC29-8B9F-9906641FC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2" y="5546725"/>
            <a:ext cx="753745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8000" b="1" dirty="0">
                <a:solidFill>
                  <a:schemeClr val="bg1"/>
                </a:solidFill>
                <a:latin typeface="Tahoma" pitchFamily="34" charset="0"/>
              </a:rPr>
              <a:t>Scenario 6</a:t>
            </a:r>
          </a:p>
        </p:txBody>
      </p:sp>
      <p:sp>
        <p:nvSpPr>
          <p:cNvPr id="5" name="Line 34">
            <a:extLst>
              <a:ext uri="{FF2B5EF4-FFF2-40B4-BE49-F238E27FC236}">
                <a16:creationId xmlns:a16="http://schemas.microsoft.com/office/drawing/2014/main" id="{82A758D5-D480-BE98-4E7D-779F25495C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88158" y="2220685"/>
            <a:ext cx="699179" cy="995589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 type="oval" w="lg" len="lg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35">
            <a:extLst>
              <a:ext uri="{FF2B5EF4-FFF2-40B4-BE49-F238E27FC236}">
                <a16:creationId xmlns:a16="http://schemas.microsoft.com/office/drawing/2014/main" id="{06D9CEB7-8CD0-C2CA-8D4B-09A02D5886E8}"/>
              </a:ext>
            </a:extLst>
          </p:cNvPr>
          <p:cNvSpPr>
            <a:spLocks/>
          </p:cNvSpPr>
          <p:nvPr/>
        </p:nvSpPr>
        <p:spPr bwMode="auto">
          <a:xfrm>
            <a:off x="1124495" y="2855913"/>
            <a:ext cx="915988" cy="334962"/>
          </a:xfrm>
          <a:prstGeom prst="accentBorderCallout1">
            <a:avLst>
              <a:gd name="adj1" fmla="val 34125"/>
              <a:gd name="adj2" fmla="val 108319"/>
              <a:gd name="adj3" fmla="val 88625"/>
              <a:gd name="adj4" fmla="val 138130"/>
            </a:avLst>
          </a:prstGeom>
          <a:solidFill>
            <a:schemeClr val="bg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GB" sz="1400" b="1">
                <a:latin typeface="Tahoma" pitchFamily="34" charset="0"/>
              </a:rPr>
              <a:t>07:30</a:t>
            </a:r>
          </a:p>
        </p:txBody>
      </p:sp>
      <p:sp>
        <p:nvSpPr>
          <p:cNvPr id="7" name="AutoShape 36">
            <a:extLst>
              <a:ext uri="{FF2B5EF4-FFF2-40B4-BE49-F238E27FC236}">
                <a16:creationId xmlns:a16="http://schemas.microsoft.com/office/drawing/2014/main" id="{E4D55C35-AD9B-6873-C0EB-F14C4E6534F6}"/>
              </a:ext>
            </a:extLst>
          </p:cNvPr>
          <p:cNvSpPr>
            <a:spLocks/>
          </p:cNvSpPr>
          <p:nvPr/>
        </p:nvSpPr>
        <p:spPr bwMode="auto">
          <a:xfrm>
            <a:off x="1852364" y="1885723"/>
            <a:ext cx="823913" cy="334962"/>
          </a:xfrm>
          <a:prstGeom prst="accentBorderCallout1">
            <a:avLst>
              <a:gd name="adj1" fmla="val 34125"/>
              <a:gd name="adj2" fmla="val 109250"/>
              <a:gd name="adj3" fmla="val 84361"/>
              <a:gd name="adj4" fmla="val 148556"/>
            </a:avLst>
          </a:prstGeom>
          <a:solidFill>
            <a:schemeClr val="bg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GB" sz="1400" b="1" dirty="0">
                <a:latin typeface="Tahoma" pitchFamily="34" charset="0"/>
              </a:rPr>
              <a:t>04:00</a:t>
            </a:r>
          </a:p>
        </p:txBody>
      </p:sp>
    </p:spTree>
  </p:cSld>
  <p:clrMapOvr>
    <a:masterClrMapping/>
  </p:clrMapOvr>
  <p:transition advTm="30000">
    <p:sndAc>
      <p:stSnd>
        <p:snd r:embed="rId3" name="chimes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7" name="AutoShape 9"/>
          <p:cNvSpPr>
            <a:spLocks noChangeArrowheads="1"/>
          </p:cNvSpPr>
          <p:nvPr/>
        </p:nvSpPr>
        <p:spPr bwMode="auto">
          <a:xfrm>
            <a:off x="6763703" y="373199"/>
            <a:ext cx="1922462" cy="1408113"/>
          </a:xfrm>
          <a:prstGeom prst="roundRect">
            <a:avLst>
              <a:gd name="adj" fmla="val 11866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90826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042067"/>
              </p:ext>
            </p:extLst>
          </p:nvPr>
        </p:nvGraphicFramePr>
        <p:xfrm>
          <a:off x="6819265" y="462099"/>
          <a:ext cx="1776413" cy="1219200"/>
        </p:xfrm>
        <a:graphic>
          <a:graphicData uri="http://schemas.openxmlformats.org/drawingml/2006/table">
            <a:tbl>
              <a:tblPr/>
              <a:tblGrid>
                <a:gridCol w="912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Wind Speed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 knots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Wave Height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 mtr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Visibility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Good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Oil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Brent Blend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Quantity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 tonnes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9394" name="Line 34"/>
          <p:cNvSpPr>
            <a:spLocks noChangeShapeType="1"/>
          </p:cNvSpPr>
          <p:nvPr/>
        </p:nvSpPr>
        <p:spPr bwMode="auto">
          <a:xfrm flipV="1">
            <a:off x="2488158" y="2220685"/>
            <a:ext cx="699179" cy="995589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 type="oval" w="lg" len="lg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29395" name="AutoShape 35"/>
          <p:cNvSpPr>
            <a:spLocks/>
          </p:cNvSpPr>
          <p:nvPr/>
        </p:nvSpPr>
        <p:spPr bwMode="auto">
          <a:xfrm>
            <a:off x="1124495" y="2855913"/>
            <a:ext cx="915988" cy="334962"/>
          </a:xfrm>
          <a:prstGeom prst="accentBorderCallout1">
            <a:avLst>
              <a:gd name="adj1" fmla="val 34125"/>
              <a:gd name="adj2" fmla="val 108319"/>
              <a:gd name="adj3" fmla="val 88625"/>
              <a:gd name="adj4" fmla="val 138130"/>
            </a:avLst>
          </a:prstGeom>
          <a:solidFill>
            <a:schemeClr val="bg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GB" sz="1400" b="1">
                <a:latin typeface="Tahoma" pitchFamily="34" charset="0"/>
              </a:rPr>
              <a:t>07:30</a:t>
            </a:r>
          </a:p>
        </p:txBody>
      </p:sp>
      <p:sp>
        <p:nvSpPr>
          <p:cNvPr id="229396" name="AutoShape 36"/>
          <p:cNvSpPr>
            <a:spLocks/>
          </p:cNvSpPr>
          <p:nvPr/>
        </p:nvSpPr>
        <p:spPr bwMode="auto">
          <a:xfrm>
            <a:off x="1852364" y="1885723"/>
            <a:ext cx="823913" cy="334962"/>
          </a:xfrm>
          <a:prstGeom prst="accentBorderCallout1">
            <a:avLst>
              <a:gd name="adj1" fmla="val 34125"/>
              <a:gd name="adj2" fmla="val 109250"/>
              <a:gd name="adj3" fmla="val 84361"/>
              <a:gd name="adj4" fmla="val 148556"/>
            </a:avLst>
          </a:prstGeom>
          <a:solidFill>
            <a:schemeClr val="bg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GB" sz="1400" b="1" dirty="0">
                <a:latin typeface="Tahoma" pitchFamily="34" charset="0"/>
              </a:rPr>
              <a:t>04:00</a:t>
            </a:r>
          </a:p>
        </p:txBody>
      </p:sp>
      <p:sp>
        <p:nvSpPr>
          <p:cNvPr id="2" name="Text Box 34">
            <a:extLst>
              <a:ext uri="{FF2B5EF4-FFF2-40B4-BE49-F238E27FC236}">
                <a16:creationId xmlns:a16="http://schemas.microsoft.com/office/drawing/2014/main" id="{4173E9C1-57D6-F1A1-3A79-902D701AD7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2" y="5546725"/>
            <a:ext cx="753745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8000" b="1" dirty="0">
                <a:solidFill>
                  <a:schemeClr val="bg1"/>
                </a:solidFill>
                <a:latin typeface="Tahoma" pitchFamily="34" charset="0"/>
              </a:rPr>
              <a:t>Scenario 6</a:t>
            </a:r>
          </a:p>
        </p:txBody>
      </p:sp>
    </p:spTree>
  </p:cSld>
  <p:clrMapOvr>
    <a:masterClrMapping/>
  </p:clrMapOvr>
  <p:transition advTm="300000"/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mor">
  <a:themeElements>
    <a:clrScheme name="Lamor">
      <a:dk1>
        <a:srgbClr val="000000"/>
      </a:dk1>
      <a:lt1>
        <a:sysClr val="window" lastClr="FFFFFF"/>
      </a:lt1>
      <a:dk2>
        <a:srgbClr val="FFFDE6"/>
      </a:dk2>
      <a:lt2>
        <a:srgbClr val="E6EBEF"/>
      </a:lt2>
      <a:accent1>
        <a:srgbClr val="FFE600"/>
      </a:accent1>
      <a:accent2>
        <a:srgbClr val="002F5F"/>
      </a:accent2>
      <a:accent3>
        <a:srgbClr val="5D7CA7"/>
      </a:accent3>
      <a:accent4>
        <a:srgbClr val="C0CBD7"/>
      </a:accent4>
      <a:accent5>
        <a:srgbClr val="959C9E"/>
      </a:accent5>
      <a:accent6>
        <a:srgbClr val="115EFA"/>
      </a:accent6>
      <a:hlink>
        <a:srgbClr val="002F5F"/>
      </a:hlink>
      <a:folHlink>
        <a:srgbClr val="002F5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2"/>
        </a:solidFill>
        <a:ln>
          <a:noFill/>
        </a:ln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algn="ctr">
          <a:defRPr/>
        </a:defPPr>
      </a:lst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amor_sample.potx" id="{0866E240-CAF8-4C92-8E7B-1EC790D68361}" vid="{AF030CEB-CB20-44A5-94FC-316307E112C5}"/>
    </a:ext>
  </a:extLst>
</a:theme>
</file>

<file path=ppt/theme/theme3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0436948-a84c-4eca-b610-55dcc70f19ac">
      <Terms xmlns="http://schemas.microsoft.com/office/infopath/2007/PartnerControls"/>
    </lcf76f155ced4ddcb4097134ff3c332f>
    <TaxCatchAll xmlns="9dc8e53c-ea3d-41cd-8c60-25d5239dfb64" xsi:nil="true"/>
    <MigrationWizIdVersion xmlns="f0436948-a84c-4eca-b610-55dcc70f19ac" xsi:nil="true"/>
    <MigrationWizIdPermissions xmlns="f0436948-a84c-4eca-b610-55dcc70f19ac" xsi:nil="true"/>
    <MigrationWizId xmlns="f0436948-a84c-4eca-b610-55dcc70f19a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F62CD321841A42A9E7421C52D774D4" ma:contentTypeVersion="18" ma:contentTypeDescription="Create a new document." ma:contentTypeScope="" ma:versionID="3e43966c63210ab09c9b558ee6cd8d05">
  <xsd:schema xmlns:xsd="http://www.w3.org/2001/XMLSchema" xmlns:xs="http://www.w3.org/2001/XMLSchema" xmlns:p="http://schemas.microsoft.com/office/2006/metadata/properties" xmlns:ns2="f0436948-a84c-4eca-b610-55dcc70f19ac" xmlns:ns3="9dc8e53c-ea3d-41cd-8c60-25d5239dfb64" targetNamespace="http://schemas.microsoft.com/office/2006/metadata/properties" ma:root="true" ma:fieldsID="e35ea1581cfccd9461f237ead91bca45" ns2:_="" ns3:_="">
    <xsd:import namespace="f0436948-a84c-4eca-b610-55dcc70f19ac"/>
    <xsd:import namespace="9dc8e53c-ea3d-41cd-8c60-25d5239dfb64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Version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436948-a84c-4eca-b610-55dcc70f19ac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73844e6-26ab-4283-9ac6-416b1f24db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c8e53c-ea3d-41cd-8c60-25d5239dfb64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fd703df-f07d-4cc1-bd71-ce67e06ab0d8}" ma:internalName="TaxCatchAll" ma:showField="CatchAllData" ma:web="9dc8e53c-ea3d-41cd-8c60-25d5239dfb6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13B9BD-B111-4394-BD30-422F2134AA14}">
  <ds:schemaRefs>
    <ds:schemaRef ds:uri="http://schemas.microsoft.com/office/2006/documentManagement/types"/>
    <ds:schemaRef ds:uri="http://purl.org/dc/terms/"/>
    <ds:schemaRef ds:uri="77804a46-555b-4123-a838-f40b4012061f"/>
    <ds:schemaRef ds:uri="http://schemas.microsoft.com/office/2006/metadata/properties"/>
    <ds:schemaRef ds:uri="http://purl.org/dc/elements/1.1/"/>
    <ds:schemaRef ds:uri="aade57ad-1aa1-4172-b644-e33deac07fb9"/>
    <ds:schemaRef ds:uri="http://purl.org/dc/dcmitype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f0436948-a84c-4eca-b610-55dcc70f19ac"/>
    <ds:schemaRef ds:uri="9dc8e53c-ea3d-41cd-8c60-25d5239dfb64"/>
  </ds:schemaRefs>
</ds:datastoreItem>
</file>

<file path=customXml/itemProps2.xml><?xml version="1.0" encoding="utf-8"?>
<ds:datastoreItem xmlns:ds="http://schemas.openxmlformats.org/officeDocument/2006/customXml" ds:itemID="{53BB75EC-3209-4903-BEE2-53B743B06D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436948-a84c-4eca-b610-55dcc70f19ac"/>
    <ds:schemaRef ds:uri="9dc8e53c-ea3d-41cd-8c60-25d5239dfb6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6056E2D-F77E-46D4-81FA-B1AD8F316FD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1238</TotalTime>
  <Words>1240</Words>
  <Application>Microsoft Office PowerPoint</Application>
  <PresentationFormat>On-screen Show (4:3)</PresentationFormat>
  <Paragraphs>236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Tahoma</vt:lpstr>
      <vt:lpstr>Times New Roman</vt:lpstr>
      <vt:lpstr>Default Design</vt:lpstr>
      <vt:lpstr>lamor</vt:lpstr>
      <vt:lpstr>1_Default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Oil Spill Training Company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O'Connell</dc:creator>
  <cp:lastModifiedBy>Jason Loach</cp:lastModifiedBy>
  <cp:revision>46</cp:revision>
  <dcterms:created xsi:type="dcterms:W3CDTF">2002-10-16T18:34:33Z</dcterms:created>
  <dcterms:modified xsi:type="dcterms:W3CDTF">2026-09-09T19:31:43Z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0x0101005BA6B51E2655B646B18D2FE210B1C97E</vt:lpwstr>
  </property>
</Properties>
</file>